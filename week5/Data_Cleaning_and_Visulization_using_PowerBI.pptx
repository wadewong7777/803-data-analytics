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3" r:id="rId16"/>
    <p:sldId id="274" r:id="rId17"/>
    <p:sldId id="269" r:id="rId18"/>
    <p:sldId id="272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635" autoAdjust="0"/>
  </p:normalViewPr>
  <p:slideViewPr>
    <p:cSldViewPr snapToGrid="0" snapToObjects="1">
      <p:cViewPr varScale="1">
        <p:scale>
          <a:sx n="49" d="100"/>
          <a:sy n="49" d="100"/>
        </p:scale>
        <p:origin x="8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image" Target="../media/image2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svg"/><Relationship Id="rId1" Type="http://schemas.openxmlformats.org/officeDocument/2006/relationships/image" Target="../media/image4.svg"/><Relationship Id="rId5" Type="http://schemas.openxmlformats.org/officeDocument/2006/relationships/image" Target="../media/image10.svg"/><Relationship Id="rId4" Type="http://schemas.openxmlformats.org/officeDocument/2006/relationships/image" Target="../media/image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image" Target="../media/image12.svg"/><Relationship Id="rId4" Type="http://schemas.openxmlformats.org/officeDocument/2006/relationships/image" Target="../media/image14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image" Target="../media/image2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svg"/><Relationship Id="rId1" Type="http://schemas.openxmlformats.org/officeDocument/2006/relationships/image" Target="../media/image4.svg"/><Relationship Id="rId5" Type="http://schemas.openxmlformats.org/officeDocument/2006/relationships/image" Target="../media/image10.svg"/><Relationship Id="rId4" Type="http://schemas.openxmlformats.org/officeDocument/2006/relationships/image" Target="../media/image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image" Target="../media/image12.svg"/><Relationship Id="rId4" Type="http://schemas.openxmlformats.org/officeDocument/2006/relationships/image" Target="../media/image14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A1FA12-5F32-45DA-9E21-D35F4322FCE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40650F-C2DA-4142-8377-9CE838AEDF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 the Power BI ecosystem</a:t>
          </a:r>
        </a:p>
      </dgm:t>
    </dgm:pt>
    <dgm:pt modelId="{497DA66A-3442-49D7-B9EC-7BC95BB07627}" type="parTrans" cxnId="{3C713077-1E7D-4ED9-91F7-7E24A8B44543}">
      <dgm:prSet/>
      <dgm:spPr/>
      <dgm:t>
        <a:bodyPr/>
        <a:lstStyle/>
        <a:p>
          <a:endParaRPr lang="en-US"/>
        </a:p>
      </dgm:t>
    </dgm:pt>
    <dgm:pt modelId="{A20C744A-6A33-4A2F-95DC-35C78491ED88}" type="sibTrans" cxnId="{3C713077-1E7D-4ED9-91F7-7E24A8B44543}">
      <dgm:prSet/>
      <dgm:spPr/>
      <dgm:t>
        <a:bodyPr/>
        <a:lstStyle/>
        <a:p>
          <a:endParaRPr lang="en-US"/>
        </a:p>
      </dgm:t>
    </dgm:pt>
    <dgm:pt modelId="{224EE34E-58DE-44A7-BA6E-3A8F97DD9F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Preparation (Import &amp; clean datasets using Power Query)</a:t>
          </a:r>
        </a:p>
      </dgm:t>
    </dgm:pt>
    <dgm:pt modelId="{B0F3F492-E92E-40F9-A207-11E63797EBE6}" type="parTrans" cxnId="{D452F6B9-43F5-43EF-A895-31222A5ED5CF}">
      <dgm:prSet/>
      <dgm:spPr/>
      <dgm:t>
        <a:bodyPr/>
        <a:lstStyle/>
        <a:p>
          <a:endParaRPr lang="en-US"/>
        </a:p>
      </dgm:t>
    </dgm:pt>
    <dgm:pt modelId="{A3B93891-435C-43B5-878B-10C8FA8AD335}" type="sibTrans" cxnId="{D452F6B9-43F5-43EF-A895-31222A5ED5CF}">
      <dgm:prSet/>
      <dgm:spPr/>
      <dgm:t>
        <a:bodyPr/>
        <a:lstStyle/>
        <a:p>
          <a:endParaRPr lang="en-US"/>
        </a:p>
      </dgm:t>
    </dgm:pt>
    <dgm:pt modelId="{BCE8149C-EDA3-4CD3-8F96-256E5A62F9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interactive visualizations</a:t>
          </a:r>
        </a:p>
      </dgm:t>
    </dgm:pt>
    <dgm:pt modelId="{BB169E02-EC2C-4ABA-8FA7-EE78D7125554}" type="parTrans" cxnId="{7F0283DC-9D94-47CC-A1F7-560C810DA707}">
      <dgm:prSet/>
      <dgm:spPr/>
      <dgm:t>
        <a:bodyPr/>
        <a:lstStyle/>
        <a:p>
          <a:endParaRPr lang="en-US"/>
        </a:p>
      </dgm:t>
    </dgm:pt>
    <dgm:pt modelId="{5EFA2D36-043B-4509-A58D-E1FFC956E716}" type="sibTrans" cxnId="{7F0283DC-9D94-47CC-A1F7-560C810DA707}">
      <dgm:prSet/>
      <dgm:spPr/>
      <dgm:t>
        <a:bodyPr/>
        <a:lstStyle/>
        <a:p>
          <a:endParaRPr lang="en-US"/>
        </a:p>
      </dgm:t>
    </dgm:pt>
    <dgm:pt modelId="{2160DCB7-F970-4297-B5AF-86974297DB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and publish a dashboard</a:t>
          </a:r>
        </a:p>
      </dgm:t>
    </dgm:pt>
    <dgm:pt modelId="{8FE73F88-CDD8-47AC-BDF2-76D4C4EED7F5}" type="parTrans" cxnId="{94B075CB-EF81-4EBF-91F4-8CB8E5626CFE}">
      <dgm:prSet/>
      <dgm:spPr/>
      <dgm:t>
        <a:bodyPr/>
        <a:lstStyle/>
        <a:p>
          <a:endParaRPr lang="en-US"/>
        </a:p>
      </dgm:t>
    </dgm:pt>
    <dgm:pt modelId="{7DA9C08B-9C26-4312-B8D0-F6A2E489A226}" type="sibTrans" cxnId="{94B075CB-EF81-4EBF-91F4-8CB8E5626CFE}">
      <dgm:prSet/>
      <dgm:spPr/>
      <dgm:t>
        <a:bodyPr/>
        <a:lstStyle/>
        <a:p>
          <a:endParaRPr lang="en-US"/>
        </a:p>
      </dgm:t>
    </dgm:pt>
    <dgm:pt modelId="{0DF8EEB4-02F8-4B25-A092-BA68C751C0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Apply filters, slicers, and formatting</a:t>
          </a:r>
        </a:p>
      </dgm:t>
    </dgm:pt>
    <dgm:pt modelId="{54B68A95-4B67-45E0-AB25-ADE175D05140}" type="parTrans" cxnId="{F6FE3DED-69BA-4691-9A9B-3950F95632F8}">
      <dgm:prSet/>
      <dgm:spPr/>
      <dgm:t>
        <a:bodyPr/>
        <a:lstStyle/>
        <a:p>
          <a:endParaRPr lang="en-US"/>
        </a:p>
      </dgm:t>
    </dgm:pt>
    <dgm:pt modelId="{935EEAD2-18F6-4D7D-9F20-85A5F983386A}" type="sibTrans" cxnId="{F6FE3DED-69BA-4691-9A9B-3950F95632F8}">
      <dgm:prSet/>
      <dgm:spPr/>
      <dgm:t>
        <a:bodyPr/>
        <a:lstStyle/>
        <a:p>
          <a:endParaRPr lang="en-US"/>
        </a:p>
      </dgm:t>
    </dgm:pt>
    <dgm:pt modelId="{C39EFE13-A500-42FB-BA65-AD6F72F6031B}" type="pres">
      <dgm:prSet presAssocID="{9DA1FA12-5F32-45DA-9E21-D35F4322FCEB}" presName="root" presStyleCnt="0">
        <dgm:presLayoutVars>
          <dgm:dir/>
          <dgm:resizeHandles val="exact"/>
        </dgm:presLayoutVars>
      </dgm:prSet>
      <dgm:spPr/>
    </dgm:pt>
    <dgm:pt modelId="{F59003D5-5F76-479A-B041-702FAC806C0D}" type="pres">
      <dgm:prSet presAssocID="{6540650F-C2DA-4142-8377-9CE838AEDF72}" presName="compNode" presStyleCnt="0"/>
      <dgm:spPr/>
    </dgm:pt>
    <dgm:pt modelId="{765227D7-9531-4949-8E50-1E8BFCD46509}" type="pres">
      <dgm:prSet presAssocID="{6540650F-C2DA-4142-8377-9CE838AEDF7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560CBEA-E3D6-4F55-B7C9-1E09ECD957D7}" type="pres">
      <dgm:prSet presAssocID="{6540650F-C2DA-4142-8377-9CE838AEDF72}" presName="spaceRect" presStyleCnt="0"/>
      <dgm:spPr/>
    </dgm:pt>
    <dgm:pt modelId="{9F184DC0-57D9-4FBA-B038-9156C776579B}" type="pres">
      <dgm:prSet presAssocID="{6540650F-C2DA-4142-8377-9CE838AEDF72}" presName="textRect" presStyleLbl="revTx" presStyleIdx="0" presStyleCnt="5">
        <dgm:presLayoutVars>
          <dgm:chMax val="1"/>
          <dgm:chPref val="1"/>
        </dgm:presLayoutVars>
      </dgm:prSet>
      <dgm:spPr/>
    </dgm:pt>
    <dgm:pt modelId="{C4420E44-C673-46C2-9717-1B6E65AD3ACE}" type="pres">
      <dgm:prSet presAssocID="{A20C744A-6A33-4A2F-95DC-35C78491ED88}" presName="sibTrans" presStyleCnt="0"/>
      <dgm:spPr/>
    </dgm:pt>
    <dgm:pt modelId="{48D95C6D-B36A-4367-919E-826CCB00A2FF}" type="pres">
      <dgm:prSet presAssocID="{224EE34E-58DE-44A7-BA6E-3A8F97DD9F8B}" presName="compNode" presStyleCnt="0"/>
      <dgm:spPr/>
    </dgm:pt>
    <dgm:pt modelId="{5452A700-8969-4340-8E29-5D95E36464C1}" type="pres">
      <dgm:prSet presAssocID="{224EE34E-58DE-44A7-BA6E-3A8F97DD9F8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920B8C9-432D-45FD-9542-ACC22046BD2B}" type="pres">
      <dgm:prSet presAssocID="{224EE34E-58DE-44A7-BA6E-3A8F97DD9F8B}" presName="spaceRect" presStyleCnt="0"/>
      <dgm:spPr/>
    </dgm:pt>
    <dgm:pt modelId="{63223A2E-84D5-4586-8F63-C3448A7ED0E2}" type="pres">
      <dgm:prSet presAssocID="{224EE34E-58DE-44A7-BA6E-3A8F97DD9F8B}" presName="textRect" presStyleLbl="revTx" presStyleIdx="1" presStyleCnt="5">
        <dgm:presLayoutVars>
          <dgm:chMax val="1"/>
          <dgm:chPref val="1"/>
        </dgm:presLayoutVars>
      </dgm:prSet>
      <dgm:spPr/>
    </dgm:pt>
    <dgm:pt modelId="{85EE36AB-FCAF-487F-AAB9-B38BB9B818F6}" type="pres">
      <dgm:prSet presAssocID="{A3B93891-435C-43B5-878B-10C8FA8AD335}" presName="sibTrans" presStyleCnt="0"/>
      <dgm:spPr/>
    </dgm:pt>
    <dgm:pt modelId="{3DD6C799-631D-4509-BC68-ACB1F0ADCE6A}" type="pres">
      <dgm:prSet presAssocID="{BCE8149C-EDA3-4CD3-8F96-256E5A62F965}" presName="compNode" presStyleCnt="0"/>
      <dgm:spPr/>
    </dgm:pt>
    <dgm:pt modelId="{0D7F256C-E3C4-4CA1-BD14-A8A6062129AD}" type="pres">
      <dgm:prSet presAssocID="{BCE8149C-EDA3-4CD3-8F96-256E5A62F96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3C10531E-1154-474A-8039-8213EBD33E9B}" type="pres">
      <dgm:prSet presAssocID="{BCE8149C-EDA3-4CD3-8F96-256E5A62F965}" presName="spaceRect" presStyleCnt="0"/>
      <dgm:spPr/>
    </dgm:pt>
    <dgm:pt modelId="{E83818FC-B2ED-4FAD-99BB-5C4BFEDDD347}" type="pres">
      <dgm:prSet presAssocID="{BCE8149C-EDA3-4CD3-8F96-256E5A62F965}" presName="textRect" presStyleLbl="revTx" presStyleIdx="2" presStyleCnt="5">
        <dgm:presLayoutVars>
          <dgm:chMax val="1"/>
          <dgm:chPref val="1"/>
        </dgm:presLayoutVars>
      </dgm:prSet>
      <dgm:spPr/>
    </dgm:pt>
    <dgm:pt modelId="{37ED31AA-2742-4360-A30F-F3C4B9557533}" type="pres">
      <dgm:prSet presAssocID="{5EFA2D36-043B-4509-A58D-E1FFC956E716}" presName="sibTrans" presStyleCnt="0"/>
      <dgm:spPr/>
    </dgm:pt>
    <dgm:pt modelId="{AB9939D9-331A-4389-8A8B-66995C861605}" type="pres">
      <dgm:prSet presAssocID="{2160DCB7-F970-4297-B5AF-86974297DB61}" presName="compNode" presStyleCnt="0"/>
      <dgm:spPr/>
    </dgm:pt>
    <dgm:pt modelId="{E90EBDB2-A5A6-45D2-992B-EB6418E2E90B}" type="pres">
      <dgm:prSet presAssocID="{2160DCB7-F970-4297-B5AF-86974297DB6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68AC2F4-76CE-43BD-91B4-63E97156A219}" type="pres">
      <dgm:prSet presAssocID="{2160DCB7-F970-4297-B5AF-86974297DB61}" presName="spaceRect" presStyleCnt="0"/>
      <dgm:spPr/>
    </dgm:pt>
    <dgm:pt modelId="{2BFB4174-054A-4D70-8A34-1610ED4A8482}" type="pres">
      <dgm:prSet presAssocID="{2160DCB7-F970-4297-B5AF-86974297DB61}" presName="textRect" presStyleLbl="revTx" presStyleIdx="3" presStyleCnt="5">
        <dgm:presLayoutVars>
          <dgm:chMax val="1"/>
          <dgm:chPref val="1"/>
        </dgm:presLayoutVars>
      </dgm:prSet>
      <dgm:spPr/>
    </dgm:pt>
    <dgm:pt modelId="{F50D4D44-55A3-4EA6-938D-BA562888528F}" type="pres">
      <dgm:prSet presAssocID="{7DA9C08B-9C26-4312-B8D0-F6A2E489A226}" presName="sibTrans" presStyleCnt="0"/>
      <dgm:spPr/>
    </dgm:pt>
    <dgm:pt modelId="{6494CEF5-890C-48A7-8E93-B168C77FA2DF}" type="pres">
      <dgm:prSet presAssocID="{0DF8EEB4-02F8-4B25-A092-BA68C751C081}" presName="compNode" presStyleCnt="0"/>
      <dgm:spPr/>
    </dgm:pt>
    <dgm:pt modelId="{6D47080C-B474-455A-ACEE-88A1C347B619}" type="pres">
      <dgm:prSet presAssocID="{0DF8EEB4-02F8-4B25-A092-BA68C751C08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542AD2B-B60D-4708-A5BF-9B4E86900E21}" type="pres">
      <dgm:prSet presAssocID="{0DF8EEB4-02F8-4B25-A092-BA68C751C081}" presName="spaceRect" presStyleCnt="0"/>
      <dgm:spPr/>
    </dgm:pt>
    <dgm:pt modelId="{10C25050-6F74-44AE-983A-4637EF736BCA}" type="pres">
      <dgm:prSet presAssocID="{0DF8EEB4-02F8-4B25-A092-BA68C751C08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919820A-45EA-4656-918B-203D36E834FC}" type="presOf" srcId="{9DA1FA12-5F32-45DA-9E21-D35F4322FCEB}" destId="{C39EFE13-A500-42FB-BA65-AD6F72F6031B}" srcOrd="0" destOrd="0" presId="urn:microsoft.com/office/officeart/2018/2/layout/IconLabelList"/>
    <dgm:cxn modelId="{21991D23-B114-4D05-8CE1-DD8AD1515F1D}" type="presOf" srcId="{224EE34E-58DE-44A7-BA6E-3A8F97DD9F8B}" destId="{63223A2E-84D5-4586-8F63-C3448A7ED0E2}" srcOrd="0" destOrd="0" presId="urn:microsoft.com/office/officeart/2018/2/layout/IconLabelList"/>
    <dgm:cxn modelId="{368DF428-8E4C-4985-8EF7-2147017DADDB}" type="presOf" srcId="{2160DCB7-F970-4297-B5AF-86974297DB61}" destId="{2BFB4174-054A-4D70-8A34-1610ED4A8482}" srcOrd="0" destOrd="0" presId="urn:microsoft.com/office/officeart/2018/2/layout/IconLabelList"/>
    <dgm:cxn modelId="{D0F2B973-8F58-40B8-B7D5-BC5144ECC808}" type="presOf" srcId="{6540650F-C2DA-4142-8377-9CE838AEDF72}" destId="{9F184DC0-57D9-4FBA-B038-9156C776579B}" srcOrd="0" destOrd="0" presId="urn:microsoft.com/office/officeart/2018/2/layout/IconLabelList"/>
    <dgm:cxn modelId="{3C713077-1E7D-4ED9-91F7-7E24A8B44543}" srcId="{9DA1FA12-5F32-45DA-9E21-D35F4322FCEB}" destId="{6540650F-C2DA-4142-8377-9CE838AEDF72}" srcOrd="0" destOrd="0" parTransId="{497DA66A-3442-49D7-B9EC-7BC95BB07627}" sibTransId="{A20C744A-6A33-4A2F-95DC-35C78491ED88}"/>
    <dgm:cxn modelId="{D3BD358A-69BB-4AD6-AB5A-DAEB413441B3}" type="presOf" srcId="{BCE8149C-EDA3-4CD3-8F96-256E5A62F965}" destId="{E83818FC-B2ED-4FAD-99BB-5C4BFEDDD347}" srcOrd="0" destOrd="0" presId="urn:microsoft.com/office/officeart/2018/2/layout/IconLabelList"/>
    <dgm:cxn modelId="{D452F6B9-43F5-43EF-A895-31222A5ED5CF}" srcId="{9DA1FA12-5F32-45DA-9E21-D35F4322FCEB}" destId="{224EE34E-58DE-44A7-BA6E-3A8F97DD9F8B}" srcOrd="1" destOrd="0" parTransId="{B0F3F492-E92E-40F9-A207-11E63797EBE6}" sibTransId="{A3B93891-435C-43B5-878B-10C8FA8AD335}"/>
    <dgm:cxn modelId="{58513EBB-6AD3-4EDD-9EE1-CFE97DDA36D9}" type="presOf" srcId="{0DF8EEB4-02F8-4B25-A092-BA68C751C081}" destId="{10C25050-6F74-44AE-983A-4637EF736BCA}" srcOrd="0" destOrd="0" presId="urn:microsoft.com/office/officeart/2018/2/layout/IconLabelList"/>
    <dgm:cxn modelId="{94B075CB-EF81-4EBF-91F4-8CB8E5626CFE}" srcId="{9DA1FA12-5F32-45DA-9E21-D35F4322FCEB}" destId="{2160DCB7-F970-4297-B5AF-86974297DB61}" srcOrd="3" destOrd="0" parTransId="{8FE73F88-CDD8-47AC-BDF2-76D4C4EED7F5}" sibTransId="{7DA9C08B-9C26-4312-B8D0-F6A2E489A226}"/>
    <dgm:cxn modelId="{7F0283DC-9D94-47CC-A1F7-560C810DA707}" srcId="{9DA1FA12-5F32-45DA-9E21-D35F4322FCEB}" destId="{BCE8149C-EDA3-4CD3-8F96-256E5A62F965}" srcOrd="2" destOrd="0" parTransId="{BB169E02-EC2C-4ABA-8FA7-EE78D7125554}" sibTransId="{5EFA2D36-043B-4509-A58D-E1FFC956E716}"/>
    <dgm:cxn modelId="{F6FE3DED-69BA-4691-9A9B-3950F95632F8}" srcId="{9DA1FA12-5F32-45DA-9E21-D35F4322FCEB}" destId="{0DF8EEB4-02F8-4B25-A092-BA68C751C081}" srcOrd="4" destOrd="0" parTransId="{54B68A95-4B67-45E0-AB25-ADE175D05140}" sibTransId="{935EEAD2-18F6-4D7D-9F20-85A5F983386A}"/>
    <dgm:cxn modelId="{DD75EEB2-BEE5-456F-9F45-A1A72C46DF52}" type="presParOf" srcId="{C39EFE13-A500-42FB-BA65-AD6F72F6031B}" destId="{F59003D5-5F76-479A-B041-702FAC806C0D}" srcOrd="0" destOrd="0" presId="urn:microsoft.com/office/officeart/2018/2/layout/IconLabelList"/>
    <dgm:cxn modelId="{31A369D1-3650-47AC-9F25-9164289F18E3}" type="presParOf" srcId="{F59003D5-5F76-479A-B041-702FAC806C0D}" destId="{765227D7-9531-4949-8E50-1E8BFCD46509}" srcOrd="0" destOrd="0" presId="urn:microsoft.com/office/officeart/2018/2/layout/IconLabelList"/>
    <dgm:cxn modelId="{679C3545-565A-4D62-A21E-82EAE06DA840}" type="presParOf" srcId="{F59003D5-5F76-479A-B041-702FAC806C0D}" destId="{F560CBEA-E3D6-4F55-B7C9-1E09ECD957D7}" srcOrd="1" destOrd="0" presId="urn:microsoft.com/office/officeart/2018/2/layout/IconLabelList"/>
    <dgm:cxn modelId="{7C7F0910-49AF-4107-8BDB-152CF676540B}" type="presParOf" srcId="{F59003D5-5F76-479A-B041-702FAC806C0D}" destId="{9F184DC0-57D9-4FBA-B038-9156C776579B}" srcOrd="2" destOrd="0" presId="urn:microsoft.com/office/officeart/2018/2/layout/IconLabelList"/>
    <dgm:cxn modelId="{8CD70C19-B15F-474A-9A62-8440927CEFDD}" type="presParOf" srcId="{C39EFE13-A500-42FB-BA65-AD6F72F6031B}" destId="{C4420E44-C673-46C2-9717-1B6E65AD3ACE}" srcOrd="1" destOrd="0" presId="urn:microsoft.com/office/officeart/2018/2/layout/IconLabelList"/>
    <dgm:cxn modelId="{F70034BE-623D-4D0B-923D-E08E1B696311}" type="presParOf" srcId="{C39EFE13-A500-42FB-BA65-AD6F72F6031B}" destId="{48D95C6D-B36A-4367-919E-826CCB00A2FF}" srcOrd="2" destOrd="0" presId="urn:microsoft.com/office/officeart/2018/2/layout/IconLabelList"/>
    <dgm:cxn modelId="{040DACDF-E83B-40AF-9D16-0EC124BE865B}" type="presParOf" srcId="{48D95C6D-B36A-4367-919E-826CCB00A2FF}" destId="{5452A700-8969-4340-8E29-5D95E36464C1}" srcOrd="0" destOrd="0" presId="urn:microsoft.com/office/officeart/2018/2/layout/IconLabelList"/>
    <dgm:cxn modelId="{DB6E2DDB-1537-4DC8-8575-B66913BC0B76}" type="presParOf" srcId="{48D95C6D-B36A-4367-919E-826CCB00A2FF}" destId="{1920B8C9-432D-45FD-9542-ACC22046BD2B}" srcOrd="1" destOrd="0" presId="urn:microsoft.com/office/officeart/2018/2/layout/IconLabelList"/>
    <dgm:cxn modelId="{7E249AE7-559B-4AE6-97A8-C5D000B1B7A1}" type="presParOf" srcId="{48D95C6D-B36A-4367-919E-826CCB00A2FF}" destId="{63223A2E-84D5-4586-8F63-C3448A7ED0E2}" srcOrd="2" destOrd="0" presId="urn:microsoft.com/office/officeart/2018/2/layout/IconLabelList"/>
    <dgm:cxn modelId="{B9425144-9230-4976-BA0B-AC29142436DD}" type="presParOf" srcId="{C39EFE13-A500-42FB-BA65-AD6F72F6031B}" destId="{85EE36AB-FCAF-487F-AAB9-B38BB9B818F6}" srcOrd="3" destOrd="0" presId="urn:microsoft.com/office/officeart/2018/2/layout/IconLabelList"/>
    <dgm:cxn modelId="{5F307A1C-98CF-42B6-BF38-657D053C7272}" type="presParOf" srcId="{C39EFE13-A500-42FB-BA65-AD6F72F6031B}" destId="{3DD6C799-631D-4509-BC68-ACB1F0ADCE6A}" srcOrd="4" destOrd="0" presId="urn:microsoft.com/office/officeart/2018/2/layout/IconLabelList"/>
    <dgm:cxn modelId="{08423DBC-BA0D-417B-91C6-DCB7FDAC6F59}" type="presParOf" srcId="{3DD6C799-631D-4509-BC68-ACB1F0ADCE6A}" destId="{0D7F256C-E3C4-4CA1-BD14-A8A6062129AD}" srcOrd="0" destOrd="0" presId="urn:microsoft.com/office/officeart/2018/2/layout/IconLabelList"/>
    <dgm:cxn modelId="{24585C6A-692D-48AF-A3AD-48669174AE7C}" type="presParOf" srcId="{3DD6C799-631D-4509-BC68-ACB1F0ADCE6A}" destId="{3C10531E-1154-474A-8039-8213EBD33E9B}" srcOrd="1" destOrd="0" presId="urn:microsoft.com/office/officeart/2018/2/layout/IconLabelList"/>
    <dgm:cxn modelId="{71E820EE-5B87-458C-8E94-D7916BCCEE17}" type="presParOf" srcId="{3DD6C799-631D-4509-BC68-ACB1F0ADCE6A}" destId="{E83818FC-B2ED-4FAD-99BB-5C4BFEDDD347}" srcOrd="2" destOrd="0" presId="urn:microsoft.com/office/officeart/2018/2/layout/IconLabelList"/>
    <dgm:cxn modelId="{992B35B5-ABB3-4660-A6EE-490E45FC45AF}" type="presParOf" srcId="{C39EFE13-A500-42FB-BA65-AD6F72F6031B}" destId="{37ED31AA-2742-4360-A30F-F3C4B9557533}" srcOrd="5" destOrd="0" presId="urn:microsoft.com/office/officeart/2018/2/layout/IconLabelList"/>
    <dgm:cxn modelId="{BDEB8654-844A-46A8-AEA9-483B4EAFE9CB}" type="presParOf" srcId="{C39EFE13-A500-42FB-BA65-AD6F72F6031B}" destId="{AB9939D9-331A-4389-8A8B-66995C861605}" srcOrd="6" destOrd="0" presId="urn:microsoft.com/office/officeart/2018/2/layout/IconLabelList"/>
    <dgm:cxn modelId="{C6C75551-6B7C-4C97-97A7-6FC12A1C6BA2}" type="presParOf" srcId="{AB9939D9-331A-4389-8A8B-66995C861605}" destId="{E90EBDB2-A5A6-45D2-992B-EB6418E2E90B}" srcOrd="0" destOrd="0" presId="urn:microsoft.com/office/officeart/2018/2/layout/IconLabelList"/>
    <dgm:cxn modelId="{571B632C-22D8-4B39-B662-064DC0C66E21}" type="presParOf" srcId="{AB9939D9-331A-4389-8A8B-66995C861605}" destId="{868AC2F4-76CE-43BD-91B4-63E97156A219}" srcOrd="1" destOrd="0" presId="urn:microsoft.com/office/officeart/2018/2/layout/IconLabelList"/>
    <dgm:cxn modelId="{5D29EF25-3BF6-4A4D-984B-52F4209F4598}" type="presParOf" srcId="{AB9939D9-331A-4389-8A8B-66995C861605}" destId="{2BFB4174-054A-4D70-8A34-1610ED4A8482}" srcOrd="2" destOrd="0" presId="urn:microsoft.com/office/officeart/2018/2/layout/IconLabelList"/>
    <dgm:cxn modelId="{AF7EDC76-4330-4000-B97C-5CCC3D4D49F4}" type="presParOf" srcId="{C39EFE13-A500-42FB-BA65-AD6F72F6031B}" destId="{F50D4D44-55A3-4EA6-938D-BA562888528F}" srcOrd="7" destOrd="0" presId="urn:microsoft.com/office/officeart/2018/2/layout/IconLabelList"/>
    <dgm:cxn modelId="{C55162A6-98CD-4DBC-A349-3EE16AB4558F}" type="presParOf" srcId="{C39EFE13-A500-42FB-BA65-AD6F72F6031B}" destId="{6494CEF5-890C-48A7-8E93-B168C77FA2DF}" srcOrd="8" destOrd="0" presId="urn:microsoft.com/office/officeart/2018/2/layout/IconLabelList"/>
    <dgm:cxn modelId="{40EB7739-B62C-4137-9C12-82F3DBE76FCB}" type="presParOf" srcId="{6494CEF5-890C-48A7-8E93-B168C77FA2DF}" destId="{6D47080C-B474-455A-ACEE-88A1C347B619}" srcOrd="0" destOrd="0" presId="urn:microsoft.com/office/officeart/2018/2/layout/IconLabelList"/>
    <dgm:cxn modelId="{8A6046B9-2E91-4DA9-9A29-8256CACB67B4}" type="presParOf" srcId="{6494CEF5-890C-48A7-8E93-B168C77FA2DF}" destId="{9542AD2B-B60D-4708-A5BF-9B4E86900E21}" srcOrd="1" destOrd="0" presId="urn:microsoft.com/office/officeart/2018/2/layout/IconLabelList"/>
    <dgm:cxn modelId="{60BB92E8-B09C-43AD-918D-9CB306056273}" type="presParOf" srcId="{6494CEF5-890C-48A7-8E93-B168C77FA2DF}" destId="{10C25050-6F74-44AE-983A-4637EF736B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608548-B950-4C10-84E1-C43B68BDC05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64DC7D-AFBF-486D-91B5-6C5ED0437202}">
      <dgm:prSet/>
      <dgm:spPr/>
      <dgm:t>
        <a:bodyPr/>
        <a:lstStyle/>
        <a:p>
          <a:r>
            <a:rPr lang="en-US" dirty="0"/>
            <a:t>Introduction to Power BI</a:t>
          </a:r>
        </a:p>
      </dgm:t>
    </dgm:pt>
    <dgm:pt modelId="{98A7B002-D83A-4B64-B77D-91B834C69DBF}" type="parTrans" cxnId="{CDD9F9E7-3A23-4AE6-B082-965F02AB6A2C}">
      <dgm:prSet/>
      <dgm:spPr/>
      <dgm:t>
        <a:bodyPr/>
        <a:lstStyle/>
        <a:p>
          <a:endParaRPr lang="en-US"/>
        </a:p>
      </dgm:t>
    </dgm:pt>
    <dgm:pt modelId="{27BF68D8-3343-445A-BC44-D9B73E72E5CC}" type="sibTrans" cxnId="{CDD9F9E7-3A23-4AE6-B082-965F02AB6A2C}">
      <dgm:prSet/>
      <dgm:spPr/>
      <dgm:t>
        <a:bodyPr/>
        <a:lstStyle/>
        <a:p>
          <a:endParaRPr lang="en-US"/>
        </a:p>
      </dgm:t>
    </dgm:pt>
    <dgm:pt modelId="{D286A684-2651-4DA1-9313-96915BE8B502}">
      <dgm:prSet/>
      <dgm:spPr/>
      <dgm:t>
        <a:bodyPr/>
        <a:lstStyle/>
        <a:p>
          <a:r>
            <a:rPr lang="en-US" dirty="0"/>
            <a:t>Importing and Cleaning Data</a:t>
          </a:r>
        </a:p>
      </dgm:t>
    </dgm:pt>
    <dgm:pt modelId="{63494F72-D963-4804-9BDB-7494B065E982}" type="parTrans" cxnId="{5AFF8852-7BC7-4479-A195-062102DD1DFA}">
      <dgm:prSet/>
      <dgm:spPr/>
      <dgm:t>
        <a:bodyPr/>
        <a:lstStyle/>
        <a:p>
          <a:endParaRPr lang="en-US"/>
        </a:p>
      </dgm:t>
    </dgm:pt>
    <dgm:pt modelId="{18331AB2-EA1D-45D8-A18B-708F7AADFAD0}" type="sibTrans" cxnId="{5AFF8852-7BC7-4479-A195-062102DD1DFA}">
      <dgm:prSet/>
      <dgm:spPr/>
      <dgm:t>
        <a:bodyPr/>
        <a:lstStyle/>
        <a:p>
          <a:endParaRPr lang="en-US"/>
        </a:p>
      </dgm:t>
    </dgm:pt>
    <dgm:pt modelId="{063975EE-0DB8-4BC1-A96D-067E9AE3717A}">
      <dgm:prSet/>
      <dgm:spPr/>
      <dgm:t>
        <a:bodyPr/>
        <a:lstStyle/>
        <a:p>
          <a:r>
            <a:rPr lang="en-US" dirty="0"/>
            <a:t>Creating Visualizations</a:t>
          </a:r>
        </a:p>
      </dgm:t>
    </dgm:pt>
    <dgm:pt modelId="{178A4D2F-CF57-4761-8754-A52F385DC331}" type="parTrans" cxnId="{117335D7-BBC7-4131-98BF-2481A038BBFC}">
      <dgm:prSet/>
      <dgm:spPr/>
      <dgm:t>
        <a:bodyPr/>
        <a:lstStyle/>
        <a:p>
          <a:endParaRPr lang="en-US"/>
        </a:p>
      </dgm:t>
    </dgm:pt>
    <dgm:pt modelId="{CFFB9B23-7DE5-46DA-9110-C88EA663BFA7}" type="sibTrans" cxnId="{117335D7-BBC7-4131-98BF-2481A038BBFC}">
      <dgm:prSet/>
      <dgm:spPr/>
      <dgm:t>
        <a:bodyPr/>
        <a:lstStyle/>
        <a:p>
          <a:endParaRPr lang="en-US"/>
        </a:p>
      </dgm:t>
    </dgm:pt>
    <dgm:pt modelId="{80DE73C4-8410-4C17-9AF2-2F9E4F9DB818}">
      <dgm:prSet/>
      <dgm:spPr/>
      <dgm:t>
        <a:bodyPr/>
        <a:lstStyle/>
        <a:p>
          <a:r>
            <a:rPr lang="en-US" dirty="0"/>
            <a:t>Activity 1 – Data Cleaning Task (20 mins)</a:t>
          </a:r>
        </a:p>
      </dgm:t>
    </dgm:pt>
    <dgm:pt modelId="{C260F825-C510-4A17-A96F-6E5BDE60EC4D}" type="parTrans" cxnId="{991EF0F0-0F11-485A-9E8C-67AA171E1641}">
      <dgm:prSet/>
      <dgm:spPr/>
      <dgm:t>
        <a:bodyPr/>
        <a:lstStyle/>
        <a:p>
          <a:endParaRPr lang="en-US"/>
        </a:p>
      </dgm:t>
    </dgm:pt>
    <dgm:pt modelId="{BE969C59-AF54-41A8-A755-6D93BF5313D2}" type="sibTrans" cxnId="{991EF0F0-0F11-485A-9E8C-67AA171E1641}">
      <dgm:prSet/>
      <dgm:spPr/>
      <dgm:t>
        <a:bodyPr/>
        <a:lstStyle/>
        <a:p>
          <a:endParaRPr lang="en-US"/>
        </a:p>
      </dgm:t>
    </dgm:pt>
    <dgm:pt modelId="{3AA7E7BC-C45B-4C1F-9E21-0FFF2282B95C}">
      <dgm:prSet/>
      <dgm:spPr/>
      <dgm:t>
        <a:bodyPr/>
        <a:lstStyle/>
        <a:p>
          <a:r>
            <a:rPr lang="en-US" dirty="0"/>
            <a:t>Building Interactive Dashboards</a:t>
          </a:r>
        </a:p>
      </dgm:t>
    </dgm:pt>
    <dgm:pt modelId="{A36D6559-65CE-4E59-A3AF-D2C51C04B392}" type="parTrans" cxnId="{3DDC4D66-DE80-4E03-92EB-F7818A403555}">
      <dgm:prSet/>
      <dgm:spPr/>
      <dgm:t>
        <a:bodyPr/>
        <a:lstStyle/>
        <a:p>
          <a:endParaRPr lang="en-US"/>
        </a:p>
      </dgm:t>
    </dgm:pt>
    <dgm:pt modelId="{BBB5CB12-25D7-4A43-A157-9B80B8BC5CB7}" type="sibTrans" cxnId="{3DDC4D66-DE80-4E03-92EB-F7818A403555}">
      <dgm:prSet/>
      <dgm:spPr/>
      <dgm:t>
        <a:bodyPr/>
        <a:lstStyle/>
        <a:p>
          <a:endParaRPr lang="en-US"/>
        </a:p>
      </dgm:t>
    </dgm:pt>
    <dgm:pt modelId="{F3D75D30-85D9-4FD9-AA64-1E0D6F31BE04}">
      <dgm:prSet/>
      <dgm:spPr/>
      <dgm:t>
        <a:bodyPr/>
        <a:lstStyle/>
        <a:p>
          <a:r>
            <a:rPr lang="en-US" dirty="0"/>
            <a:t>Activity 2 – Dashboard Challenge (20 mins)</a:t>
          </a:r>
        </a:p>
      </dgm:t>
    </dgm:pt>
    <dgm:pt modelId="{13D498E3-A2A8-47F8-95FF-0348EC58131C}" type="parTrans" cxnId="{1A0B01D0-8BE2-4FAB-B4F5-B3716AC7EF8C}">
      <dgm:prSet/>
      <dgm:spPr/>
      <dgm:t>
        <a:bodyPr/>
        <a:lstStyle/>
        <a:p>
          <a:endParaRPr lang="en-US"/>
        </a:p>
      </dgm:t>
    </dgm:pt>
    <dgm:pt modelId="{D982844C-113A-4023-B92E-E8A511987701}" type="sibTrans" cxnId="{1A0B01D0-8BE2-4FAB-B4F5-B3716AC7EF8C}">
      <dgm:prSet/>
      <dgm:spPr/>
      <dgm:t>
        <a:bodyPr/>
        <a:lstStyle/>
        <a:p>
          <a:endParaRPr lang="en-US"/>
        </a:p>
      </dgm:t>
    </dgm:pt>
    <dgm:pt modelId="{2ECDDF17-6288-4101-BC97-D54829A9CD0A}">
      <dgm:prSet/>
      <dgm:spPr/>
      <dgm:t>
        <a:bodyPr/>
        <a:lstStyle/>
        <a:p>
          <a:r>
            <a:rPr lang="en-US" dirty="0"/>
            <a:t>Wrap-up and Q&amp;A (10 mins)</a:t>
          </a:r>
        </a:p>
      </dgm:t>
    </dgm:pt>
    <dgm:pt modelId="{5C9A9D0B-4C1C-461E-BF10-E66BE9D243E9}" type="parTrans" cxnId="{CB1DBC75-2505-4E3B-8C3D-F6683B9BD3E9}">
      <dgm:prSet/>
      <dgm:spPr/>
      <dgm:t>
        <a:bodyPr/>
        <a:lstStyle/>
        <a:p>
          <a:endParaRPr lang="en-US"/>
        </a:p>
      </dgm:t>
    </dgm:pt>
    <dgm:pt modelId="{2411CB2B-5695-4E69-BC26-5FBB9D91FE37}" type="sibTrans" cxnId="{CB1DBC75-2505-4E3B-8C3D-F6683B9BD3E9}">
      <dgm:prSet/>
      <dgm:spPr/>
      <dgm:t>
        <a:bodyPr/>
        <a:lstStyle/>
        <a:p>
          <a:endParaRPr lang="en-US"/>
        </a:p>
      </dgm:t>
    </dgm:pt>
    <dgm:pt modelId="{EB4FB2D1-6F40-4839-AE21-084E1CDE44A6}" type="pres">
      <dgm:prSet presAssocID="{29608548-B950-4C10-84E1-C43B68BDC058}" presName="vert0" presStyleCnt="0">
        <dgm:presLayoutVars>
          <dgm:dir/>
          <dgm:animOne val="branch"/>
          <dgm:animLvl val="lvl"/>
        </dgm:presLayoutVars>
      </dgm:prSet>
      <dgm:spPr/>
    </dgm:pt>
    <dgm:pt modelId="{22C8A66A-14A1-4CFC-BC0D-2E2A65CB9F0C}" type="pres">
      <dgm:prSet presAssocID="{7264DC7D-AFBF-486D-91B5-6C5ED0437202}" presName="thickLine" presStyleLbl="alignNode1" presStyleIdx="0" presStyleCnt="7"/>
      <dgm:spPr/>
    </dgm:pt>
    <dgm:pt modelId="{84CC4565-B0FD-42F7-8D03-8D48DB6C9421}" type="pres">
      <dgm:prSet presAssocID="{7264DC7D-AFBF-486D-91B5-6C5ED0437202}" presName="horz1" presStyleCnt="0"/>
      <dgm:spPr/>
    </dgm:pt>
    <dgm:pt modelId="{EB73AA28-6353-4908-948B-17333F3A63C1}" type="pres">
      <dgm:prSet presAssocID="{7264DC7D-AFBF-486D-91B5-6C5ED0437202}" presName="tx1" presStyleLbl="revTx" presStyleIdx="0" presStyleCnt="7"/>
      <dgm:spPr/>
    </dgm:pt>
    <dgm:pt modelId="{25FFA17D-11EB-4553-9A50-FB6D029AAC1F}" type="pres">
      <dgm:prSet presAssocID="{7264DC7D-AFBF-486D-91B5-6C5ED0437202}" presName="vert1" presStyleCnt="0"/>
      <dgm:spPr/>
    </dgm:pt>
    <dgm:pt modelId="{4EE45F84-96ED-45D5-B4DB-C2F946B0F221}" type="pres">
      <dgm:prSet presAssocID="{D286A684-2651-4DA1-9313-96915BE8B502}" presName="thickLine" presStyleLbl="alignNode1" presStyleIdx="1" presStyleCnt="7"/>
      <dgm:spPr/>
    </dgm:pt>
    <dgm:pt modelId="{CB5711EC-DC4C-4847-A549-A308369A216D}" type="pres">
      <dgm:prSet presAssocID="{D286A684-2651-4DA1-9313-96915BE8B502}" presName="horz1" presStyleCnt="0"/>
      <dgm:spPr/>
    </dgm:pt>
    <dgm:pt modelId="{C2E0A5F6-E399-408B-8620-C0D380BF82FD}" type="pres">
      <dgm:prSet presAssocID="{D286A684-2651-4DA1-9313-96915BE8B502}" presName="tx1" presStyleLbl="revTx" presStyleIdx="1" presStyleCnt="7"/>
      <dgm:spPr/>
    </dgm:pt>
    <dgm:pt modelId="{5D4AA5B9-DEF7-455E-B402-E52630BDC720}" type="pres">
      <dgm:prSet presAssocID="{D286A684-2651-4DA1-9313-96915BE8B502}" presName="vert1" presStyleCnt="0"/>
      <dgm:spPr/>
    </dgm:pt>
    <dgm:pt modelId="{6F39D57B-9DF2-4146-B72D-9DB782B8C719}" type="pres">
      <dgm:prSet presAssocID="{063975EE-0DB8-4BC1-A96D-067E9AE3717A}" presName="thickLine" presStyleLbl="alignNode1" presStyleIdx="2" presStyleCnt="7"/>
      <dgm:spPr/>
    </dgm:pt>
    <dgm:pt modelId="{E3EBCB59-B31E-47F7-8D5D-86DCA6DC6319}" type="pres">
      <dgm:prSet presAssocID="{063975EE-0DB8-4BC1-A96D-067E9AE3717A}" presName="horz1" presStyleCnt="0"/>
      <dgm:spPr/>
    </dgm:pt>
    <dgm:pt modelId="{23457FE9-A328-4242-A1D1-319D05D34DDC}" type="pres">
      <dgm:prSet presAssocID="{063975EE-0DB8-4BC1-A96D-067E9AE3717A}" presName="tx1" presStyleLbl="revTx" presStyleIdx="2" presStyleCnt="7"/>
      <dgm:spPr/>
    </dgm:pt>
    <dgm:pt modelId="{75305746-050D-45CE-9F9F-C9EBFC0E60CA}" type="pres">
      <dgm:prSet presAssocID="{063975EE-0DB8-4BC1-A96D-067E9AE3717A}" presName="vert1" presStyleCnt="0"/>
      <dgm:spPr/>
    </dgm:pt>
    <dgm:pt modelId="{19D83837-485D-4BA8-83D9-4F829E67A35F}" type="pres">
      <dgm:prSet presAssocID="{80DE73C4-8410-4C17-9AF2-2F9E4F9DB818}" presName="thickLine" presStyleLbl="alignNode1" presStyleIdx="3" presStyleCnt="7"/>
      <dgm:spPr/>
    </dgm:pt>
    <dgm:pt modelId="{9A89047E-C0A3-4C1B-B769-77661EA768B1}" type="pres">
      <dgm:prSet presAssocID="{80DE73C4-8410-4C17-9AF2-2F9E4F9DB818}" presName="horz1" presStyleCnt="0"/>
      <dgm:spPr/>
    </dgm:pt>
    <dgm:pt modelId="{C5A0AEE2-89F2-4E96-9421-15BBA65D17B7}" type="pres">
      <dgm:prSet presAssocID="{80DE73C4-8410-4C17-9AF2-2F9E4F9DB818}" presName="tx1" presStyleLbl="revTx" presStyleIdx="3" presStyleCnt="7"/>
      <dgm:spPr/>
    </dgm:pt>
    <dgm:pt modelId="{DE6BDCFB-8E38-40CD-AFAC-1358173A0C72}" type="pres">
      <dgm:prSet presAssocID="{80DE73C4-8410-4C17-9AF2-2F9E4F9DB818}" presName="vert1" presStyleCnt="0"/>
      <dgm:spPr/>
    </dgm:pt>
    <dgm:pt modelId="{2BCE2755-0B98-44A4-B953-353117003355}" type="pres">
      <dgm:prSet presAssocID="{3AA7E7BC-C45B-4C1F-9E21-0FFF2282B95C}" presName="thickLine" presStyleLbl="alignNode1" presStyleIdx="4" presStyleCnt="7"/>
      <dgm:spPr/>
    </dgm:pt>
    <dgm:pt modelId="{0E321D48-3928-46E4-8C0B-9DF2B2216680}" type="pres">
      <dgm:prSet presAssocID="{3AA7E7BC-C45B-4C1F-9E21-0FFF2282B95C}" presName="horz1" presStyleCnt="0"/>
      <dgm:spPr/>
    </dgm:pt>
    <dgm:pt modelId="{84717F45-BF82-4293-AE09-AF9ED6566E49}" type="pres">
      <dgm:prSet presAssocID="{3AA7E7BC-C45B-4C1F-9E21-0FFF2282B95C}" presName="tx1" presStyleLbl="revTx" presStyleIdx="4" presStyleCnt="7"/>
      <dgm:spPr/>
    </dgm:pt>
    <dgm:pt modelId="{8A0C61AD-6FE9-40A9-A6EF-A2EF6BBF5ADC}" type="pres">
      <dgm:prSet presAssocID="{3AA7E7BC-C45B-4C1F-9E21-0FFF2282B95C}" presName="vert1" presStyleCnt="0"/>
      <dgm:spPr/>
    </dgm:pt>
    <dgm:pt modelId="{3568B111-F5B7-452E-A83E-9F1B71E690E8}" type="pres">
      <dgm:prSet presAssocID="{F3D75D30-85D9-4FD9-AA64-1E0D6F31BE04}" presName="thickLine" presStyleLbl="alignNode1" presStyleIdx="5" presStyleCnt="7"/>
      <dgm:spPr/>
    </dgm:pt>
    <dgm:pt modelId="{65D4C8DE-80E4-432D-BE9A-B4FA787D087D}" type="pres">
      <dgm:prSet presAssocID="{F3D75D30-85D9-4FD9-AA64-1E0D6F31BE04}" presName="horz1" presStyleCnt="0"/>
      <dgm:spPr/>
    </dgm:pt>
    <dgm:pt modelId="{E0399226-8417-477F-A783-C5F9C2C8791D}" type="pres">
      <dgm:prSet presAssocID="{F3D75D30-85D9-4FD9-AA64-1E0D6F31BE04}" presName="tx1" presStyleLbl="revTx" presStyleIdx="5" presStyleCnt="7"/>
      <dgm:spPr/>
    </dgm:pt>
    <dgm:pt modelId="{C84E7FDD-40ED-48DB-9920-691994097626}" type="pres">
      <dgm:prSet presAssocID="{F3D75D30-85D9-4FD9-AA64-1E0D6F31BE04}" presName="vert1" presStyleCnt="0"/>
      <dgm:spPr/>
    </dgm:pt>
    <dgm:pt modelId="{92F95C90-3D94-45CB-936F-A2397588BDA0}" type="pres">
      <dgm:prSet presAssocID="{2ECDDF17-6288-4101-BC97-D54829A9CD0A}" presName="thickLine" presStyleLbl="alignNode1" presStyleIdx="6" presStyleCnt="7"/>
      <dgm:spPr/>
    </dgm:pt>
    <dgm:pt modelId="{95349230-39E8-4309-9542-48E7298B51FC}" type="pres">
      <dgm:prSet presAssocID="{2ECDDF17-6288-4101-BC97-D54829A9CD0A}" presName="horz1" presStyleCnt="0"/>
      <dgm:spPr/>
    </dgm:pt>
    <dgm:pt modelId="{13F0FD01-105A-4724-AA83-4F4ED2ED1B66}" type="pres">
      <dgm:prSet presAssocID="{2ECDDF17-6288-4101-BC97-D54829A9CD0A}" presName="tx1" presStyleLbl="revTx" presStyleIdx="6" presStyleCnt="7"/>
      <dgm:spPr/>
    </dgm:pt>
    <dgm:pt modelId="{06A90262-8D1C-4BD3-AF38-C4490FC910D4}" type="pres">
      <dgm:prSet presAssocID="{2ECDDF17-6288-4101-BC97-D54829A9CD0A}" presName="vert1" presStyleCnt="0"/>
      <dgm:spPr/>
    </dgm:pt>
  </dgm:ptLst>
  <dgm:cxnLst>
    <dgm:cxn modelId="{69FC4B03-9822-4ABC-8311-5C20E4F717C8}" type="presOf" srcId="{D286A684-2651-4DA1-9313-96915BE8B502}" destId="{C2E0A5F6-E399-408B-8620-C0D380BF82FD}" srcOrd="0" destOrd="0" presId="urn:microsoft.com/office/officeart/2008/layout/LinedList"/>
    <dgm:cxn modelId="{8DB05103-D377-4F06-A147-12D0D26E3FF0}" type="presOf" srcId="{7264DC7D-AFBF-486D-91B5-6C5ED0437202}" destId="{EB73AA28-6353-4908-948B-17333F3A63C1}" srcOrd="0" destOrd="0" presId="urn:microsoft.com/office/officeart/2008/layout/LinedList"/>
    <dgm:cxn modelId="{9F771D14-8E53-49D6-9D2B-18884DC22D0C}" type="presOf" srcId="{80DE73C4-8410-4C17-9AF2-2F9E4F9DB818}" destId="{C5A0AEE2-89F2-4E96-9421-15BBA65D17B7}" srcOrd="0" destOrd="0" presId="urn:microsoft.com/office/officeart/2008/layout/LinedList"/>
    <dgm:cxn modelId="{DB222A1C-FD81-44DD-A720-F4CD343ABF9E}" type="presOf" srcId="{2ECDDF17-6288-4101-BC97-D54829A9CD0A}" destId="{13F0FD01-105A-4724-AA83-4F4ED2ED1B66}" srcOrd="0" destOrd="0" presId="urn:microsoft.com/office/officeart/2008/layout/LinedList"/>
    <dgm:cxn modelId="{4D963620-FCB6-4DD0-A05A-F912D09CA3D6}" type="presOf" srcId="{063975EE-0DB8-4BC1-A96D-067E9AE3717A}" destId="{23457FE9-A328-4242-A1D1-319D05D34DDC}" srcOrd="0" destOrd="0" presId="urn:microsoft.com/office/officeart/2008/layout/LinedList"/>
    <dgm:cxn modelId="{474CCA31-5597-44AE-B594-790020E7FA3A}" type="presOf" srcId="{3AA7E7BC-C45B-4C1F-9E21-0FFF2282B95C}" destId="{84717F45-BF82-4293-AE09-AF9ED6566E49}" srcOrd="0" destOrd="0" presId="urn:microsoft.com/office/officeart/2008/layout/LinedList"/>
    <dgm:cxn modelId="{3DDC4D66-DE80-4E03-92EB-F7818A403555}" srcId="{29608548-B950-4C10-84E1-C43B68BDC058}" destId="{3AA7E7BC-C45B-4C1F-9E21-0FFF2282B95C}" srcOrd="4" destOrd="0" parTransId="{A36D6559-65CE-4E59-A3AF-D2C51C04B392}" sibTransId="{BBB5CB12-25D7-4A43-A157-9B80B8BC5CB7}"/>
    <dgm:cxn modelId="{5AFF8852-7BC7-4479-A195-062102DD1DFA}" srcId="{29608548-B950-4C10-84E1-C43B68BDC058}" destId="{D286A684-2651-4DA1-9313-96915BE8B502}" srcOrd="1" destOrd="0" parTransId="{63494F72-D963-4804-9BDB-7494B065E982}" sibTransId="{18331AB2-EA1D-45D8-A18B-708F7AADFAD0}"/>
    <dgm:cxn modelId="{CB1DBC75-2505-4E3B-8C3D-F6683B9BD3E9}" srcId="{29608548-B950-4C10-84E1-C43B68BDC058}" destId="{2ECDDF17-6288-4101-BC97-D54829A9CD0A}" srcOrd="6" destOrd="0" parTransId="{5C9A9D0B-4C1C-461E-BF10-E66BE9D243E9}" sibTransId="{2411CB2B-5695-4E69-BC26-5FBB9D91FE37}"/>
    <dgm:cxn modelId="{7A71888B-2621-4DAA-A26B-EA3922AAEBC5}" type="presOf" srcId="{F3D75D30-85D9-4FD9-AA64-1E0D6F31BE04}" destId="{E0399226-8417-477F-A783-C5F9C2C8791D}" srcOrd="0" destOrd="0" presId="urn:microsoft.com/office/officeart/2008/layout/LinedList"/>
    <dgm:cxn modelId="{3BDD7BAB-E35D-4019-A77D-378F6BCF3D39}" type="presOf" srcId="{29608548-B950-4C10-84E1-C43B68BDC058}" destId="{EB4FB2D1-6F40-4839-AE21-084E1CDE44A6}" srcOrd="0" destOrd="0" presId="urn:microsoft.com/office/officeart/2008/layout/LinedList"/>
    <dgm:cxn modelId="{1A0B01D0-8BE2-4FAB-B4F5-B3716AC7EF8C}" srcId="{29608548-B950-4C10-84E1-C43B68BDC058}" destId="{F3D75D30-85D9-4FD9-AA64-1E0D6F31BE04}" srcOrd="5" destOrd="0" parTransId="{13D498E3-A2A8-47F8-95FF-0348EC58131C}" sibTransId="{D982844C-113A-4023-B92E-E8A511987701}"/>
    <dgm:cxn modelId="{117335D7-BBC7-4131-98BF-2481A038BBFC}" srcId="{29608548-B950-4C10-84E1-C43B68BDC058}" destId="{063975EE-0DB8-4BC1-A96D-067E9AE3717A}" srcOrd="2" destOrd="0" parTransId="{178A4D2F-CF57-4761-8754-A52F385DC331}" sibTransId="{CFFB9B23-7DE5-46DA-9110-C88EA663BFA7}"/>
    <dgm:cxn modelId="{CDD9F9E7-3A23-4AE6-B082-965F02AB6A2C}" srcId="{29608548-B950-4C10-84E1-C43B68BDC058}" destId="{7264DC7D-AFBF-486D-91B5-6C5ED0437202}" srcOrd="0" destOrd="0" parTransId="{98A7B002-D83A-4B64-B77D-91B834C69DBF}" sibTransId="{27BF68D8-3343-445A-BC44-D9B73E72E5CC}"/>
    <dgm:cxn modelId="{991EF0F0-0F11-485A-9E8C-67AA171E1641}" srcId="{29608548-B950-4C10-84E1-C43B68BDC058}" destId="{80DE73C4-8410-4C17-9AF2-2F9E4F9DB818}" srcOrd="3" destOrd="0" parTransId="{C260F825-C510-4A17-A96F-6E5BDE60EC4D}" sibTransId="{BE969C59-AF54-41A8-A755-6D93BF5313D2}"/>
    <dgm:cxn modelId="{C387FD65-543D-466A-8F8F-2614262CC10E}" type="presParOf" srcId="{EB4FB2D1-6F40-4839-AE21-084E1CDE44A6}" destId="{22C8A66A-14A1-4CFC-BC0D-2E2A65CB9F0C}" srcOrd="0" destOrd="0" presId="urn:microsoft.com/office/officeart/2008/layout/LinedList"/>
    <dgm:cxn modelId="{9D6197CD-C8B5-48BA-B65A-54584AE71FD4}" type="presParOf" srcId="{EB4FB2D1-6F40-4839-AE21-084E1CDE44A6}" destId="{84CC4565-B0FD-42F7-8D03-8D48DB6C9421}" srcOrd="1" destOrd="0" presId="urn:microsoft.com/office/officeart/2008/layout/LinedList"/>
    <dgm:cxn modelId="{8F3012B1-47C3-41C6-AB27-A1D3B1BA3E3E}" type="presParOf" srcId="{84CC4565-B0FD-42F7-8D03-8D48DB6C9421}" destId="{EB73AA28-6353-4908-948B-17333F3A63C1}" srcOrd="0" destOrd="0" presId="urn:microsoft.com/office/officeart/2008/layout/LinedList"/>
    <dgm:cxn modelId="{D8B52ED4-3E8B-4293-B964-1B582F61272C}" type="presParOf" srcId="{84CC4565-B0FD-42F7-8D03-8D48DB6C9421}" destId="{25FFA17D-11EB-4553-9A50-FB6D029AAC1F}" srcOrd="1" destOrd="0" presId="urn:microsoft.com/office/officeart/2008/layout/LinedList"/>
    <dgm:cxn modelId="{20B3157A-0F6C-4545-AFA5-8B3BBEAB7D90}" type="presParOf" srcId="{EB4FB2D1-6F40-4839-AE21-084E1CDE44A6}" destId="{4EE45F84-96ED-45D5-B4DB-C2F946B0F221}" srcOrd="2" destOrd="0" presId="urn:microsoft.com/office/officeart/2008/layout/LinedList"/>
    <dgm:cxn modelId="{EE3E0DD2-9148-4695-8896-9B7A3E86AD14}" type="presParOf" srcId="{EB4FB2D1-6F40-4839-AE21-084E1CDE44A6}" destId="{CB5711EC-DC4C-4847-A549-A308369A216D}" srcOrd="3" destOrd="0" presId="urn:microsoft.com/office/officeart/2008/layout/LinedList"/>
    <dgm:cxn modelId="{E0FE824B-24E8-47B4-877B-F3543CDC92BD}" type="presParOf" srcId="{CB5711EC-DC4C-4847-A549-A308369A216D}" destId="{C2E0A5F6-E399-408B-8620-C0D380BF82FD}" srcOrd="0" destOrd="0" presId="urn:microsoft.com/office/officeart/2008/layout/LinedList"/>
    <dgm:cxn modelId="{F12F0B6A-DEE2-4EB5-BC76-ABBEF908A79C}" type="presParOf" srcId="{CB5711EC-DC4C-4847-A549-A308369A216D}" destId="{5D4AA5B9-DEF7-455E-B402-E52630BDC720}" srcOrd="1" destOrd="0" presId="urn:microsoft.com/office/officeart/2008/layout/LinedList"/>
    <dgm:cxn modelId="{19E2C515-F027-43F0-832E-758411930B1C}" type="presParOf" srcId="{EB4FB2D1-6F40-4839-AE21-084E1CDE44A6}" destId="{6F39D57B-9DF2-4146-B72D-9DB782B8C719}" srcOrd="4" destOrd="0" presId="urn:microsoft.com/office/officeart/2008/layout/LinedList"/>
    <dgm:cxn modelId="{D6478997-B8CB-4813-84EB-F1E50741889B}" type="presParOf" srcId="{EB4FB2D1-6F40-4839-AE21-084E1CDE44A6}" destId="{E3EBCB59-B31E-47F7-8D5D-86DCA6DC6319}" srcOrd="5" destOrd="0" presId="urn:microsoft.com/office/officeart/2008/layout/LinedList"/>
    <dgm:cxn modelId="{BF22B25C-53EE-49BE-8788-4B9E514D0A88}" type="presParOf" srcId="{E3EBCB59-B31E-47F7-8D5D-86DCA6DC6319}" destId="{23457FE9-A328-4242-A1D1-319D05D34DDC}" srcOrd="0" destOrd="0" presId="urn:microsoft.com/office/officeart/2008/layout/LinedList"/>
    <dgm:cxn modelId="{B28DDF54-2D92-4E9C-97E5-488755E5B8AA}" type="presParOf" srcId="{E3EBCB59-B31E-47F7-8D5D-86DCA6DC6319}" destId="{75305746-050D-45CE-9F9F-C9EBFC0E60CA}" srcOrd="1" destOrd="0" presId="urn:microsoft.com/office/officeart/2008/layout/LinedList"/>
    <dgm:cxn modelId="{BA808964-86F5-48A9-8B09-E8BEFC6AC15F}" type="presParOf" srcId="{EB4FB2D1-6F40-4839-AE21-084E1CDE44A6}" destId="{19D83837-485D-4BA8-83D9-4F829E67A35F}" srcOrd="6" destOrd="0" presId="urn:microsoft.com/office/officeart/2008/layout/LinedList"/>
    <dgm:cxn modelId="{05C6F243-5600-4894-AC03-DA7B8C51EBD1}" type="presParOf" srcId="{EB4FB2D1-6F40-4839-AE21-084E1CDE44A6}" destId="{9A89047E-C0A3-4C1B-B769-77661EA768B1}" srcOrd="7" destOrd="0" presId="urn:microsoft.com/office/officeart/2008/layout/LinedList"/>
    <dgm:cxn modelId="{CB30435C-B38B-4784-8969-C199EB903938}" type="presParOf" srcId="{9A89047E-C0A3-4C1B-B769-77661EA768B1}" destId="{C5A0AEE2-89F2-4E96-9421-15BBA65D17B7}" srcOrd="0" destOrd="0" presId="urn:microsoft.com/office/officeart/2008/layout/LinedList"/>
    <dgm:cxn modelId="{D13C4184-36DE-41A6-BA8C-74E50C026A56}" type="presParOf" srcId="{9A89047E-C0A3-4C1B-B769-77661EA768B1}" destId="{DE6BDCFB-8E38-40CD-AFAC-1358173A0C72}" srcOrd="1" destOrd="0" presId="urn:microsoft.com/office/officeart/2008/layout/LinedList"/>
    <dgm:cxn modelId="{07ADBE43-00FD-4BC5-89A5-4277024330B2}" type="presParOf" srcId="{EB4FB2D1-6F40-4839-AE21-084E1CDE44A6}" destId="{2BCE2755-0B98-44A4-B953-353117003355}" srcOrd="8" destOrd="0" presId="urn:microsoft.com/office/officeart/2008/layout/LinedList"/>
    <dgm:cxn modelId="{9E5B425F-1193-46E0-AAE0-02924E7CFF16}" type="presParOf" srcId="{EB4FB2D1-6F40-4839-AE21-084E1CDE44A6}" destId="{0E321D48-3928-46E4-8C0B-9DF2B2216680}" srcOrd="9" destOrd="0" presId="urn:microsoft.com/office/officeart/2008/layout/LinedList"/>
    <dgm:cxn modelId="{6D06EDD6-7B8A-4EE1-B430-008727F959DB}" type="presParOf" srcId="{0E321D48-3928-46E4-8C0B-9DF2B2216680}" destId="{84717F45-BF82-4293-AE09-AF9ED6566E49}" srcOrd="0" destOrd="0" presId="urn:microsoft.com/office/officeart/2008/layout/LinedList"/>
    <dgm:cxn modelId="{9725DCDE-D530-4525-8A81-6D78788EF1F7}" type="presParOf" srcId="{0E321D48-3928-46E4-8C0B-9DF2B2216680}" destId="{8A0C61AD-6FE9-40A9-A6EF-A2EF6BBF5ADC}" srcOrd="1" destOrd="0" presId="urn:microsoft.com/office/officeart/2008/layout/LinedList"/>
    <dgm:cxn modelId="{2FA2D7F5-1BBE-4186-980A-37E6C682C01B}" type="presParOf" srcId="{EB4FB2D1-6F40-4839-AE21-084E1CDE44A6}" destId="{3568B111-F5B7-452E-A83E-9F1B71E690E8}" srcOrd="10" destOrd="0" presId="urn:microsoft.com/office/officeart/2008/layout/LinedList"/>
    <dgm:cxn modelId="{2BAB0951-2627-4B52-9E66-979BE86ECAC7}" type="presParOf" srcId="{EB4FB2D1-6F40-4839-AE21-084E1CDE44A6}" destId="{65D4C8DE-80E4-432D-BE9A-B4FA787D087D}" srcOrd="11" destOrd="0" presId="urn:microsoft.com/office/officeart/2008/layout/LinedList"/>
    <dgm:cxn modelId="{1AE387CF-3E3D-4244-BAD4-DE4602E01441}" type="presParOf" srcId="{65D4C8DE-80E4-432D-BE9A-B4FA787D087D}" destId="{E0399226-8417-477F-A783-C5F9C2C8791D}" srcOrd="0" destOrd="0" presId="urn:microsoft.com/office/officeart/2008/layout/LinedList"/>
    <dgm:cxn modelId="{5C13BC98-6CE8-4B80-98A0-58D4F5F207AE}" type="presParOf" srcId="{65D4C8DE-80E4-432D-BE9A-B4FA787D087D}" destId="{C84E7FDD-40ED-48DB-9920-691994097626}" srcOrd="1" destOrd="0" presId="urn:microsoft.com/office/officeart/2008/layout/LinedList"/>
    <dgm:cxn modelId="{D1E63B66-A7CD-46BB-BAEC-F006DA1F0E99}" type="presParOf" srcId="{EB4FB2D1-6F40-4839-AE21-084E1CDE44A6}" destId="{92F95C90-3D94-45CB-936F-A2397588BDA0}" srcOrd="12" destOrd="0" presId="urn:microsoft.com/office/officeart/2008/layout/LinedList"/>
    <dgm:cxn modelId="{DDCAF02D-383B-4355-895E-29B15B360B8C}" type="presParOf" srcId="{EB4FB2D1-6F40-4839-AE21-084E1CDE44A6}" destId="{95349230-39E8-4309-9542-48E7298B51FC}" srcOrd="13" destOrd="0" presId="urn:microsoft.com/office/officeart/2008/layout/LinedList"/>
    <dgm:cxn modelId="{FBFEFB24-DA0A-480C-91FE-2E55843E8F5A}" type="presParOf" srcId="{95349230-39E8-4309-9542-48E7298B51FC}" destId="{13F0FD01-105A-4724-AA83-4F4ED2ED1B66}" srcOrd="0" destOrd="0" presId="urn:microsoft.com/office/officeart/2008/layout/LinedList"/>
    <dgm:cxn modelId="{2150A2F6-B6E9-4532-8BA2-71F9A2F5C4F8}" type="presParOf" srcId="{95349230-39E8-4309-9542-48E7298B51FC}" destId="{06A90262-8D1C-4BD3-AF38-C4490FC910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D8B644-C74A-4100-85FA-AF12932578E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40BCB0-2CD7-45D5-970F-B4602E215A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Intelligence and Data Visualization Tool</a:t>
          </a:r>
        </a:p>
      </dgm:t>
    </dgm:pt>
    <dgm:pt modelId="{C398969A-8DDB-49A3-9EB2-4C7D390692AA}" type="parTrans" cxnId="{2747DB65-AF23-4888-A44A-CC3BF64B7B7D}">
      <dgm:prSet/>
      <dgm:spPr/>
      <dgm:t>
        <a:bodyPr/>
        <a:lstStyle/>
        <a:p>
          <a:endParaRPr lang="en-US"/>
        </a:p>
      </dgm:t>
    </dgm:pt>
    <dgm:pt modelId="{011E8301-749C-4A6C-8DFD-43C7EAA30916}" type="sibTrans" cxnId="{2747DB65-AF23-4888-A44A-CC3BF64B7B7D}">
      <dgm:prSet/>
      <dgm:spPr/>
      <dgm:t>
        <a:bodyPr/>
        <a:lstStyle/>
        <a:p>
          <a:endParaRPr lang="en-US"/>
        </a:p>
      </dgm:t>
    </dgm:pt>
    <dgm:pt modelId="{DA13DC44-87D0-4997-985B-A8275DC5C7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Developed by Microsoft</a:t>
          </a:r>
        </a:p>
      </dgm:t>
    </dgm:pt>
    <dgm:pt modelId="{8B1A0073-1D12-426F-97C7-8FA2AE23B1F3}" type="parTrans" cxnId="{15AB61DB-7583-436E-B73E-0A3411993459}">
      <dgm:prSet/>
      <dgm:spPr/>
      <dgm:t>
        <a:bodyPr/>
        <a:lstStyle/>
        <a:p>
          <a:endParaRPr lang="en-US"/>
        </a:p>
      </dgm:t>
    </dgm:pt>
    <dgm:pt modelId="{9CF20B54-F003-4314-9953-0D3D25662865}" type="sibTrans" cxnId="{15AB61DB-7583-436E-B73E-0A3411993459}">
      <dgm:prSet/>
      <dgm:spPr/>
      <dgm:t>
        <a:bodyPr/>
        <a:lstStyle/>
        <a:p>
          <a:endParaRPr lang="en-US"/>
        </a:p>
      </dgm:t>
    </dgm:pt>
    <dgm:pt modelId="{D8DDDBCC-E2B8-4822-86BF-BF1D0D5E4D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Connects to Excel, SQL, Web APIs, CSV, and Cloud Data Sources</a:t>
          </a:r>
        </a:p>
      </dgm:t>
    </dgm:pt>
    <dgm:pt modelId="{1E813ADE-FCCA-4868-A9F2-6BE1FEBA55F2}" type="parTrans" cxnId="{662AD39D-EAA9-44BB-A80C-674206547260}">
      <dgm:prSet/>
      <dgm:spPr/>
      <dgm:t>
        <a:bodyPr/>
        <a:lstStyle/>
        <a:p>
          <a:endParaRPr lang="en-US"/>
        </a:p>
      </dgm:t>
    </dgm:pt>
    <dgm:pt modelId="{E543D352-35E4-41A6-92F7-05BBC8BF0880}" type="sibTrans" cxnId="{662AD39D-EAA9-44BB-A80C-674206547260}">
      <dgm:prSet/>
      <dgm:spPr/>
      <dgm:t>
        <a:bodyPr/>
        <a:lstStyle/>
        <a:p>
          <a:endParaRPr lang="en-US"/>
        </a:p>
      </dgm:t>
    </dgm:pt>
    <dgm:pt modelId="{18164D96-D893-42C8-B428-2F34525177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for dashboards, KPIs, and reporting</a:t>
          </a:r>
        </a:p>
      </dgm:t>
    </dgm:pt>
    <dgm:pt modelId="{9C2CBA7A-6EF3-4FB5-8336-81227E6569C0}" type="parTrans" cxnId="{EC237B14-E194-48FA-8E55-E1603725CAED}">
      <dgm:prSet/>
      <dgm:spPr/>
      <dgm:t>
        <a:bodyPr/>
        <a:lstStyle/>
        <a:p>
          <a:endParaRPr lang="en-US"/>
        </a:p>
      </dgm:t>
    </dgm:pt>
    <dgm:pt modelId="{75D7A2AC-C1BA-461F-B7A4-58124BB09B9C}" type="sibTrans" cxnId="{EC237B14-E194-48FA-8E55-E1603725CAED}">
      <dgm:prSet/>
      <dgm:spPr/>
      <dgm:t>
        <a:bodyPr/>
        <a:lstStyle/>
        <a:p>
          <a:endParaRPr lang="en-US"/>
        </a:p>
      </dgm:t>
    </dgm:pt>
    <dgm:pt modelId="{6ED19A49-9B34-43E5-97C4-4AECF453F059}" type="pres">
      <dgm:prSet presAssocID="{A6D8B644-C74A-4100-85FA-AF12932578E4}" presName="root" presStyleCnt="0">
        <dgm:presLayoutVars>
          <dgm:dir/>
          <dgm:resizeHandles val="exact"/>
        </dgm:presLayoutVars>
      </dgm:prSet>
      <dgm:spPr/>
    </dgm:pt>
    <dgm:pt modelId="{2DD17E79-180D-44F3-8541-FDE90437A7FB}" type="pres">
      <dgm:prSet presAssocID="{F540BCB0-2CD7-45D5-970F-B4602E215A1A}" presName="compNode" presStyleCnt="0"/>
      <dgm:spPr/>
    </dgm:pt>
    <dgm:pt modelId="{0CB8F236-41B5-45EE-B23F-C8ACBFA83E6A}" type="pres">
      <dgm:prSet presAssocID="{F540BCB0-2CD7-45D5-970F-B4602E215A1A}" presName="bgRect" presStyleLbl="bgShp" presStyleIdx="0" presStyleCnt="4"/>
      <dgm:spPr/>
    </dgm:pt>
    <dgm:pt modelId="{91CBAA47-24EC-4E7C-9073-72268E171247}" type="pres">
      <dgm:prSet presAssocID="{F540BCB0-2CD7-45D5-970F-B4602E215A1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41330BB-5AD2-4CB6-AB33-484FA41A872F}" type="pres">
      <dgm:prSet presAssocID="{F540BCB0-2CD7-45D5-970F-B4602E215A1A}" presName="spaceRect" presStyleCnt="0"/>
      <dgm:spPr/>
    </dgm:pt>
    <dgm:pt modelId="{0D1E1576-D413-4A17-B571-06EE6471230F}" type="pres">
      <dgm:prSet presAssocID="{F540BCB0-2CD7-45D5-970F-B4602E215A1A}" presName="parTx" presStyleLbl="revTx" presStyleIdx="0" presStyleCnt="4">
        <dgm:presLayoutVars>
          <dgm:chMax val="0"/>
          <dgm:chPref val="0"/>
        </dgm:presLayoutVars>
      </dgm:prSet>
      <dgm:spPr/>
    </dgm:pt>
    <dgm:pt modelId="{E98390DA-DFA2-48C1-A1AD-ED6F1EA83321}" type="pres">
      <dgm:prSet presAssocID="{011E8301-749C-4A6C-8DFD-43C7EAA30916}" presName="sibTrans" presStyleCnt="0"/>
      <dgm:spPr/>
    </dgm:pt>
    <dgm:pt modelId="{2C749C45-1C51-409E-A6A9-3BC1268A8E41}" type="pres">
      <dgm:prSet presAssocID="{DA13DC44-87D0-4997-985B-A8275DC5C793}" presName="compNode" presStyleCnt="0"/>
      <dgm:spPr/>
    </dgm:pt>
    <dgm:pt modelId="{79126972-0270-4F25-8E35-EE8E5154AFA0}" type="pres">
      <dgm:prSet presAssocID="{DA13DC44-87D0-4997-985B-A8275DC5C793}" presName="bgRect" presStyleLbl="bgShp" presStyleIdx="1" presStyleCnt="4"/>
      <dgm:spPr/>
    </dgm:pt>
    <dgm:pt modelId="{E9D46BD3-E4C2-4DA3-8C46-D38294F85861}" type="pres">
      <dgm:prSet presAssocID="{DA13DC44-87D0-4997-985B-A8275DC5C79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51E47E5-055C-450B-BBC5-A0EFEAAB16A8}" type="pres">
      <dgm:prSet presAssocID="{DA13DC44-87D0-4997-985B-A8275DC5C793}" presName="spaceRect" presStyleCnt="0"/>
      <dgm:spPr/>
    </dgm:pt>
    <dgm:pt modelId="{8D4F8064-C946-4945-BE2B-C0FBBC93BA61}" type="pres">
      <dgm:prSet presAssocID="{DA13DC44-87D0-4997-985B-A8275DC5C793}" presName="parTx" presStyleLbl="revTx" presStyleIdx="1" presStyleCnt="4">
        <dgm:presLayoutVars>
          <dgm:chMax val="0"/>
          <dgm:chPref val="0"/>
        </dgm:presLayoutVars>
      </dgm:prSet>
      <dgm:spPr/>
    </dgm:pt>
    <dgm:pt modelId="{508DB5A0-4EDF-4DE3-90C1-9A7EA48DD813}" type="pres">
      <dgm:prSet presAssocID="{9CF20B54-F003-4314-9953-0D3D25662865}" presName="sibTrans" presStyleCnt="0"/>
      <dgm:spPr/>
    </dgm:pt>
    <dgm:pt modelId="{2E5F0F6B-3E13-4A19-8F56-99E71FF81F22}" type="pres">
      <dgm:prSet presAssocID="{D8DDDBCC-E2B8-4822-86BF-BF1D0D5E4D1F}" presName="compNode" presStyleCnt="0"/>
      <dgm:spPr/>
    </dgm:pt>
    <dgm:pt modelId="{DAEAAB62-DB54-4CB9-932A-B9AD9C5F2787}" type="pres">
      <dgm:prSet presAssocID="{D8DDDBCC-E2B8-4822-86BF-BF1D0D5E4D1F}" presName="bgRect" presStyleLbl="bgShp" presStyleIdx="2" presStyleCnt="4"/>
      <dgm:spPr/>
    </dgm:pt>
    <dgm:pt modelId="{CD9E7FB1-1232-4E10-9EF6-744C8863DF48}" type="pres">
      <dgm:prSet presAssocID="{D8DDDBCC-E2B8-4822-86BF-BF1D0D5E4D1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6E790CF-D1A0-4A70-87D1-502ED82F9B7B}" type="pres">
      <dgm:prSet presAssocID="{D8DDDBCC-E2B8-4822-86BF-BF1D0D5E4D1F}" presName="spaceRect" presStyleCnt="0"/>
      <dgm:spPr/>
    </dgm:pt>
    <dgm:pt modelId="{31AE45B3-F5A8-40FA-B88C-147D6B1F9174}" type="pres">
      <dgm:prSet presAssocID="{D8DDDBCC-E2B8-4822-86BF-BF1D0D5E4D1F}" presName="parTx" presStyleLbl="revTx" presStyleIdx="2" presStyleCnt="4">
        <dgm:presLayoutVars>
          <dgm:chMax val="0"/>
          <dgm:chPref val="0"/>
        </dgm:presLayoutVars>
      </dgm:prSet>
      <dgm:spPr/>
    </dgm:pt>
    <dgm:pt modelId="{B14DD75F-C18E-49CB-B615-B5F88C74A2B1}" type="pres">
      <dgm:prSet presAssocID="{E543D352-35E4-41A6-92F7-05BBC8BF0880}" presName="sibTrans" presStyleCnt="0"/>
      <dgm:spPr/>
    </dgm:pt>
    <dgm:pt modelId="{B926BC22-7632-405E-A20B-970E270BD12B}" type="pres">
      <dgm:prSet presAssocID="{18164D96-D893-42C8-B428-2F3452517725}" presName="compNode" presStyleCnt="0"/>
      <dgm:spPr/>
    </dgm:pt>
    <dgm:pt modelId="{FE8EDDC8-8B5A-4330-B028-840314FA0C70}" type="pres">
      <dgm:prSet presAssocID="{18164D96-D893-42C8-B428-2F3452517725}" presName="bgRect" presStyleLbl="bgShp" presStyleIdx="3" presStyleCnt="4"/>
      <dgm:spPr/>
    </dgm:pt>
    <dgm:pt modelId="{8B67D861-CE4B-45D4-BC28-5E543899C0D6}" type="pres">
      <dgm:prSet presAssocID="{18164D96-D893-42C8-B428-2F345251772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64DBAD9-7AED-46DF-9348-CCE053313134}" type="pres">
      <dgm:prSet presAssocID="{18164D96-D893-42C8-B428-2F3452517725}" presName="spaceRect" presStyleCnt="0"/>
      <dgm:spPr/>
    </dgm:pt>
    <dgm:pt modelId="{6945F8C9-901E-4628-9290-7C0877FF3970}" type="pres">
      <dgm:prSet presAssocID="{18164D96-D893-42C8-B428-2F345251772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C237B14-E194-48FA-8E55-E1603725CAED}" srcId="{A6D8B644-C74A-4100-85FA-AF12932578E4}" destId="{18164D96-D893-42C8-B428-2F3452517725}" srcOrd="3" destOrd="0" parTransId="{9C2CBA7A-6EF3-4FB5-8336-81227E6569C0}" sibTransId="{75D7A2AC-C1BA-461F-B7A4-58124BB09B9C}"/>
    <dgm:cxn modelId="{2747DB65-AF23-4888-A44A-CC3BF64B7B7D}" srcId="{A6D8B644-C74A-4100-85FA-AF12932578E4}" destId="{F540BCB0-2CD7-45D5-970F-B4602E215A1A}" srcOrd="0" destOrd="0" parTransId="{C398969A-8DDB-49A3-9EB2-4C7D390692AA}" sibTransId="{011E8301-749C-4A6C-8DFD-43C7EAA30916}"/>
    <dgm:cxn modelId="{AA487266-0C39-4B0A-8D8A-6BB51AA55247}" type="presOf" srcId="{F540BCB0-2CD7-45D5-970F-B4602E215A1A}" destId="{0D1E1576-D413-4A17-B571-06EE6471230F}" srcOrd="0" destOrd="0" presId="urn:microsoft.com/office/officeart/2018/2/layout/IconVerticalSolidList"/>
    <dgm:cxn modelId="{662AD39D-EAA9-44BB-A80C-674206547260}" srcId="{A6D8B644-C74A-4100-85FA-AF12932578E4}" destId="{D8DDDBCC-E2B8-4822-86BF-BF1D0D5E4D1F}" srcOrd="2" destOrd="0" parTransId="{1E813ADE-FCCA-4868-A9F2-6BE1FEBA55F2}" sibTransId="{E543D352-35E4-41A6-92F7-05BBC8BF0880}"/>
    <dgm:cxn modelId="{08406EAB-8ED0-4567-9803-5E33084BA3ED}" type="presOf" srcId="{DA13DC44-87D0-4997-985B-A8275DC5C793}" destId="{8D4F8064-C946-4945-BE2B-C0FBBC93BA61}" srcOrd="0" destOrd="0" presId="urn:microsoft.com/office/officeart/2018/2/layout/IconVerticalSolidList"/>
    <dgm:cxn modelId="{5821D7B5-FEFF-41A2-A2AC-81368A440B9B}" type="presOf" srcId="{A6D8B644-C74A-4100-85FA-AF12932578E4}" destId="{6ED19A49-9B34-43E5-97C4-4AECF453F059}" srcOrd="0" destOrd="0" presId="urn:microsoft.com/office/officeart/2018/2/layout/IconVerticalSolidList"/>
    <dgm:cxn modelId="{04E870CF-1F56-4648-84C6-099C10456443}" type="presOf" srcId="{18164D96-D893-42C8-B428-2F3452517725}" destId="{6945F8C9-901E-4628-9290-7C0877FF3970}" srcOrd="0" destOrd="0" presId="urn:microsoft.com/office/officeart/2018/2/layout/IconVerticalSolidList"/>
    <dgm:cxn modelId="{3109ADCF-2D04-4D35-BD43-578AFD99C4AE}" type="presOf" srcId="{D8DDDBCC-E2B8-4822-86BF-BF1D0D5E4D1F}" destId="{31AE45B3-F5A8-40FA-B88C-147D6B1F9174}" srcOrd="0" destOrd="0" presId="urn:microsoft.com/office/officeart/2018/2/layout/IconVerticalSolidList"/>
    <dgm:cxn modelId="{15AB61DB-7583-436E-B73E-0A3411993459}" srcId="{A6D8B644-C74A-4100-85FA-AF12932578E4}" destId="{DA13DC44-87D0-4997-985B-A8275DC5C793}" srcOrd="1" destOrd="0" parTransId="{8B1A0073-1D12-426F-97C7-8FA2AE23B1F3}" sibTransId="{9CF20B54-F003-4314-9953-0D3D25662865}"/>
    <dgm:cxn modelId="{01073108-F36F-4B01-9E79-FBB208BD91B5}" type="presParOf" srcId="{6ED19A49-9B34-43E5-97C4-4AECF453F059}" destId="{2DD17E79-180D-44F3-8541-FDE90437A7FB}" srcOrd="0" destOrd="0" presId="urn:microsoft.com/office/officeart/2018/2/layout/IconVerticalSolidList"/>
    <dgm:cxn modelId="{0B0D59A7-7066-43E4-A83A-1161F2C08612}" type="presParOf" srcId="{2DD17E79-180D-44F3-8541-FDE90437A7FB}" destId="{0CB8F236-41B5-45EE-B23F-C8ACBFA83E6A}" srcOrd="0" destOrd="0" presId="urn:microsoft.com/office/officeart/2018/2/layout/IconVerticalSolidList"/>
    <dgm:cxn modelId="{77F8B05A-E39A-4B81-9E6D-E7A4B6064FA3}" type="presParOf" srcId="{2DD17E79-180D-44F3-8541-FDE90437A7FB}" destId="{91CBAA47-24EC-4E7C-9073-72268E171247}" srcOrd="1" destOrd="0" presId="urn:microsoft.com/office/officeart/2018/2/layout/IconVerticalSolidList"/>
    <dgm:cxn modelId="{C9E1160A-1A80-48DF-BCB4-DEEF4BC32A08}" type="presParOf" srcId="{2DD17E79-180D-44F3-8541-FDE90437A7FB}" destId="{641330BB-5AD2-4CB6-AB33-484FA41A872F}" srcOrd="2" destOrd="0" presId="urn:microsoft.com/office/officeart/2018/2/layout/IconVerticalSolidList"/>
    <dgm:cxn modelId="{96CB592F-031C-4823-BAB0-F75D279FD121}" type="presParOf" srcId="{2DD17E79-180D-44F3-8541-FDE90437A7FB}" destId="{0D1E1576-D413-4A17-B571-06EE6471230F}" srcOrd="3" destOrd="0" presId="urn:microsoft.com/office/officeart/2018/2/layout/IconVerticalSolidList"/>
    <dgm:cxn modelId="{200DF675-1FA1-46AF-9FED-6124D9F00020}" type="presParOf" srcId="{6ED19A49-9B34-43E5-97C4-4AECF453F059}" destId="{E98390DA-DFA2-48C1-A1AD-ED6F1EA83321}" srcOrd="1" destOrd="0" presId="urn:microsoft.com/office/officeart/2018/2/layout/IconVerticalSolidList"/>
    <dgm:cxn modelId="{8D064981-CFEF-4849-B1A5-375116263DED}" type="presParOf" srcId="{6ED19A49-9B34-43E5-97C4-4AECF453F059}" destId="{2C749C45-1C51-409E-A6A9-3BC1268A8E41}" srcOrd="2" destOrd="0" presId="urn:microsoft.com/office/officeart/2018/2/layout/IconVerticalSolidList"/>
    <dgm:cxn modelId="{0E8169E9-5218-478F-83BC-E3663480B9CA}" type="presParOf" srcId="{2C749C45-1C51-409E-A6A9-3BC1268A8E41}" destId="{79126972-0270-4F25-8E35-EE8E5154AFA0}" srcOrd="0" destOrd="0" presId="urn:microsoft.com/office/officeart/2018/2/layout/IconVerticalSolidList"/>
    <dgm:cxn modelId="{758ECF0B-7967-4983-8C76-3C358C87CA74}" type="presParOf" srcId="{2C749C45-1C51-409E-A6A9-3BC1268A8E41}" destId="{E9D46BD3-E4C2-4DA3-8C46-D38294F85861}" srcOrd="1" destOrd="0" presId="urn:microsoft.com/office/officeart/2018/2/layout/IconVerticalSolidList"/>
    <dgm:cxn modelId="{F5B0CE91-3503-4545-8009-64F3603D6F67}" type="presParOf" srcId="{2C749C45-1C51-409E-A6A9-3BC1268A8E41}" destId="{151E47E5-055C-450B-BBC5-A0EFEAAB16A8}" srcOrd="2" destOrd="0" presId="urn:microsoft.com/office/officeart/2018/2/layout/IconVerticalSolidList"/>
    <dgm:cxn modelId="{D69CBC72-AF16-4038-AEC0-88CCE17D46DA}" type="presParOf" srcId="{2C749C45-1C51-409E-A6A9-3BC1268A8E41}" destId="{8D4F8064-C946-4945-BE2B-C0FBBC93BA61}" srcOrd="3" destOrd="0" presId="urn:microsoft.com/office/officeart/2018/2/layout/IconVerticalSolidList"/>
    <dgm:cxn modelId="{72D6ED49-951A-4C90-99F0-F64E01D6B348}" type="presParOf" srcId="{6ED19A49-9B34-43E5-97C4-4AECF453F059}" destId="{508DB5A0-4EDF-4DE3-90C1-9A7EA48DD813}" srcOrd="3" destOrd="0" presId="urn:microsoft.com/office/officeart/2018/2/layout/IconVerticalSolidList"/>
    <dgm:cxn modelId="{53B8D26B-1FC8-4568-9D15-EDD12F381044}" type="presParOf" srcId="{6ED19A49-9B34-43E5-97C4-4AECF453F059}" destId="{2E5F0F6B-3E13-4A19-8F56-99E71FF81F22}" srcOrd="4" destOrd="0" presId="urn:microsoft.com/office/officeart/2018/2/layout/IconVerticalSolidList"/>
    <dgm:cxn modelId="{CE49F6A4-12A1-4B01-9B71-E0F13CDDDB18}" type="presParOf" srcId="{2E5F0F6B-3E13-4A19-8F56-99E71FF81F22}" destId="{DAEAAB62-DB54-4CB9-932A-B9AD9C5F2787}" srcOrd="0" destOrd="0" presId="urn:microsoft.com/office/officeart/2018/2/layout/IconVerticalSolidList"/>
    <dgm:cxn modelId="{8ECD56A8-CD97-4C05-A942-04FDDCCB83BA}" type="presParOf" srcId="{2E5F0F6B-3E13-4A19-8F56-99E71FF81F22}" destId="{CD9E7FB1-1232-4E10-9EF6-744C8863DF48}" srcOrd="1" destOrd="0" presId="urn:microsoft.com/office/officeart/2018/2/layout/IconVerticalSolidList"/>
    <dgm:cxn modelId="{A714841B-7D36-47F9-92EB-7BB3CB8B256E}" type="presParOf" srcId="{2E5F0F6B-3E13-4A19-8F56-99E71FF81F22}" destId="{A6E790CF-D1A0-4A70-87D1-502ED82F9B7B}" srcOrd="2" destOrd="0" presId="urn:microsoft.com/office/officeart/2018/2/layout/IconVerticalSolidList"/>
    <dgm:cxn modelId="{527C0597-1EA2-41CB-BBA9-2344940D67DB}" type="presParOf" srcId="{2E5F0F6B-3E13-4A19-8F56-99E71FF81F22}" destId="{31AE45B3-F5A8-40FA-B88C-147D6B1F9174}" srcOrd="3" destOrd="0" presId="urn:microsoft.com/office/officeart/2018/2/layout/IconVerticalSolidList"/>
    <dgm:cxn modelId="{81116E69-5FEF-405C-948D-931CF582AA10}" type="presParOf" srcId="{6ED19A49-9B34-43E5-97C4-4AECF453F059}" destId="{B14DD75F-C18E-49CB-B615-B5F88C74A2B1}" srcOrd="5" destOrd="0" presId="urn:microsoft.com/office/officeart/2018/2/layout/IconVerticalSolidList"/>
    <dgm:cxn modelId="{9FF24623-5569-4D4A-B1CE-1965343EFD69}" type="presParOf" srcId="{6ED19A49-9B34-43E5-97C4-4AECF453F059}" destId="{B926BC22-7632-405E-A20B-970E270BD12B}" srcOrd="6" destOrd="0" presId="urn:microsoft.com/office/officeart/2018/2/layout/IconVerticalSolidList"/>
    <dgm:cxn modelId="{DFD7845F-F3EE-4D37-A4C8-254C3B14D18E}" type="presParOf" srcId="{B926BC22-7632-405E-A20B-970E270BD12B}" destId="{FE8EDDC8-8B5A-4330-B028-840314FA0C70}" srcOrd="0" destOrd="0" presId="urn:microsoft.com/office/officeart/2018/2/layout/IconVerticalSolidList"/>
    <dgm:cxn modelId="{CB05DFC6-8CF0-4E38-A151-5A83E1276B4E}" type="presParOf" srcId="{B926BC22-7632-405E-A20B-970E270BD12B}" destId="{8B67D861-CE4B-45D4-BC28-5E543899C0D6}" srcOrd="1" destOrd="0" presId="urn:microsoft.com/office/officeart/2018/2/layout/IconVerticalSolidList"/>
    <dgm:cxn modelId="{ABC9B8D4-CF6C-44E5-BEAA-2AAC632F7F3A}" type="presParOf" srcId="{B926BC22-7632-405E-A20B-970E270BD12B}" destId="{E64DBAD9-7AED-46DF-9348-CCE053313134}" srcOrd="2" destOrd="0" presId="urn:microsoft.com/office/officeart/2018/2/layout/IconVerticalSolidList"/>
    <dgm:cxn modelId="{59DDEF13-C8F5-4EF7-87F8-394D3F582F1B}" type="presParOf" srcId="{B926BC22-7632-405E-A20B-970E270BD12B}" destId="{6945F8C9-901E-4628-9290-7C0877FF39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7820B2-E6FE-46DD-89E3-DB3E8C60E88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D45554-4B4B-462C-A355-206C5D7E22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 BI Desktop – report development</a:t>
          </a:r>
        </a:p>
      </dgm:t>
    </dgm:pt>
    <dgm:pt modelId="{D2458F9D-F298-44B1-AEE9-553C8D04BF9C}" type="parTrans" cxnId="{7A74C531-9059-4772-96CF-643048B05A26}">
      <dgm:prSet/>
      <dgm:spPr/>
      <dgm:t>
        <a:bodyPr/>
        <a:lstStyle/>
        <a:p>
          <a:endParaRPr lang="en-US"/>
        </a:p>
      </dgm:t>
    </dgm:pt>
    <dgm:pt modelId="{2E076D9D-AF8B-4ECD-B7CD-A1F53155C0FE}" type="sibTrans" cxnId="{7A74C531-9059-4772-96CF-643048B05A2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64D58E-4C8C-4C34-A7FA-2E3CB9297C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 BI Service – sharing and collaboration</a:t>
          </a:r>
        </a:p>
      </dgm:t>
    </dgm:pt>
    <dgm:pt modelId="{4BF3EE6A-D052-4E51-911C-8B5120204A81}" type="parTrans" cxnId="{60EA1EC3-0BD4-41E9-98F7-B63007EC0F77}">
      <dgm:prSet/>
      <dgm:spPr/>
      <dgm:t>
        <a:bodyPr/>
        <a:lstStyle/>
        <a:p>
          <a:endParaRPr lang="en-US"/>
        </a:p>
      </dgm:t>
    </dgm:pt>
    <dgm:pt modelId="{83D3C703-E586-4C8B-A9C1-AD6F8C521180}" type="sibTrans" cxnId="{60EA1EC3-0BD4-41E9-98F7-B63007EC0F7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DAAD45-21FF-4164-BA94-B539866972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 BI Mobile – access dashboards on mobile devices</a:t>
          </a:r>
        </a:p>
      </dgm:t>
    </dgm:pt>
    <dgm:pt modelId="{6D47704A-6E9F-4647-A022-755050A0FD35}" type="parTrans" cxnId="{F8D02794-7894-4E43-9E6A-C04B288BA2DC}">
      <dgm:prSet/>
      <dgm:spPr/>
      <dgm:t>
        <a:bodyPr/>
        <a:lstStyle/>
        <a:p>
          <a:endParaRPr lang="en-US"/>
        </a:p>
      </dgm:t>
    </dgm:pt>
    <dgm:pt modelId="{B11F59AA-37E5-464C-8D5C-FA778C2B8796}" type="sibTrans" cxnId="{F8D02794-7894-4E43-9E6A-C04B288BA2D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0BD751C-27DC-4482-8FB5-875993B6BA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 Query – data transformation tool</a:t>
          </a:r>
        </a:p>
      </dgm:t>
    </dgm:pt>
    <dgm:pt modelId="{9843B7F9-4D94-404E-BB60-7B181DA2A882}" type="parTrans" cxnId="{A9EE5A5D-E12D-4966-99EA-809AEDC9A803}">
      <dgm:prSet/>
      <dgm:spPr/>
      <dgm:t>
        <a:bodyPr/>
        <a:lstStyle/>
        <a:p>
          <a:endParaRPr lang="en-US"/>
        </a:p>
      </dgm:t>
    </dgm:pt>
    <dgm:pt modelId="{DCE49067-6AE3-49B4-A398-4905EE960AB5}" type="sibTrans" cxnId="{A9EE5A5D-E12D-4966-99EA-809AEDC9A80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C79C92-74C8-4DF9-947C-A14BD51B31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DAX – calculation language</a:t>
          </a:r>
        </a:p>
      </dgm:t>
    </dgm:pt>
    <dgm:pt modelId="{9C5680B3-F146-4AFB-B7FC-0107BC2DAFE7}" type="parTrans" cxnId="{81E18751-B515-49D4-A51C-87B97AE90DA3}">
      <dgm:prSet/>
      <dgm:spPr/>
      <dgm:t>
        <a:bodyPr/>
        <a:lstStyle/>
        <a:p>
          <a:endParaRPr lang="en-US"/>
        </a:p>
      </dgm:t>
    </dgm:pt>
    <dgm:pt modelId="{0958F975-5D7E-4976-90DA-3858C1D85745}" type="sibTrans" cxnId="{81E18751-B515-49D4-A51C-87B97AE90DA3}">
      <dgm:prSet/>
      <dgm:spPr/>
      <dgm:t>
        <a:bodyPr/>
        <a:lstStyle/>
        <a:p>
          <a:endParaRPr lang="en-US"/>
        </a:p>
      </dgm:t>
    </dgm:pt>
    <dgm:pt modelId="{26281B28-33E5-4A07-9F03-2DA7ECC9A85C}" type="pres">
      <dgm:prSet presAssocID="{D07820B2-E6FE-46DD-89E3-DB3E8C60E881}" presName="root" presStyleCnt="0">
        <dgm:presLayoutVars>
          <dgm:dir/>
          <dgm:resizeHandles val="exact"/>
        </dgm:presLayoutVars>
      </dgm:prSet>
      <dgm:spPr/>
    </dgm:pt>
    <dgm:pt modelId="{53A3FB7B-51C6-4205-BCC4-5DE2420D9DA0}" type="pres">
      <dgm:prSet presAssocID="{D07820B2-E6FE-46DD-89E3-DB3E8C60E881}" presName="container" presStyleCnt="0">
        <dgm:presLayoutVars>
          <dgm:dir/>
          <dgm:resizeHandles val="exact"/>
        </dgm:presLayoutVars>
      </dgm:prSet>
      <dgm:spPr/>
    </dgm:pt>
    <dgm:pt modelId="{2D11B6E6-0994-437F-8909-E1ECF00208E8}" type="pres">
      <dgm:prSet presAssocID="{5FD45554-4B4B-462C-A355-206C5D7E22FE}" presName="compNode" presStyleCnt="0"/>
      <dgm:spPr/>
    </dgm:pt>
    <dgm:pt modelId="{AD3BF69C-8258-4F67-AB48-11653DB404F3}" type="pres">
      <dgm:prSet presAssocID="{5FD45554-4B4B-462C-A355-206C5D7E22FE}" presName="iconBgRect" presStyleLbl="bgShp" presStyleIdx="0" presStyleCnt="5"/>
      <dgm:spPr/>
    </dgm:pt>
    <dgm:pt modelId="{2929BB90-387C-4E54-B5DC-271FE748259A}" type="pres">
      <dgm:prSet presAssocID="{5FD45554-4B4B-462C-A355-206C5D7E22F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95A223F-4A09-47D2-8D79-E3F3B78D06DE}" type="pres">
      <dgm:prSet presAssocID="{5FD45554-4B4B-462C-A355-206C5D7E22FE}" presName="spaceRect" presStyleCnt="0"/>
      <dgm:spPr/>
    </dgm:pt>
    <dgm:pt modelId="{D460426B-F5CB-4703-908E-9E04F92E9758}" type="pres">
      <dgm:prSet presAssocID="{5FD45554-4B4B-462C-A355-206C5D7E22FE}" presName="textRect" presStyleLbl="revTx" presStyleIdx="0" presStyleCnt="5">
        <dgm:presLayoutVars>
          <dgm:chMax val="1"/>
          <dgm:chPref val="1"/>
        </dgm:presLayoutVars>
      </dgm:prSet>
      <dgm:spPr/>
    </dgm:pt>
    <dgm:pt modelId="{76695BE2-4E15-4EED-8C9B-8C98F9FC4B7B}" type="pres">
      <dgm:prSet presAssocID="{2E076D9D-AF8B-4ECD-B7CD-A1F53155C0FE}" presName="sibTrans" presStyleLbl="sibTrans2D1" presStyleIdx="0" presStyleCnt="0"/>
      <dgm:spPr/>
    </dgm:pt>
    <dgm:pt modelId="{03ACE804-1AA8-4618-9998-3D9D94982655}" type="pres">
      <dgm:prSet presAssocID="{9F64D58E-4C8C-4C34-A7FA-2E3CB9297C4D}" presName="compNode" presStyleCnt="0"/>
      <dgm:spPr/>
    </dgm:pt>
    <dgm:pt modelId="{575E7B0F-5FDE-40F1-82F3-793D7A6FEB6C}" type="pres">
      <dgm:prSet presAssocID="{9F64D58E-4C8C-4C34-A7FA-2E3CB9297C4D}" presName="iconBgRect" presStyleLbl="bgShp" presStyleIdx="1" presStyleCnt="5"/>
      <dgm:spPr/>
    </dgm:pt>
    <dgm:pt modelId="{8D51B80D-6741-409B-B66A-DC09C00F925B}" type="pres">
      <dgm:prSet presAssocID="{9F64D58E-4C8C-4C34-A7FA-2E3CB9297C4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ABF8650-F9CE-4F52-A355-049F3393F30D}" type="pres">
      <dgm:prSet presAssocID="{9F64D58E-4C8C-4C34-A7FA-2E3CB9297C4D}" presName="spaceRect" presStyleCnt="0"/>
      <dgm:spPr/>
    </dgm:pt>
    <dgm:pt modelId="{AE46ACC6-C1BA-4794-A80A-662426AB76E4}" type="pres">
      <dgm:prSet presAssocID="{9F64D58E-4C8C-4C34-A7FA-2E3CB9297C4D}" presName="textRect" presStyleLbl="revTx" presStyleIdx="1" presStyleCnt="5">
        <dgm:presLayoutVars>
          <dgm:chMax val="1"/>
          <dgm:chPref val="1"/>
        </dgm:presLayoutVars>
      </dgm:prSet>
      <dgm:spPr/>
    </dgm:pt>
    <dgm:pt modelId="{AC1D99FA-42E7-42BB-A2AA-97B274CDFFCA}" type="pres">
      <dgm:prSet presAssocID="{83D3C703-E586-4C8B-A9C1-AD6F8C521180}" presName="sibTrans" presStyleLbl="sibTrans2D1" presStyleIdx="0" presStyleCnt="0"/>
      <dgm:spPr/>
    </dgm:pt>
    <dgm:pt modelId="{6EDD321B-53DD-4A19-9D73-F77A0104AC55}" type="pres">
      <dgm:prSet presAssocID="{13DAAD45-21FF-4164-BA94-B53986697266}" presName="compNode" presStyleCnt="0"/>
      <dgm:spPr/>
    </dgm:pt>
    <dgm:pt modelId="{F6445AEE-D94E-4173-9F0C-DD78B96834D8}" type="pres">
      <dgm:prSet presAssocID="{13DAAD45-21FF-4164-BA94-B53986697266}" presName="iconBgRect" presStyleLbl="bgShp" presStyleIdx="2" presStyleCnt="5"/>
      <dgm:spPr/>
    </dgm:pt>
    <dgm:pt modelId="{A6632BFB-5849-444B-8876-EC7A2F616BE8}" type="pres">
      <dgm:prSet presAssocID="{13DAAD45-21FF-4164-BA94-B5398669726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CDD95A88-9ED4-47D6-9B28-1851CBB81844}" type="pres">
      <dgm:prSet presAssocID="{13DAAD45-21FF-4164-BA94-B53986697266}" presName="spaceRect" presStyleCnt="0"/>
      <dgm:spPr/>
    </dgm:pt>
    <dgm:pt modelId="{3F2CDDDA-69AA-4389-BE7B-6BB7D5697C2C}" type="pres">
      <dgm:prSet presAssocID="{13DAAD45-21FF-4164-BA94-B53986697266}" presName="textRect" presStyleLbl="revTx" presStyleIdx="2" presStyleCnt="5">
        <dgm:presLayoutVars>
          <dgm:chMax val="1"/>
          <dgm:chPref val="1"/>
        </dgm:presLayoutVars>
      </dgm:prSet>
      <dgm:spPr/>
    </dgm:pt>
    <dgm:pt modelId="{F1029020-21BD-4BBB-8812-836993CA54BE}" type="pres">
      <dgm:prSet presAssocID="{B11F59AA-37E5-464C-8D5C-FA778C2B8796}" presName="sibTrans" presStyleLbl="sibTrans2D1" presStyleIdx="0" presStyleCnt="0"/>
      <dgm:spPr/>
    </dgm:pt>
    <dgm:pt modelId="{27A520D9-7093-4343-8746-580DD0586F5B}" type="pres">
      <dgm:prSet presAssocID="{B0BD751C-27DC-4482-8FB5-875993B6BA69}" presName="compNode" presStyleCnt="0"/>
      <dgm:spPr/>
    </dgm:pt>
    <dgm:pt modelId="{FAC6FCC5-E0C1-48FF-A01B-589ECC599FD1}" type="pres">
      <dgm:prSet presAssocID="{B0BD751C-27DC-4482-8FB5-875993B6BA69}" presName="iconBgRect" presStyleLbl="bgShp" presStyleIdx="3" presStyleCnt="5"/>
      <dgm:spPr/>
    </dgm:pt>
    <dgm:pt modelId="{A97A8687-5F61-45B2-B95C-C2FDA25F06A9}" type="pres">
      <dgm:prSet presAssocID="{B0BD751C-27DC-4482-8FB5-875993B6BA6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145246E-45BA-46D7-A1CD-CE42607DF05E}" type="pres">
      <dgm:prSet presAssocID="{B0BD751C-27DC-4482-8FB5-875993B6BA69}" presName="spaceRect" presStyleCnt="0"/>
      <dgm:spPr/>
    </dgm:pt>
    <dgm:pt modelId="{08B7A2EE-3300-4CC5-809A-497C4977BD61}" type="pres">
      <dgm:prSet presAssocID="{B0BD751C-27DC-4482-8FB5-875993B6BA69}" presName="textRect" presStyleLbl="revTx" presStyleIdx="3" presStyleCnt="5">
        <dgm:presLayoutVars>
          <dgm:chMax val="1"/>
          <dgm:chPref val="1"/>
        </dgm:presLayoutVars>
      </dgm:prSet>
      <dgm:spPr/>
    </dgm:pt>
    <dgm:pt modelId="{AA12D91B-7635-474F-A1DE-83B4072B481E}" type="pres">
      <dgm:prSet presAssocID="{DCE49067-6AE3-49B4-A398-4905EE960AB5}" presName="sibTrans" presStyleLbl="sibTrans2D1" presStyleIdx="0" presStyleCnt="0"/>
      <dgm:spPr/>
    </dgm:pt>
    <dgm:pt modelId="{7B7223EA-543E-4C98-A182-59D74626A2D6}" type="pres">
      <dgm:prSet presAssocID="{DEC79C92-74C8-4DF9-947C-A14BD51B3130}" presName="compNode" presStyleCnt="0"/>
      <dgm:spPr/>
    </dgm:pt>
    <dgm:pt modelId="{56C3602B-1A1F-4105-87A8-05416F0DDDFA}" type="pres">
      <dgm:prSet presAssocID="{DEC79C92-74C8-4DF9-947C-A14BD51B3130}" presName="iconBgRect" presStyleLbl="bgShp" presStyleIdx="4" presStyleCnt="5"/>
      <dgm:spPr/>
    </dgm:pt>
    <dgm:pt modelId="{C3E52C48-3880-4FD4-ABEE-FB728D53D932}" type="pres">
      <dgm:prSet presAssocID="{DEC79C92-74C8-4DF9-947C-A14BD51B313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E38F2F57-9510-4099-BA5A-5422971A4380}" type="pres">
      <dgm:prSet presAssocID="{DEC79C92-74C8-4DF9-947C-A14BD51B3130}" presName="spaceRect" presStyleCnt="0"/>
      <dgm:spPr/>
    </dgm:pt>
    <dgm:pt modelId="{31B21D53-743D-48FF-9101-851FACBF6DE9}" type="pres">
      <dgm:prSet presAssocID="{DEC79C92-74C8-4DF9-947C-A14BD51B313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3EBAF28-CE78-489F-8E65-68F5CC6ECE40}" type="presOf" srcId="{D07820B2-E6FE-46DD-89E3-DB3E8C60E881}" destId="{26281B28-33E5-4A07-9F03-2DA7ECC9A85C}" srcOrd="0" destOrd="0" presId="urn:microsoft.com/office/officeart/2018/2/layout/IconCircleList"/>
    <dgm:cxn modelId="{7A74C531-9059-4772-96CF-643048B05A26}" srcId="{D07820B2-E6FE-46DD-89E3-DB3E8C60E881}" destId="{5FD45554-4B4B-462C-A355-206C5D7E22FE}" srcOrd="0" destOrd="0" parTransId="{D2458F9D-F298-44B1-AEE9-553C8D04BF9C}" sibTransId="{2E076D9D-AF8B-4ECD-B7CD-A1F53155C0FE}"/>
    <dgm:cxn modelId="{8D4D615D-4EC4-493E-B79D-751F7DEAB2A0}" type="presOf" srcId="{B0BD751C-27DC-4482-8FB5-875993B6BA69}" destId="{08B7A2EE-3300-4CC5-809A-497C4977BD61}" srcOrd="0" destOrd="0" presId="urn:microsoft.com/office/officeart/2018/2/layout/IconCircleList"/>
    <dgm:cxn modelId="{A9EE5A5D-E12D-4966-99EA-809AEDC9A803}" srcId="{D07820B2-E6FE-46DD-89E3-DB3E8C60E881}" destId="{B0BD751C-27DC-4482-8FB5-875993B6BA69}" srcOrd="3" destOrd="0" parTransId="{9843B7F9-4D94-404E-BB60-7B181DA2A882}" sibTransId="{DCE49067-6AE3-49B4-A398-4905EE960AB5}"/>
    <dgm:cxn modelId="{9905BC5E-AD66-45D0-B2E1-603EC20F7D05}" type="presOf" srcId="{83D3C703-E586-4C8B-A9C1-AD6F8C521180}" destId="{AC1D99FA-42E7-42BB-A2AA-97B274CDFFCA}" srcOrd="0" destOrd="0" presId="urn:microsoft.com/office/officeart/2018/2/layout/IconCircleList"/>
    <dgm:cxn modelId="{B26E9D4F-2539-4B65-8D26-1907465FB15C}" type="presOf" srcId="{9F64D58E-4C8C-4C34-A7FA-2E3CB9297C4D}" destId="{AE46ACC6-C1BA-4794-A80A-662426AB76E4}" srcOrd="0" destOrd="0" presId="urn:microsoft.com/office/officeart/2018/2/layout/IconCircleList"/>
    <dgm:cxn modelId="{81E18751-B515-49D4-A51C-87B97AE90DA3}" srcId="{D07820B2-E6FE-46DD-89E3-DB3E8C60E881}" destId="{DEC79C92-74C8-4DF9-947C-A14BD51B3130}" srcOrd="4" destOrd="0" parTransId="{9C5680B3-F146-4AFB-B7FC-0107BC2DAFE7}" sibTransId="{0958F975-5D7E-4976-90DA-3858C1D85745}"/>
    <dgm:cxn modelId="{10923972-A5D5-4020-A719-E767FBCDD85F}" type="presOf" srcId="{2E076D9D-AF8B-4ECD-B7CD-A1F53155C0FE}" destId="{76695BE2-4E15-4EED-8C9B-8C98F9FC4B7B}" srcOrd="0" destOrd="0" presId="urn:microsoft.com/office/officeart/2018/2/layout/IconCircleList"/>
    <dgm:cxn modelId="{D467B786-CA37-43F3-A697-F778F9223872}" type="presOf" srcId="{13DAAD45-21FF-4164-BA94-B53986697266}" destId="{3F2CDDDA-69AA-4389-BE7B-6BB7D5697C2C}" srcOrd="0" destOrd="0" presId="urn:microsoft.com/office/officeart/2018/2/layout/IconCircleList"/>
    <dgm:cxn modelId="{F8D02794-7894-4E43-9E6A-C04B288BA2DC}" srcId="{D07820B2-E6FE-46DD-89E3-DB3E8C60E881}" destId="{13DAAD45-21FF-4164-BA94-B53986697266}" srcOrd="2" destOrd="0" parTransId="{6D47704A-6E9F-4647-A022-755050A0FD35}" sibTransId="{B11F59AA-37E5-464C-8D5C-FA778C2B8796}"/>
    <dgm:cxn modelId="{38633594-E027-43F5-9D49-93F9F9FEDA93}" type="presOf" srcId="{B11F59AA-37E5-464C-8D5C-FA778C2B8796}" destId="{F1029020-21BD-4BBB-8812-836993CA54BE}" srcOrd="0" destOrd="0" presId="urn:microsoft.com/office/officeart/2018/2/layout/IconCircleList"/>
    <dgm:cxn modelId="{223F779D-5FA4-41F4-8DA5-519A58D8FB62}" type="presOf" srcId="{DEC79C92-74C8-4DF9-947C-A14BD51B3130}" destId="{31B21D53-743D-48FF-9101-851FACBF6DE9}" srcOrd="0" destOrd="0" presId="urn:microsoft.com/office/officeart/2018/2/layout/IconCircleList"/>
    <dgm:cxn modelId="{ADCCCFBB-BD9A-434E-BAE6-E7EC63B863EF}" type="presOf" srcId="{DCE49067-6AE3-49B4-A398-4905EE960AB5}" destId="{AA12D91B-7635-474F-A1DE-83B4072B481E}" srcOrd="0" destOrd="0" presId="urn:microsoft.com/office/officeart/2018/2/layout/IconCircleList"/>
    <dgm:cxn modelId="{988BA9BD-51A9-4F75-973B-FA97AB206628}" type="presOf" srcId="{5FD45554-4B4B-462C-A355-206C5D7E22FE}" destId="{D460426B-F5CB-4703-908E-9E04F92E9758}" srcOrd="0" destOrd="0" presId="urn:microsoft.com/office/officeart/2018/2/layout/IconCircleList"/>
    <dgm:cxn modelId="{60EA1EC3-0BD4-41E9-98F7-B63007EC0F77}" srcId="{D07820B2-E6FE-46DD-89E3-DB3E8C60E881}" destId="{9F64D58E-4C8C-4C34-A7FA-2E3CB9297C4D}" srcOrd="1" destOrd="0" parTransId="{4BF3EE6A-D052-4E51-911C-8B5120204A81}" sibTransId="{83D3C703-E586-4C8B-A9C1-AD6F8C521180}"/>
    <dgm:cxn modelId="{3E01583D-892C-42E8-A780-B4A8A3451030}" type="presParOf" srcId="{26281B28-33E5-4A07-9F03-2DA7ECC9A85C}" destId="{53A3FB7B-51C6-4205-BCC4-5DE2420D9DA0}" srcOrd="0" destOrd="0" presId="urn:microsoft.com/office/officeart/2018/2/layout/IconCircleList"/>
    <dgm:cxn modelId="{68142FD7-D857-4B00-B09F-C5485959E5DE}" type="presParOf" srcId="{53A3FB7B-51C6-4205-BCC4-5DE2420D9DA0}" destId="{2D11B6E6-0994-437F-8909-E1ECF00208E8}" srcOrd="0" destOrd="0" presId="urn:microsoft.com/office/officeart/2018/2/layout/IconCircleList"/>
    <dgm:cxn modelId="{75B07B72-9A9B-42B1-B55C-3A0811039478}" type="presParOf" srcId="{2D11B6E6-0994-437F-8909-E1ECF00208E8}" destId="{AD3BF69C-8258-4F67-AB48-11653DB404F3}" srcOrd="0" destOrd="0" presId="urn:microsoft.com/office/officeart/2018/2/layout/IconCircleList"/>
    <dgm:cxn modelId="{DD6D9266-D55F-4F77-8C47-4D4050085157}" type="presParOf" srcId="{2D11B6E6-0994-437F-8909-E1ECF00208E8}" destId="{2929BB90-387C-4E54-B5DC-271FE748259A}" srcOrd="1" destOrd="0" presId="urn:microsoft.com/office/officeart/2018/2/layout/IconCircleList"/>
    <dgm:cxn modelId="{22D907BE-B3D2-44FF-BDD2-D0680B4FC36A}" type="presParOf" srcId="{2D11B6E6-0994-437F-8909-E1ECF00208E8}" destId="{E95A223F-4A09-47D2-8D79-E3F3B78D06DE}" srcOrd="2" destOrd="0" presId="urn:microsoft.com/office/officeart/2018/2/layout/IconCircleList"/>
    <dgm:cxn modelId="{91BFAE46-CF99-4F60-8A59-36C59D355EE1}" type="presParOf" srcId="{2D11B6E6-0994-437F-8909-E1ECF00208E8}" destId="{D460426B-F5CB-4703-908E-9E04F92E9758}" srcOrd="3" destOrd="0" presId="urn:microsoft.com/office/officeart/2018/2/layout/IconCircleList"/>
    <dgm:cxn modelId="{C814B67C-6DD8-44FD-A9B0-190D87E1F620}" type="presParOf" srcId="{53A3FB7B-51C6-4205-BCC4-5DE2420D9DA0}" destId="{76695BE2-4E15-4EED-8C9B-8C98F9FC4B7B}" srcOrd="1" destOrd="0" presId="urn:microsoft.com/office/officeart/2018/2/layout/IconCircleList"/>
    <dgm:cxn modelId="{308771E8-32D9-4444-9F2F-04719E5D2EA1}" type="presParOf" srcId="{53A3FB7B-51C6-4205-BCC4-5DE2420D9DA0}" destId="{03ACE804-1AA8-4618-9998-3D9D94982655}" srcOrd="2" destOrd="0" presId="urn:microsoft.com/office/officeart/2018/2/layout/IconCircleList"/>
    <dgm:cxn modelId="{D83306BE-424A-4754-AD82-3A034555683D}" type="presParOf" srcId="{03ACE804-1AA8-4618-9998-3D9D94982655}" destId="{575E7B0F-5FDE-40F1-82F3-793D7A6FEB6C}" srcOrd="0" destOrd="0" presId="urn:microsoft.com/office/officeart/2018/2/layout/IconCircleList"/>
    <dgm:cxn modelId="{09AFD91D-4CC8-420A-95C7-F8DDF563131C}" type="presParOf" srcId="{03ACE804-1AA8-4618-9998-3D9D94982655}" destId="{8D51B80D-6741-409B-B66A-DC09C00F925B}" srcOrd="1" destOrd="0" presId="urn:microsoft.com/office/officeart/2018/2/layout/IconCircleList"/>
    <dgm:cxn modelId="{47478755-6176-4801-972F-BEFE15F6F9B4}" type="presParOf" srcId="{03ACE804-1AA8-4618-9998-3D9D94982655}" destId="{2ABF8650-F9CE-4F52-A355-049F3393F30D}" srcOrd="2" destOrd="0" presId="urn:microsoft.com/office/officeart/2018/2/layout/IconCircleList"/>
    <dgm:cxn modelId="{9444DA40-0406-4536-921C-22FBE35EA7CA}" type="presParOf" srcId="{03ACE804-1AA8-4618-9998-3D9D94982655}" destId="{AE46ACC6-C1BA-4794-A80A-662426AB76E4}" srcOrd="3" destOrd="0" presId="urn:microsoft.com/office/officeart/2018/2/layout/IconCircleList"/>
    <dgm:cxn modelId="{3691BDCE-6414-4D1D-81F5-3FF5C710D890}" type="presParOf" srcId="{53A3FB7B-51C6-4205-BCC4-5DE2420D9DA0}" destId="{AC1D99FA-42E7-42BB-A2AA-97B274CDFFCA}" srcOrd="3" destOrd="0" presId="urn:microsoft.com/office/officeart/2018/2/layout/IconCircleList"/>
    <dgm:cxn modelId="{348E0F4D-37CC-4ADD-8F3E-31021E8AD6AC}" type="presParOf" srcId="{53A3FB7B-51C6-4205-BCC4-5DE2420D9DA0}" destId="{6EDD321B-53DD-4A19-9D73-F77A0104AC55}" srcOrd="4" destOrd="0" presId="urn:microsoft.com/office/officeart/2018/2/layout/IconCircleList"/>
    <dgm:cxn modelId="{6FD60FDB-988A-4F37-BB2F-257C6E2F9376}" type="presParOf" srcId="{6EDD321B-53DD-4A19-9D73-F77A0104AC55}" destId="{F6445AEE-D94E-4173-9F0C-DD78B96834D8}" srcOrd="0" destOrd="0" presId="urn:microsoft.com/office/officeart/2018/2/layout/IconCircleList"/>
    <dgm:cxn modelId="{E6FD178C-772D-43B8-AB40-BB37EE2A6810}" type="presParOf" srcId="{6EDD321B-53DD-4A19-9D73-F77A0104AC55}" destId="{A6632BFB-5849-444B-8876-EC7A2F616BE8}" srcOrd="1" destOrd="0" presId="urn:microsoft.com/office/officeart/2018/2/layout/IconCircleList"/>
    <dgm:cxn modelId="{76D0C451-5D1E-4CB2-9D66-2F6D03BB8BF4}" type="presParOf" srcId="{6EDD321B-53DD-4A19-9D73-F77A0104AC55}" destId="{CDD95A88-9ED4-47D6-9B28-1851CBB81844}" srcOrd="2" destOrd="0" presId="urn:microsoft.com/office/officeart/2018/2/layout/IconCircleList"/>
    <dgm:cxn modelId="{6203F6A9-F24B-465C-8168-BFE0A61947B4}" type="presParOf" srcId="{6EDD321B-53DD-4A19-9D73-F77A0104AC55}" destId="{3F2CDDDA-69AA-4389-BE7B-6BB7D5697C2C}" srcOrd="3" destOrd="0" presId="urn:microsoft.com/office/officeart/2018/2/layout/IconCircleList"/>
    <dgm:cxn modelId="{69DB190B-E648-4A2F-B9FD-F6718DDF26F2}" type="presParOf" srcId="{53A3FB7B-51C6-4205-BCC4-5DE2420D9DA0}" destId="{F1029020-21BD-4BBB-8812-836993CA54BE}" srcOrd="5" destOrd="0" presId="urn:microsoft.com/office/officeart/2018/2/layout/IconCircleList"/>
    <dgm:cxn modelId="{FBD8BF9B-51D1-46EC-99F5-C9C74DA1E8CF}" type="presParOf" srcId="{53A3FB7B-51C6-4205-BCC4-5DE2420D9DA0}" destId="{27A520D9-7093-4343-8746-580DD0586F5B}" srcOrd="6" destOrd="0" presId="urn:microsoft.com/office/officeart/2018/2/layout/IconCircleList"/>
    <dgm:cxn modelId="{7DB8000A-9C65-4969-BFB0-478AF2868111}" type="presParOf" srcId="{27A520D9-7093-4343-8746-580DD0586F5B}" destId="{FAC6FCC5-E0C1-48FF-A01B-589ECC599FD1}" srcOrd="0" destOrd="0" presId="urn:microsoft.com/office/officeart/2018/2/layout/IconCircleList"/>
    <dgm:cxn modelId="{1B7DD992-168A-4D36-A112-0A8F99C27FFC}" type="presParOf" srcId="{27A520D9-7093-4343-8746-580DD0586F5B}" destId="{A97A8687-5F61-45B2-B95C-C2FDA25F06A9}" srcOrd="1" destOrd="0" presId="urn:microsoft.com/office/officeart/2018/2/layout/IconCircleList"/>
    <dgm:cxn modelId="{70D7D898-D48A-40DE-8DDA-1ED60F5EE86A}" type="presParOf" srcId="{27A520D9-7093-4343-8746-580DD0586F5B}" destId="{A145246E-45BA-46D7-A1CD-CE42607DF05E}" srcOrd="2" destOrd="0" presId="urn:microsoft.com/office/officeart/2018/2/layout/IconCircleList"/>
    <dgm:cxn modelId="{AD2B109D-CE30-42F1-BE3D-DF17E4168009}" type="presParOf" srcId="{27A520D9-7093-4343-8746-580DD0586F5B}" destId="{08B7A2EE-3300-4CC5-809A-497C4977BD61}" srcOrd="3" destOrd="0" presId="urn:microsoft.com/office/officeart/2018/2/layout/IconCircleList"/>
    <dgm:cxn modelId="{0F24ADC6-132C-4171-B115-398A35A5C0FD}" type="presParOf" srcId="{53A3FB7B-51C6-4205-BCC4-5DE2420D9DA0}" destId="{AA12D91B-7635-474F-A1DE-83B4072B481E}" srcOrd="7" destOrd="0" presId="urn:microsoft.com/office/officeart/2018/2/layout/IconCircleList"/>
    <dgm:cxn modelId="{66D0146C-67D1-41CA-B1A9-37B017F67336}" type="presParOf" srcId="{53A3FB7B-51C6-4205-BCC4-5DE2420D9DA0}" destId="{7B7223EA-543E-4C98-A182-59D74626A2D6}" srcOrd="8" destOrd="0" presId="urn:microsoft.com/office/officeart/2018/2/layout/IconCircleList"/>
    <dgm:cxn modelId="{EC235049-8B10-4B6C-84F3-2C6574D5EEC2}" type="presParOf" srcId="{7B7223EA-543E-4C98-A182-59D74626A2D6}" destId="{56C3602B-1A1F-4105-87A8-05416F0DDDFA}" srcOrd="0" destOrd="0" presId="urn:microsoft.com/office/officeart/2018/2/layout/IconCircleList"/>
    <dgm:cxn modelId="{61F6691A-1F23-4EDD-A8E6-1A490AFB2BD4}" type="presParOf" srcId="{7B7223EA-543E-4C98-A182-59D74626A2D6}" destId="{C3E52C48-3880-4FD4-ABEE-FB728D53D932}" srcOrd="1" destOrd="0" presId="urn:microsoft.com/office/officeart/2018/2/layout/IconCircleList"/>
    <dgm:cxn modelId="{A0F10EC6-0216-43CA-B0D2-33E879CAF58A}" type="presParOf" srcId="{7B7223EA-543E-4C98-A182-59D74626A2D6}" destId="{E38F2F57-9510-4099-BA5A-5422971A4380}" srcOrd="2" destOrd="0" presId="urn:microsoft.com/office/officeart/2018/2/layout/IconCircleList"/>
    <dgm:cxn modelId="{5BE73FF6-652D-4897-B7DA-159F7ADC7887}" type="presParOf" srcId="{7B7223EA-543E-4C98-A182-59D74626A2D6}" destId="{31B21D53-743D-48FF-9101-851FACBF6DE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FC4EA5-4654-47D0-A7AA-D1A540B3D862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FB4E28-7430-4CC8-871E-EF78D008F8D1}">
      <dgm:prSet/>
      <dgm:spPr/>
      <dgm:t>
        <a:bodyPr/>
        <a:lstStyle/>
        <a:p>
          <a:r>
            <a:rPr lang="en-US"/>
            <a:t>Open</a:t>
          </a:r>
        </a:p>
      </dgm:t>
    </dgm:pt>
    <dgm:pt modelId="{BF273953-69E5-4296-93A5-1B535E5E0074}" type="parTrans" cxnId="{BD6E9C3E-45CC-4FEB-A56B-2C661C7AF6E3}">
      <dgm:prSet/>
      <dgm:spPr/>
      <dgm:t>
        <a:bodyPr/>
        <a:lstStyle/>
        <a:p>
          <a:endParaRPr lang="en-US"/>
        </a:p>
      </dgm:t>
    </dgm:pt>
    <dgm:pt modelId="{4C22A77A-B53C-4DC2-8BAE-3E1FBAA5FB31}" type="sibTrans" cxnId="{BD6E9C3E-45CC-4FEB-A56B-2C661C7AF6E3}">
      <dgm:prSet/>
      <dgm:spPr/>
      <dgm:t>
        <a:bodyPr/>
        <a:lstStyle/>
        <a:p>
          <a:endParaRPr lang="en-US"/>
        </a:p>
      </dgm:t>
    </dgm:pt>
    <dgm:pt modelId="{A40ADCF7-7E79-49F2-A9CF-B9656D057388}">
      <dgm:prSet/>
      <dgm:spPr/>
      <dgm:t>
        <a:bodyPr/>
        <a:lstStyle/>
        <a:p>
          <a:r>
            <a:rPr lang="en-US" dirty="0"/>
            <a:t>Install &amp; Open Power BI Desktop</a:t>
          </a:r>
        </a:p>
      </dgm:t>
    </dgm:pt>
    <dgm:pt modelId="{8AEB13B5-4B9D-4B34-A54B-89A49821C448}" type="parTrans" cxnId="{DEFBED4C-4464-4100-A41C-825FF6C30238}">
      <dgm:prSet/>
      <dgm:spPr/>
      <dgm:t>
        <a:bodyPr/>
        <a:lstStyle/>
        <a:p>
          <a:endParaRPr lang="en-US"/>
        </a:p>
      </dgm:t>
    </dgm:pt>
    <dgm:pt modelId="{1D973DDC-5BF6-4B41-B5CF-99C57DDA61AF}" type="sibTrans" cxnId="{DEFBED4C-4464-4100-A41C-825FF6C30238}">
      <dgm:prSet/>
      <dgm:spPr/>
      <dgm:t>
        <a:bodyPr/>
        <a:lstStyle/>
        <a:p>
          <a:endParaRPr lang="en-US"/>
        </a:p>
      </dgm:t>
    </dgm:pt>
    <dgm:pt modelId="{40825904-EC15-44E2-B7E6-1D37A894E091}">
      <dgm:prSet/>
      <dgm:spPr/>
      <dgm:t>
        <a:bodyPr/>
        <a:lstStyle/>
        <a:p>
          <a:r>
            <a:rPr lang="en-US"/>
            <a:t>Select</a:t>
          </a:r>
        </a:p>
      </dgm:t>
    </dgm:pt>
    <dgm:pt modelId="{BE0C494D-8C67-45E7-A413-4A011E84BD34}" type="parTrans" cxnId="{F9A91B2D-7612-4A82-942E-C2A8E499F3E5}">
      <dgm:prSet/>
      <dgm:spPr/>
      <dgm:t>
        <a:bodyPr/>
        <a:lstStyle/>
        <a:p>
          <a:endParaRPr lang="en-US"/>
        </a:p>
      </dgm:t>
    </dgm:pt>
    <dgm:pt modelId="{16B38FF2-6539-445D-A3DF-9522EC22F49C}" type="sibTrans" cxnId="{F9A91B2D-7612-4A82-942E-C2A8E499F3E5}">
      <dgm:prSet/>
      <dgm:spPr/>
      <dgm:t>
        <a:bodyPr/>
        <a:lstStyle/>
        <a:p>
          <a:endParaRPr lang="en-US"/>
        </a:p>
      </dgm:t>
    </dgm:pt>
    <dgm:pt modelId="{5F0BFC7A-839E-4F68-B02D-59641BE576B3}">
      <dgm:prSet/>
      <dgm:spPr/>
      <dgm:t>
        <a:bodyPr/>
        <a:lstStyle/>
        <a:p>
          <a:r>
            <a:rPr lang="en-US"/>
            <a:t>Select Get Data</a:t>
          </a:r>
        </a:p>
      </dgm:t>
    </dgm:pt>
    <dgm:pt modelId="{5439D146-CDAC-42B5-A87D-4CB2B60947A8}" type="parTrans" cxnId="{A1705477-7D1E-4189-B9A5-87A3DFF7C6C6}">
      <dgm:prSet/>
      <dgm:spPr/>
      <dgm:t>
        <a:bodyPr/>
        <a:lstStyle/>
        <a:p>
          <a:endParaRPr lang="en-US"/>
        </a:p>
      </dgm:t>
    </dgm:pt>
    <dgm:pt modelId="{294BC047-4EDB-48C6-89A8-509398425B78}" type="sibTrans" cxnId="{A1705477-7D1E-4189-B9A5-87A3DFF7C6C6}">
      <dgm:prSet/>
      <dgm:spPr/>
      <dgm:t>
        <a:bodyPr/>
        <a:lstStyle/>
        <a:p>
          <a:endParaRPr lang="en-US"/>
        </a:p>
      </dgm:t>
    </dgm:pt>
    <dgm:pt modelId="{8E83B2FB-5ACD-44D9-AD3A-CD7C8FE0414B}">
      <dgm:prSet/>
      <dgm:spPr/>
      <dgm:t>
        <a:bodyPr/>
        <a:lstStyle/>
        <a:p>
          <a:r>
            <a:rPr lang="en-US"/>
            <a:t>Import</a:t>
          </a:r>
        </a:p>
      </dgm:t>
    </dgm:pt>
    <dgm:pt modelId="{F191AA40-B9FB-4274-9EED-B523A87C64A5}" type="parTrans" cxnId="{4E603535-A3D8-4BA2-87F2-0F3D131D388C}">
      <dgm:prSet/>
      <dgm:spPr/>
      <dgm:t>
        <a:bodyPr/>
        <a:lstStyle/>
        <a:p>
          <a:endParaRPr lang="en-US"/>
        </a:p>
      </dgm:t>
    </dgm:pt>
    <dgm:pt modelId="{DC0BED23-C847-409F-A873-C1534193E250}" type="sibTrans" cxnId="{4E603535-A3D8-4BA2-87F2-0F3D131D388C}">
      <dgm:prSet/>
      <dgm:spPr/>
      <dgm:t>
        <a:bodyPr/>
        <a:lstStyle/>
        <a:p>
          <a:endParaRPr lang="en-US"/>
        </a:p>
      </dgm:t>
    </dgm:pt>
    <dgm:pt modelId="{3D5F136D-DC9D-4614-A66F-241620E940FE}">
      <dgm:prSet/>
      <dgm:spPr/>
      <dgm:t>
        <a:bodyPr/>
        <a:lstStyle/>
        <a:p>
          <a:r>
            <a:rPr lang="en-US"/>
            <a:t>Import Excel or CSV dataset</a:t>
          </a:r>
        </a:p>
      </dgm:t>
    </dgm:pt>
    <dgm:pt modelId="{F5436DCB-ABA2-4A0C-B93C-E02FA0EF993B}" type="parTrans" cxnId="{1C4F39F7-B443-48D3-91D3-4EB5657D73AC}">
      <dgm:prSet/>
      <dgm:spPr/>
      <dgm:t>
        <a:bodyPr/>
        <a:lstStyle/>
        <a:p>
          <a:endParaRPr lang="en-US"/>
        </a:p>
      </dgm:t>
    </dgm:pt>
    <dgm:pt modelId="{147BC3EC-A816-4409-8D17-77ABC83AD535}" type="sibTrans" cxnId="{1C4F39F7-B443-48D3-91D3-4EB5657D73AC}">
      <dgm:prSet/>
      <dgm:spPr/>
      <dgm:t>
        <a:bodyPr/>
        <a:lstStyle/>
        <a:p>
          <a:endParaRPr lang="en-US"/>
        </a:p>
      </dgm:t>
    </dgm:pt>
    <dgm:pt modelId="{A6BC9EF9-C51F-46CA-B368-D00B824CFF48}">
      <dgm:prSet/>
      <dgm:spPr/>
      <dgm:t>
        <a:bodyPr/>
        <a:lstStyle/>
        <a:p>
          <a:r>
            <a:rPr lang="en-US"/>
            <a:t>Explore</a:t>
          </a:r>
        </a:p>
      </dgm:t>
    </dgm:pt>
    <dgm:pt modelId="{BF4541D6-9FAE-4369-A378-32581950CB5D}" type="parTrans" cxnId="{4954BBB7-38F6-49C4-9FB3-484FB5CBBB07}">
      <dgm:prSet/>
      <dgm:spPr/>
      <dgm:t>
        <a:bodyPr/>
        <a:lstStyle/>
        <a:p>
          <a:endParaRPr lang="en-US"/>
        </a:p>
      </dgm:t>
    </dgm:pt>
    <dgm:pt modelId="{70E9E91E-FF10-4B17-BA7B-D4EE77E80B23}" type="sibTrans" cxnId="{4954BBB7-38F6-49C4-9FB3-484FB5CBBB07}">
      <dgm:prSet/>
      <dgm:spPr/>
      <dgm:t>
        <a:bodyPr/>
        <a:lstStyle/>
        <a:p>
          <a:endParaRPr lang="en-US"/>
        </a:p>
      </dgm:t>
    </dgm:pt>
    <dgm:pt modelId="{722392AB-D303-4891-806E-580F59C57C43}">
      <dgm:prSet/>
      <dgm:spPr/>
      <dgm:t>
        <a:bodyPr/>
        <a:lstStyle/>
        <a:p>
          <a:r>
            <a:rPr lang="en-US"/>
            <a:t>Explore Data View, Report View, and Model View</a:t>
          </a:r>
        </a:p>
      </dgm:t>
    </dgm:pt>
    <dgm:pt modelId="{1B3DCF62-56CF-4108-89FE-35ABB48D2BD8}" type="parTrans" cxnId="{6C6744EB-4E87-4528-AC88-905BA0E2F6BA}">
      <dgm:prSet/>
      <dgm:spPr/>
      <dgm:t>
        <a:bodyPr/>
        <a:lstStyle/>
        <a:p>
          <a:endParaRPr lang="en-US"/>
        </a:p>
      </dgm:t>
    </dgm:pt>
    <dgm:pt modelId="{E4A9498A-108B-459A-B46B-49F7B54C2FBB}" type="sibTrans" cxnId="{6C6744EB-4E87-4528-AC88-905BA0E2F6BA}">
      <dgm:prSet/>
      <dgm:spPr/>
      <dgm:t>
        <a:bodyPr/>
        <a:lstStyle/>
        <a:p>
          <a:endParaRPr lang="en-US"/>
        </a:p>
      </dgm:t>
    </dgm:pt>
    <dgm:pt modelId="{9E18E737-E00A-44EC-89FD-5A1B7D737EE0}" type="pres">
      <dgm:prSet presAssocID="{6EFC4EA5-4654-47D0-A7AA-D1A540B3D862}" presName="Name0" presStyleCnt="0">
        <dgm:presLayoutVars>
          <dgm:dir/>
          <dgm:animLvl val="lvl"/>
          <dgm:resizeHandles val="exact"/>
        </dgm:presLayoutVars>
      </dgm:prSet>
      <dgm:spPr/>
    </dgm:pt>
    <dgm:pt modelId="{A022EE43-6812-4601-B545-8C7DDD4205AB}" type="pres">
      <dgm:prSet presAssocID="{A6BC9EF9-C51F-46CA-B368-D00B824CFF48}" presName="boxAndChildren" presStyleCnt="0"/>
      <dgm:spPr/>
    </dgm:pt>
    <dgm:pt modelId="{D5A2CB83-38D7-4E9E-AC59-CF68B809368A}" type="pres">
      <dgm:prSet presAssocID="{A6BC9EF9-C51F-46CA-B368-D00B824CFF48}" presName="parentTextBox" presStyleLbl="alignNode1" presStyleIdx="0" presStyleCnt="4"/>
      <dgm:spPr/>
    </dgm:pt>
    <dgm:pt modelId="{9DD6CC7C-EBAF-4BE6-BB46-B174F9A5311F}" type="pres">
      <dgm:prSet presAssocID="{A6BC9EF9-C51F-46CA-B368-D00B824CFF48}" presName="descendantBox" presStyleLbl="bgAccFollowNode1" presStyleIdx="0" presStyleCnt="4"/>
      <dgm:spPr/>
    </dgm:pt>
    <dgm:pt modelId="{0F60834E-3F0E-4533-8C75-82386E691C2A}" type="pres">
      <dgm:prSet presAssocID="{DC0BED23-C847-409F-A873-C1534193E250}" presName="sp" presStyleCnt="0"/>
      <dgm:spPr/>
    </dgm:pt>
    <dgm:pt modelId="{77F9288B-6E9A-4D5D-A0F6-2DF8157149DB}" type="pres">
      <dgm:prSet presAssocID="{8E83B2FB-5ACD-44D9-AD3A-CD7C8FE0414B}" presName="arrowAndChildren" presStyleCnt="0"/>
      <dgm:spPr/>
    </dgm:pt>
    <dgm:pt modelId="{EC120108-2979-4D89-9462-ADEB2F7A3735}" type="pres">
      <dgm:prSet presAssocID="{8E83B2FB-5ACD-44D9-AD3A-CD7C8FE0414B}" presName="parentTextArrow" presStyleLbl="node1" presStyleIdx="0" presStyleCnt="0"/>
      <dgm:spPr/>
    </dgm:pt>
    <dgm:pt modelId="{5E3C5195-07D9-42F4-BA10-1A76996B21CC}" type="pres">
      <dgm:prSet presAssocID="{8E83B2FB-5ACD-44D9-AD3A-CD7C8FE0414B}" presName="arrow" presStyleLbl="alignNode1" presStyleIdx="1" presStyleCnt="4"/>
      <dgm:spPr/>
    </dgm:pt>
    <dgm:pt modelId="{21F1051F-2E3B-4E6C-AC98-E0B4A346B1D7}" type="pres">
      <dgm:prSet presAssocID="{8E83B2FB-5ACD-44D9-AD3A-CD7C8FE0414B}" presName="descendantArrow" presStyleLbl="bgAccFollowNode1" presStyleIdx="1" presStyleCnt="4"/>
      <dgm:spPr/>
    </dgm:pt>
    <dgm:pt modelId="{99FB4D2C-22F4-4670-BB81-61A21DB24AE7}" type="pres">
      <dgm:prSet presAssocID="{16B38FF2-6539-445D-A3DF-9522EC22F49C}" presName="sp" presStyleCnt="0"/>
      <dgm:spPr/>
    </dgm:pt>
    <dgm:pt modelId="{281BF983-B505-4B1C-8D1F-FB06880C00B0}" type="pres">
      <dgm:prSet presAssocID="{40825904-EC15-44E2-B7E6-1D37A894E091}" presName="arrowAndChildren" presStyleCnt="0"/>
      <dgm:spPr/>
    </dgm:pt>
    <dgm:pt modelId="{E578A599-361D-4719-BD6D-51246C39E5F3}" type="pres">
      <dgm:prSet presAssocID="{40825904-EC15-44E2-B7E6-1D37A894E091}" presName="parentTextArrow" presStyleLbl="node1" presStyleIdx="0" presStyleCnt="0"/>
      <dgm:spPr/>
    </dgm:pt>
    <dgm:pt modelId="{0A0EB9F1-213F-4BF3-B066-05A223092733}" type="pres">
      <dgm:prSet presAssocID="{40825904-EC15-44E2-B7E6-1D37A894E091}" presName="arrow" presStyleLbl="alignNode1" presStyleIdx="2" presStyleCnt="4"/>
      <dgm:spPr/>
    </dgm:pt>
    <dgm:pt modelId="{49AAE944-4882-4A02-A5FF-90C315F1D43D}" type="pres">
      <dgm:prSet presAssocID="{40825904-EC15-44E2-B7E6-1D37A894E091}" presName="descendantArrow" presStyleLbl="bgAccFollowNode1" presStyleIdx="2" presStyleCnt="4"/>
      <dgm:spPr/>
    </dgm:pt>
    <dgm:pt modelId="{F8723B41-BD16-4F04-A430-8947E7B3D011}" type="pres">
      <dgm:prSet presAssocID="{4C22A77A-B53C-4DC2-8BAE-3E1FBAA5FB31}" presName="sp" presStyleCnt="0"/>
      <dgm:spPr/>
    </dgm:pt>
    <dgm:pt modelId="{87557C96-4ED4-4976-8FD2-CBF54227BF6D}" type="pres">
      <dgm:prSet presAssocID="{DBFB4E28-7430-4CC8-871E-EF78D008F8D1}" presName="arrowAndChildren" presStyleCnt="0"/>
      <dgm:spPr/>
    </dgm:pt>
    <dgm:pt modelId="{6931F10F-B42A-4EBF-9D97-5182955F76F8}" type="pres">
      <dgm:prSet presAssocID="{DBFB4E28-7430-4CC8-871E-EF78D008F8D1}" presName="parentTextArrow" presStyleLbl="node1" presStyleIdx="0" presStyleCnt="0"/>
      <dgm:spPr/>
    </dgm:pt>
    <dgm:pt modelId="{D2F61A14-B8D8-41B1-A272-D0F7C7B4503B}" type="pres">
      <dgm:prSet presAssocID="{DBFB4E28-7430-4CC8-871E-EF78D008F8D1}" presName="arrow" presStyleLbl="alignNode1" presStyleIdx="3" presStyleCnt="4"/>
      <dgm:spPr/>
    </dgm:pt>
    <dgm:pt modelId="{E33AD49F-99A5-477A-AAD3-744AADF5F71A}" type="pres">
      <dgm:prSet presAssocID="{DBFB4E28-7430-4CC8-871E-EF78D008F8D1}" presName="descendantArrow" presStyleLbl="bgAccFollowNode1" presStyleIdx="3" presStyleCnt="4"/>
      <dgm:spPr/>
    </dgm:pt>
  </dgm:ptLst>
  <dgm:cxnLst>
    <dgm:cxn modelId="{0BA91505-EBA5-4094-9561-BB56B45E32D9}" type="presOf" srcId="{8E83B2FB-5ACD-44D9-AD3A-CD7C8FE0414B}" destId="{5E3C5195-07D9-42F4-BA10-1A76996B21CC}" srcOrd="1" destOrd="0" presId="urn:microsoft.com/office/officeart/2016/7/layout/VerticalDownArrowProcess"/>
    <dgm:cxn modelId="{2ECB3F17-F6C8-4BC2-8141-17A2D5A1CFC5}" type="presOf" srcId="{5F0BFC7A-839E-4F68-B02D-59641BE576B3}" destId="{49AAE944-4882-4A02-A5FF-90C315F1D43D}" srcOrd="0" destOrd="0" presId="urn:microsoft.com/office/officeart/2016/7/layout/VerticalDownArrowProcess"/>
    <dgm:cxn modelId="{F9A91B2D-7612-4A82-942E-C2A8E499F3E5}" srcId="{6EFC4EA5-4654-47D0-A7AA-D1A540B3D862}" destId="{40825904-EC15-44E2-B7E6-1D37A894E091}" srcOrd="1" destOrd="0" parTransId="{BE0C494D-8C67-45E7-A413-4A011E84BD34}" sibTransId="{16B38FF2-6539-445D-A3DF-9522EC22F49C}"/>
    <dgm:cxn modelId="{4E603535-A3D8-4BA2-87F2-0F3D131D388C}" srcId="{6EFC4EA5-4654-47D0-A7AA-D1A540B3D862}" destId="{8E83B2FB-5ACD-44D9-AD3A-CD7C8FE0414B}" srcOrd="2" destOrd="0" parTransId="{F191AA40-B9FB-4274-9EED-B523A87C64A5}" sibTransId="{DC0BED23-C847-409F-A873-C1534193E250}"/>
    <dgm:cxn modelId="{145C303B-511F-4C99-A93C-5B3B3E9077A5}" type="presOf" srcId="{DBFB4E28-7430-4CC8-871E-EF78D008F8D1}" destId="{D2F61A14-B8D8-41B1-A272-D0F7C7B4503B}" srcOrd="1" destOrd="0" presId="urn:microsoft.com/office/officeart/2016/7/layout/VerticalDownArrowProcess"/>
    <dgm:cxn modelId="{BD6E9C3E-45CC-4FEB-A56B-2C661C7AF6E3}" srcId="{6EFC4EA5-4654-47D0-A7AA-D1A540B3D862}" destId="{DBFB4E28-7430-4CC8-871E-EF78D008F8D1}" srcOrd="0" destOrd="0" parTransId="{BF273953-69E5-4296-93A5-1B535E5E0074}" sibTransId="{4C22A77A-B53C-4DC2-8BAE-3E1FBAA5FB31}"/>
    <dgm:cxn modelId="{5E06F963-43AB-45F3-ADE8-C48EE4EDFA2A}" type="presOf" srcId="{8E83B2FB-5ACD-44D9-AD3A-CD7C8FE0414B}" destId="{EC120108-2979-4D89-9462-ADEB2F7A3735}" srcOrd="0" destOrd="0" presId="urn:microsoft.com/office/officeart/2016/7/layout/VerticalDownArrowProcess"/>
    <dgm:cxn modelId="{DEFBED4C-4464-4100-A41C-825FF6C30238}" srcId="{DBFB4E28-7430-4CC8-871E-EF78D008F8D1}" destId="{A40ADCF7-7E79-49F2-A9CF-B9656D057388}" srcOrd="0" destOrd="0" parTransId="{8AEB13B5-4B9D-4B34-A54B-89A49821C448}" sibTransId="{1D973DDC-5BF6-4B41-B5CF-99C57DDA61AF}"/>
    <dgm:cxn modelId="{F638836D-C3BD-4E62-82E3-125CC882BDCF}" type="presOf" srcId="{722392AB-D303-4891-806E-580F59C57C43}" destId="{9DD6CC7C-EBAF-4BE6-BB46-B174F9A5311F}" srcOrd="0" destOrd="0" presId="urn:microsoft.com/office/officeart/2016/7/layout/VerticalDownArrowProcess"/>
    <dgm:cxn modelId="{736F2B54-15F3-4CC4-92D4-6436F05647D2}" type="presOf" srcId="{A40ADCF7-7E79-49F2-A9CF-B9656D057388}" destId="{E33AD49F-99A5-477A-AAD3-744AADF5F71A}" srcOrd="0" destOrd="0" presId="urn:microsoft.com/office/officeart/2016/7/layout/VerticalDownArrowProcess"/>
    <dgm:cxn modelId="{AF41DD76-C264-4B32-8AE2-70C1BC521F8C}" type="presOf" srcId="{A6BC9EF9-C51F-46CA-B368-D00B824CFF48}" destId="{D5A2CB83-38D7-4E9E-AC59-CF68B809368A}" srcOrd="0" destOrd="0" presId="urn:microsoft.com/office/officeart/2016/7/layout/VerticalDownArrowProcess"/>
    <dgm:cxn modelId="{A1705477-7D1E-4189-B9A5-87A3DFF7C6C6}" srcId="{40825904-EC15-44E2-B7E6-1D37A894E091}" destId="{5F0BFC7A-839E-4F68-B02D-59641BE576B3}" srcOrd="0" destOrd="0" parTransId="{5439D146-CDAC-42B5-A87D-4CB2B60947A8}" sibTransId="{294BC047-4EDB-48C6-89A8-509398425B78}"/>
    <dgm:cxn modelId="{CCF3DF8E-1EE3-4815-89E0-96D45F8A220C}" type="presOf" srcId="{40825904-EC15-44E2-B7E6-1D37A894E091}" destId="{0A0EB9F1-213F-4BF3-B066-05A223092733}" srcOrd="1" destOrd="0" presId="urn:microsoft.com/office/officeart/2016/7/layout/VerticalDownArrowProcess"/>
    <dgm:cxn modelId="{33CA09A1-8832-4906-BB24-111FB076A181}" type="presOf" srcId="{3D5F136D-DC9D-4614-A66F-241620E940FE}" destId="{21F1051F-2E3B-4E6C-AC98-E0B4A346B1D7}" srcOrd="0" destOrd="0" presId="urn:microsoft.com/office/officeart/2016/7/layout/VerticalDownArrowProcess"/>
    <dgm:cxn modelId="{4954BBB7-38F6-49C4-9FB3-484FB5CBBB07}" srcId="{6EFC4EA5-4654-47D0-A7AA-D1A540B3D862}" destId="{A6BC9EF9-C51F-46CA-B368-D00B824CFF48}" srcOrd="3" destOrd="0" parTransId="{BF4541D6-9FAE-4369-A378-32581950CB5D}" sibTransId="{70E9E91E-FF10-4B17-BA7B-D4EE77E80B23}"/>
    <dgm:cxn modelId="{821856D3-839A-46AB-83BE-BB7AF814E6ED}" type="presOf" srcId="{DBFB4E28-7430-4CC8-871E-EF78D008F8D1}" destId="{6931F10F-B42A-4EBF-9D97-5182955F76F8}" srcOrd="0" destOrd="0" presId="urn:microsoft.com/office/officeart/2016/7/layout/VerticalDownArrowProcess"/>
    <dgm:cxn modelId="{F92B5CD5-AD9B-4CF2-9DC1-99DAC5C6A4FA}" type="presOf" srcId="{40825904-EC15-44E2-B7E6-1D37A894E091}" destId="{E578A599-361D-4719-BD6D-51246C39E5F3}" srcOrd="0" destOrd="0" presId="urn:microsoft.com/office/officeart/2016/7/layout/VerticalDownArrowProcess"/>
    <dgm:cxn modelId="{3EF252DA-CB3C-478D-A644-8C7923D4D6C3}" type="presOf" srcId="{6EFC4EA5-4654-47D0-A7AA-D1A540B3D862}" destId="{9E18E737-E00A-44EC-89FD-5A1B7D737EE0}" srcOrd="0" destOrd="0" presId="urn:microsoft.com/office/officeart/2016/7/layout/VerticalDownArrowProcess"/>
    <dgm:cxn modelId="{6C6744EB-4E87-4528-AC88-905BA0E2F6BA}" srcId="{A6BC9EF9-C51F-46CA-B368-D00B824CFF48}" destId="{722392AB-D303-4891-806E-580F59C57C43}" srcOrd="0" destOrd="0" parTransId="{1B3DCF62-56CF-4108-89FE-35ABB48D2BD8}" sibTransId="{E4A9498A-108B-459A-B46B-49F7B54C2FBB}"/>
    <dgm:cxn modelId="{1C4F39F7-B443-48D3-91D3-4EB5657D73AC}" srcId="{8E83B2FB-5ACD-44D9-AD3A-CD7C8FE0414B}" destId="{3D5F136D-DC9D-4614-A66F-241620E940FE}" srcOrd="0" destOrd="0" parTransId="{F5436DCB-ABA2-4A0C-B93C-E02FA0EF993B}" sibTransId="{147BC3EC-A816-4409-8D17-77ABC83AD535}"/>
    <dgm:cxn modelId="{B3B9E936-F4E9-4627-A93F-700C38BD0AF6}" type="presParOf" srcId="{9E18E737-E00A-44EC-89FD-5A1B7D737EE0}" destId="{A022EE43-6812-4601-B545-8C7DDD4205AB}" srcOrd="0" destOrd="0" presId="urn:microsoft.com/office/officeart/2016/7/layout/VerticalDownArrowProcess"/>
    <dgm:cxn modelId="{712B447A-27EF-4E33-AB23-F415E26B13C0}" type="presParOf" srcId="{A022EE43-6812-4601-B545-8C7DDD4205AB}" destId="{D5A2CB83-38D7-4E9E-AC59-CF68B809368A}" srcOrd="0" destOrd="0" presId="urn:microsoft.com/office/officeart/2016/7/layout/VerticalDownArrowProcess"/>
    <dgm:cxn modelId="{CA2CA4DA-F691-4781-BB78-3BA7715EA402}" type="presParOf" srcId="{A022EE43-6812-4601-B545-8C7DDD4205AB}" destId="{9DD6CC7C-EBAF-4BE6-BB46-B174F9A5311F}" srcOrd="1" destOrd="0" presId="urn:microsoft.com/office/officeart/2016/7/layout/VerticalDownArrowProcess"/>
    <dgm:cxn modelId="{78D715ED-926E-4717-BE32-576A809B5931}" type="presParOf" srcId="{9E18E737-E00A-44EC-89FD-5A1B7D737EE0}" destId="{0F60834E-3F0E-4533-8C75-82386E691C2A}" srcOrd="1" destOrd="0" presId="urn:microsoft.com/office/officeart/2016/7/layout/VerticalDownArrowProcess"/>
    <dgm:cxn modelId="{F1160136-7D75-403F-92E1-4E120660669F}" type="presParOf" srcId="{9E18E737-E00A-44EC-89FD-5A1B7D737EE0}" destId="{77F9288B-6E9A-4D5D-A0F6-2DF8157149DB}" srcOrd="2" destOrd="0" presId="urn:microsoft.com/office/officeart/2016/7/layout/VerticalDownArrowProcess"/>
    <dgm:cxn modelId="{4B493EF5-A89F-4B50-80C1-A44ABF54D600}" type="presParOf" srcId="{77F9288B-6E9A-4D5D-A0F6-2DF8157149DB}" destId="{EC120108-2979-4D89-9462-ADEB2F7A3735}" srcOrd="0" destOrd="0" presId="urn:microsoft.com/office/officeart/2016/7/layout/VerticalDownArrowProcess"/>
    <dgm:cxn modelId="{C26E2EE3-D707-4E6E-8DCB-09D8F6334275}" type="presParOf" srcId="{77F9288B-6E9A-4D5D-A0F6-2DF8157149DB}" destId="{5E3C5195-07D9-42F4-BA10-1A76996B21CC}" srcOrd="1" destOrd="0" presId="urn:microsoft.com/office/officeart/2016/7/layout/VerticalDownArrowProcess"/>
    <dgm:cxn modelId="{F5D285B8-4EEF-4369-9FC9-6497DD076722}" type="presParOf" srcId="{77F9288B-6E9A-4D5D-A0F6-2DF8157149DB}" destId="{21F1051F-2E3B-4E6C-AC98-E0B4A346B1D7}" srcOrd="2" destOrd="0" presId="urn:microsoft.com/office/officeart/2016/7/layout/VerticalDownArrowProcess"/>
    <dgm:cxn modelId="{F5C46115-0103-4811-837A-F4DCD85B9137}" type="presParOf" srcId="{9E18E737-E00A-44EC-89FD-5A1B7D737EE0}" destId="{99FB4D2C-22F4-4670-BB81-61A21DB24AE7}" srcOrd="3" destOrd="0" presId="urn:microsoft.com/office/officeart/2016/7/layout/VerticalDownArrowProcess"/>
    <dgm:cxn modelId="{0A060666-A860-4F2F-85C0-28BE9533CB74}" type="presParOf" srcId="{9E18E737-E00A-44EC-89FD-5A1B7D737EE0}" destId="{281BF983-B505-4B1C-8D1F-FB06880C00B0}" srcOrd="4" destOrd="0" presId="urn:microsoft.com/office/officeart/2016/7/layout/VerticalDownArrowProcess"/>
    <dgm:cxn modelId="{298EA2BE-2C56-4C0D-B494-055B15E30B1C}" type="presParOf" srcId="{281BF983-B505-4B1C-8D1F-FB06880C00B0}" destId="{E578A599-361D-4719-BD6D-51246C39E5F3}" srcOrd="0" destOrd="0" presId="urn:microsoft.com/office/officeart/2016/7/layout/VerticalDownArrowProcess"/>
    <dgm:cxn modelId="{C75C2854-A04C-4CBC-9425-B48770CB831C}" type="presParOf" srcId="{281BF983-B505-4B1C-8D1F-FB06880C00B0}" destId="{0A0EB9F1-213F-4BF3-B066-05A223092733}" srcOrd="1" destOrd="0" presId="urn:microsoft.com/office/officeart/2016/7/layout/VerticalDownArrowProcess"/>
    <dgm:cxn modelId="{75283A5C-4F52-491F-B6DE-469252EE0FCB}" type="presParOf" srcId="{281BF983-B505-4B1C-8D1F-FB06880C00B0}" destId="{49AAE944-4882-4A02-A5FF-90C315F1D43D}" srcOrd="2" destOrd="0" presId="urn:microsoft.com/office/officeart/2016/7/layout/VerticalDownArrowProcess"/>
    <dgm:cxn modelId="{3115FD7D-71D1-46E9-A680-AE80335F3A13}" type="presParOf" srcId="{9E18E737-E00A-44EC-89FD-5A1B7D737EE0}" destId="{F8723B41-BD16-4F04-A430-8947E7B3D011}" srcOrd="5" destOrd="0" presId="urn:microsoft.com/office/officeart/2016/7/layout/VerticalDownArrowProcess"/>
    <dgm:cxn modelId="{501A2822-E1CB-4B12-A334-2201A3BBB8BA}" type="presParOf" srcId="{9E18E737-E00A-44EC-89FD-5A1B7D737EE0}" destId="{87557C96-4ED4-4976-8FD2-CBF54227BF6D}" srcOrd="6" destOrd="0" presId="urn:microsoft.com/office/officeart/2016/7/layout/VerticalDownArrowProcess"/>
    <dgm:cxn modelId="{658CD04C-BB9E-4AF1-B327-510E4DE4CF28}" type="presParOf" srcId="{87557C96-4ED4-4976-8FD2-CBF54227BF6D}" destId="{6931F10F-B42A-4EBF-9D97-5182955F76F8}" srcOrd="0" destOrd="0" presId="urn:microsoft.com/office/officeart/2016/7/layout/VerticalDownArrowProcess"/>
    <dgm:cxn modelId="{3E6A1466-71AE-4300-B021-76F8F8A5ACB9}" type="presParOf" srcId="{87557C96-4ED4-4976-8FD2-CBF54227BF6D}" destId="{D2F61A14-B8D8-41B1-A272-D0F7C7B4503B}" srcOrd="1" destOrd="0" presId="urn:microsoft.com/office/officeart/2016/7/layout/VerticalDownArrowProcess"/>
    <dgm:cxn modelId="{07F64532-4553-411F-AFE2-19511ECC31CE}" type="presParOf" srcId="{87557C96-4ED4-4976-8FD2-CBF54227BF6D}" destId="{E33AD49F-99A5-477A-AAD3-744AADF5F71A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5B57D6B-798A-4B8B-82E7-2DB3994A5063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B78796-B01F-409F-A304-65772DE35B43}">
      <dgm:prSet/>
      <dgm:spPr/>
      <dgm:t>
        <a:bodyPr/>
        <a:lstStyle/>
        <a:p>
          <a:r>
            <a:rPr lang="en-US"/>
            <a:t>Rename</a:t>
          </a:r>
        </a:p>
      </dgm:t>
    </dgm:pt>
    <dgm:pt modelId="{77613AA3-EB70-4D6C-B622-9AD9FCF3B1D1}" type="parTrans" cxnId="{E207CD96-4F1A-4DE9-BFCE-022A47741786}">
      <dgm:prSet/>
      <dgm:spPr/>
      <dgm:t>
        <a:bodyPr/>
        <a:lstStyle/>
        <a:p>
          <a:endParaRPr lang="en-US"/>
        </a:p>
      </dgm:t>
    </dgm:pt>
    <dgm:pt modelId="{55FA9528-7B10-4129-AC79-DF57EDFA4282}" type="sibTrans" cxnId="{E207CD96-4F1A-4DE9-BFCE-022A47741786}">
      <dgm:prSet/>
      <dgm:spPr/>
      <dgm:t>
        <a:bodyPr/>
        <a:lstStyle/>
        <a:p>
          <a:endParaRPr lang="en-US"/>
        </a:p>
      </dgm:t>
    </dgm:pt>
    <dgm:pt modelId="{E2D0FD65-F6ED-4AB6-B2E1-BFC668FB3951}">
      <dgm:prSet/>
      <dgm:spPr/>
      <dgm:t>
        <a:bodyPr/>
        <a:lstStyle/>
        <a:p>
          <a:r>
            <a:rPr lang="en-US"/>
            <a:t>Rename columns</a:t>
          </a:r>
        </a:p>
      </dgm:t>
    </dgm:pt>
    <dgm:pt modelId="{CCD70C4C-5874-4585-8A2F-AD0934E9FA17}" type="parTrans" cxnId="{872625F3-4E9F-432A-A320-CBF885A08EB0}">
      <dgm:prSet/>
      <dgm:spPr/>
      <dgm:t>
        <a:bodyPr/>
        <a:lstStyle/>
        <a:p>
          <a:endParaRPr lang="en-US"/>
        </a:p>
      </dgm:t>
    </dgm:pt>
    <dgm:pt modelId="{A84988A0-E731-404C-9D04-53FFBC86CF05}" type="sibTrans" cxnId="{872625F3-4E9F-432A-A320-CBF885A08EB0}">
      <dgm:prSet/>
      <dgm:spPr/>
      <dgm:t>
        <a:bodyPr/>
        <a:lstStyle/>
        <a:p>
          <a:endParaRPr lang="en-US"/>
        </a:p>
      </dgm:t>
    </dgm:pt>
    <dgm:pt modelId="{71DA92DB-21D4-4DC3-9C5F-BCD83FE14362}">
      <dgm:prSet/>
      <dgm:spPr/>
      <dgm:t>
        <a:bodyPr/>
        <a:lstStyle/>
        <a:p>
          <a:r>
            <a:rPr lang="en-US"/>
            <a:t>Remove</a:t>
          </a:r>
        </a:p>
      </dgm:t>
    </dgm:pt>
    <dgm:pt modelId="{9647682E-24D5-4036-9911-F0BA1DFFEF46}" type="parTrans" cxnId="{A9C54EA5-C928-4B61-AC6D-1D42CC091D36}">
      <dgm:prSet/>
      <dgm:spPr/>
      <dgm:t>
        <a:bodyPr/>
        <a:lstStyle/>
        <a:p>
          <a:endParaRPr lang="en-US"/>
        </a:p>
      </dgm:t>
    </dgm:pt>
    <dgm:pt modelId="{FCF6ABED-E14E-4C5C-91A5-1AF369397905}" type="sibTrans" cxnId="{A9C54EA5-C928-4B61-AC6D-1D42CC091D36}">
      <dgm:prSet/>
      <dgm:spPr/>
      <dgm:t>
        <a:bodyPr/>
        <a:lstStyle/>
        <a:p>
          <a:endParaRPr lang="en-US"/>
        </a:p>
      </dgm:t>
    </dgm:pt>
    <dgm:pt modelId="{E2793CB9-E3F8-4ED9-91D3-CF062542547B}">
      <dgm:prSet/>
      <dgm:spPr/>
      <dgm:t>
        <a:bodyPr/>
        <a:lstStyle/>
        <a:p>
          <a:r>
            <a:rPr lang="en-US"/>
            <a:t>Remove duplicates and null values</a:t>
          </a:r>
        </a:p>
      </dgm:t>
    </dgm:pt>
    <dgm:pt modelId="{DD8CF69F-BC19-4439-806B-33FDED8A1AF9}" type="parTrans" cxnId="{1100CA73-C49D-4EE6-9CC9-88C68BD73E93}">
      <dgm:prSet/>
      <dgm:spPr/>
      <dgm:t>
        <a:bodyPr/>
        <a:lstStyle/>
        <a:p>
          <a:endParaRPr lang="en-US"/>
        </a:p>
      </dgm:t>
    </dgm:pt>
    <dgm:pt modelId="{B5E88B6F-93D8-4607-A95D-69F62DF59691}" type="sibTrans" cxnId="{1100CA73-C49D-4EE6-9CC9-88C68BD73E93}">
      <dgm:prSet/>
      <dgm:spPr/>
      <dgm:t>
        <a:bodyPr/>
        <a:lstStyle/>
        <a:p>
          <a:endParaRPr lang="en-US"/>
        </a:p>
      </dgm:t>
    </dgm:pt>
    <dgm:pt modelId="{B9F38502-4D60-40D7-89D0-BE2AB4268A77}">
      <dgm:prSet/>
      <dgm:spPr/>
      <dgm:t>
        <a:bodyPr/>
        <a:lstStyle/>
        <a:p>
          <a:r>
            <a:rPr lang="en-US"/>
            <a:t>Change</a:t>
          </a:r>
        </a:p>
      </dgm:t>
    </dgm:pt>
    <dgm:pt modelId="{67939450-6AF5-429B-B4F5-73FF4D4A1D5A}" type="parTrans" cxnId="{E71DC39C-E09F-4888-A16D-B2919B285EC0}">
      <dgm:prSet/>
      <dgm:spPr/>
      <dgm:t>
        <a:bodyPr/>
        <a:lstStyle/>
        <a:p>
          <a:endParaRPr lang="en-US"/>
        </a:p>
      </dgm:t>
    </dgm:pt>
    <dgm:pt modelId="{A4DD2F30-3E70-4577-9B1C-31724EF4331F}" type="sibTrans" cxnId="{E71DC39C-E09F-4888-A16D-B2919B285EC0}">
      <dgm:prSet/>
      <dgm:spPr/>
      <dgm:t>
        <a:bodyPr/>
        <a:lstStyle/>
        <a:p>
          <a:endParaRPr lang="en-US"/>
        </a:p>
      </dgm:t>
    </dgm:pt>
    <dgm:pt modelId="{F6053031-B742-43C5-A420-69726493EA43}">
      <dgm:prSet/>
      <dgm:spPr/>
      <dgm:t>
        <a:bodyPr/>
        <a:lstStyle/>
        <a:p>
          <a:r>
            <a:rPr lang="en-US"/>
            <a:t>Change data types</a:t>
          </a:r>
        </a:p>
      </dgm:t>
    </dgm:pt>
    <dgm:pt modelId="{94C41F64-6E28-4FBE-82EE-A4149C836AE7}" type="parTrans" cxnId="{C4FD7E74-9ED5-4C66-AEC7-BBA0D33BADE9}">
      <dgm:prSet/>
      <dgm:spPr/>
      <dgm:t>
        <a:bodyPr/>
        <a:lstStyle/>
        <a:p>
          <a:endParaRPr lang="en-US"/>
        </a:p>
      </dgm:t>
    </dgm:pt>
    <dgm:pt modelId="{CC8C306E-B0DC-4A2D-A1E2-8C653173C8D5}" type="sibTrans" cxnId="{C4FD7E74-9ED5-4C66-AEC7-BBA0D33BADE9}">
      <dgm:prSet/>
      <dgm:spPr/>
      <dgm:t>
        <a:bodyPr/>
        <a:lstStyle/>
        <a:p>
          <a:endParaRPr lang="en-US"/>
        </a:p>
      </dgm:t>
    </dgm:pt>
    <dgm:pt modelId="{9E0A4FFF-986C-4A02-A54E-D324B1034AD4}">
      <dgm:prSet/>
      <dgm:spPr/>
      <dgm:t>
        <a:bodyPr/>
        <a:lstStyle/>
        <a:p>
          <a:r>
            <a:rPr lang="en-US"/>
            <a:t>Filter and transform</a:t>
          </a:r>
        </a:p>
      </dgm:t>
    </dgm:pt>
    <dgm:pt modelId="{359E2183-EF0D-4CA0-A2B0-97900064069D}" type="parTrans" cxnId="{689034BE-8861-42E1-946F-596E3DFEB0F5}">
      <dgm:prSet/>
      <dgm:spPr/>
      <dgm:t>
        <a:bodyPr/>
        <a:lstStyle/>
        <a:p>
          <a:endParaRPr lang="en-US"/>
        </a:p>
      </dgm:t>
    </dgm:pt>
    <dgm:pt modelId="{F4E039B9-C98D-49C0-91CB-C6F158CC56EC}" type="sibTrans" cxnId="{689034BE-8861-42E1-946F-596E3DFEB0F5}">
      <dgm:prSet/>
      <dgm:spPr/>
      <dgm:t>
        <a:bodyPr/>
        <a:lstStyle/>
        <a:p>
          <a:endParaRPr lang="en-US"/>
        </a:p>
      </dgm:t>
    </dgm:pt>
    <dgm:pt modelId="{79768A94-D29D-46FD-ABD0-101B88E31259}">
      <dgm:prSet/>
      <dgm:spPr/>
      <dgm:t>
        <a:bodyPr/>
        <a:lstStyle/>
        <a:p>
          <a:r>
            <a:rPr lang="en-US"/>
            <a:t>Filter and transform rows</a:t>
          </a:r>
        </a:p>
      </dgm:t>
    </dgm:pt>
    <dgm:pt modelId="{86C6F83C-F78F-4A8C-8848-EE721584A30E}" type="parTrans" cxnId="{A367010B-2BC1-4372-8A24-D544C872BD55}">
      <dgm:prSet/>
      <dgm:spPr/>
      <dgm:t>
        <a:bodyPr/>
        <a:lstStyle/>
        <a:p>
          <a:endParaRPr lang="en-US"/>
        </a:p>
      </dgm:t>
    </dgm:pt>
    <dgm:pt modelId="{C039257D-1859-48F3-8528-A3FC581D8400}" type="sibTrans" cxnId="{A367010B-2BC1-4372-8A24-D544C872BD55}">
      <dgm:prSet/>
      <dgm:spPr/>
      <dgm:t>
        <a:bodyPr/>
        <a:lstStyle/>
        <a:p>
          <a:endParaRPr lang="en-US"/>
        </a:p>
      </dgm:t>
    </dgm:pt>
    <dgm:pt modelId="{C5CDED50-1E32-4F2C-AB65-82B1DC792DAD}">
      <dgm:prSet/>
      <dgm:spPr/>
      <dgm:t>
        <a:bodyPr/>
        <a:lstStyle/>
        <a:p>
          <a:r>
            <a:rPr lang="en-US"/>
            <a:t>Apply and load</a:t>
          </a:r>
        </a:p>
      </dgm:t>
    </dgm:pt>
    <dgm:pt modelId="{6247FEDF-ACC0-4A94-86C4-12C50B926851}" type="parTrans" cxnId="{B33F183E-F4B6-4B33-8A37-0FD002C0DFED}">
      <dgm:prSet/>
      <dgm:spPr/>
      <dgm:t>
        <a:bodyPr/>
        <a:lstStyle/>
        <a:p>
          <a:endParaRPr lang="en-US"/>
        </a:p>
      </dgm:t>
    </dgm:pt>
    <dgm:pt modelId="{9B35F793-8D89-403A-B029-03688EA0531E}" type="sibTrans" cxnId="{B33F183E-F4B6-4B33-8A37-0FD002C0DFED}">
      <dgm:prSet/>
      <dgm:spPr/>
      <dgm:t>
        <a:bodyPr/>
        <a:lstStyle/>
        <a:p>
          <a:endParaRPr lang="en-US"/>
        </a:p>
      </dgm:t>
    </dgm:pt>
    <dgm:pt modelId="{1A45C5DA-C1AA-4A91-BF3E-08FC81B2672A}">
      <dgm:prSet/>
      <dgm:spPr/>
      <dgm:t>
        <a:bodyPr/>
        <a:lstStyle/>
        <a:p>
          <a:r>
            <a:rPr lang="en-US"/>
            <a:t>Apply and load cleaned data</a:t>
          </a:r>
        </a:p>
      </dgm:t>
    </dgm:pt>
    <dgm:pt modelId="{EC27B729-8F2E-4AC4-807F-1725F230C400}" type="parTrans" cxnId="{81ACAFE8-DD8F-4B5B-A833-5D1FBE20ECFF}">
      <dgm:prSet/>
      <dgm:spPr/>
      <dgm:t>
        <a:bodyPr/>
        <a:lstStyle/>
        <a:p>
          <a:endParaRPr lang="en-US"/>
        </a:p>
      </dgm:t>
    </dgm:pt>
    <dgm:pt modelId="{B9E522AC-F557-457A-8205-7F64B4E4514B}" type="sibTrans" cxnId="{81ACAFE8-DD8F-4B5B-A833-5D1FBE20ECFF}">
      <dgm:prSet/>
      <dgm:spPr/>
      <dgm:t>
        <a:bodyPr/>
        <a:lstStyle/>
        <a:p>
          <a:endParaRPr lang="en-US"/>
        </a:p>
      </dgm:t>
    </dgm:pt>
    <dgm:pt modelId="{E78A4A2B-491E-476A-AC09-46600C83880C}" type="pres">
      <dgm:prSet presAssocID="{C5B57D6B-798A-4B8B-82E7-2DB3994A5063}" presName="Name0" presStyleCnt="0">
        <dgm:presLayoutVars>
          <dgm:dir/>
          <dgm:animLvl val="lvl"/>
          <dgm:resizeHandles val="exact"/>
        </dgm:presLayoutVars>
      </dgm:prSet>
      <dgm:spPr/>
    </dgm:pt>
    <dgm:pt modelId="{F064CD43-8C32-4974-B164-38C910D7312C}" type="pres">
      <dgm:prSet presAssocID="{C5CDED50-1E32-4F2C-AB65-82B1DC792DAD}" presName="boxAndChildren" presStyleCnt="0"/>
      <dgm:spPr/>
    </dgm:pt>
    <dgm:pt modelId="{4F3ADED4-1922-4A2D-B899-78BBDC06FA83}" type="pres">
      <dgm:prSet presAssocID="{C5CDED50-1E32-4F2C-AB65-82B1DC792DAD}" presName="parentTextBox" presStyleLbl="alignNode1" presStyleIdx="0" presStyleCnt="5"/>
      <dgm:spPr/>
    </dgm:pt>
    <dgm:pt modelId="{40CC091F-D840-42F9-9505-815F88A44688}" type="pres">
      <dgm:prSet presAssocID="{C5CDED50-1E32-4F2C-AB65-82B1DC792DAD}" presName="descendantBox" presStyleLbl="bgAccFollowNode1" presStyleIdx="0" presStyleCnt="5"/>
      <dgm:spPr/>
    </dgm:pt>
    <dgm:pt modelId="{62807F05-7307-4B9E-8F00-B83FA4C9538E}" type="pres">
      <dgm:prSet presAssocID="{F4E039B9-C98D-49C0-91CB-C6F158CC56EC}" presName="sp" presStyleCnt="0"/>
      <dgm:spPr/>
    </dgm:pt>
    <dgm:pt modelId="{52DBE600-3C55-4270-AFE2-A19D9C3B23E7}" type="pres">
      <dgm:prSet presAssocID="{9E0A4FFF-986C-4A02-A54E-D324B1034AD4}" presName="arrowAndChildren" presStyleCnt="0"/>
      <dgm:spPr/>
    </dgm:pt>
    <dgm:pt modelId="{F8DCBCF2-FDD5-45FD-9BBD-37AE1EF81E3C}" type="pres">
      <dgm:prSet presAssocID="{9E0A4FFF-986C-4A02-A54E-D324B1034AD4}" presName="parentTextArrow" presStyleLbl="node1" presStyleIdx="0" presStyleCnt="0"/>
      <dgm:spPr/>
    </dgm:pt>
    <dgm:pt modelId="{ABB3EC71-8566-428D-9FB6-BBE4EA809FD0}" type="pres">
      <dgm:prSet presAssocID="{9E0A4FFF-986C-4A02-A54E-D324B1034AD4}" presName="arrow" presStyleLbl="alignNode1" presStyleIdx="1" presStyleCnt="5"/>
      <dgm:spPr/>
    </dgm:pt>
    <dgm:pt modelId="{7F17B609-4EB0-47E3-A4B2-13331CB94D1C}" type="pres">
      <dgm:prSet presAssocID="{9E0A4FFF-986C-4A02-A54E-D324B1034AD4}" presName="descendantArrow" presStyleLbl="bgAccFollowNode1" presStyleIdx="1" presStyleCnt="5"/>
      <dgm:spPr/>
    </dgm:pt>
    <dgm:pt modelId="{23A1FD65-82E6-4FC5-86AA-B49BEA6E9C38}" type="pres">
      <dgm:prSet presAssocID="{A4DD2F30-3E70-4577-9B1C-31724EF4331F}" presName="sp" presStyleCnt="0"/>
      <dgm:spPr/>
    </dgm:pt>
    <dgm:pt modelId="{E0792283-A859-4B3C-9B8A-0827B6C034B6}" type="pres">
      <dgm:prSet presAssocID="{B9F38502-4D60-40D7-89D0-BE2AB4268A77}" presName="arrowAndChildren" presStyleCnt="0"/>
      <dgm:spPr/>
    </dgm:pt>
    <dgm:pt modelId="{20749A13-AAD3-414D-BF50-E430C6ADB8BB}" type="pres">
      <dgm:prSet presAssocID="{B9F38502-4D60-40D7-89D0-BE2AB4268A77}" presName="parentTextArrow" presStyleLbl="node1" presStyleIdx="0" presStyleCnt="0"/>
      <dgm:spPr/>
    </dgm:pt>
    <dgm:pt modelId="{DFE20B5E-0C89-4353-9577-5C99A6EEB744}" type="pres">
      <dgm:prSet presAssocID="{B9F38502-4D60-40D7-89D0-BE2AB4268A77}" presName="arrow" presStyleLbl="alignNode1" presStyleIdx="2" presStyleCnt="5"/>
      <dgm:spPr/>
    </dgm:pt>
    <dgm:pt modelId="{BD74C9AF-60BE-4EA1-A688-1B93E9DA1A15}" type="pres">
      <dgm:prSet presAssocID="{B9F38502-4D60-40D7-89D0-BE2AB4268A77}" presName="descendantArrow" presStyleLbl="bgAccFollowNode1" presStyleIdx="2" presStyleCnt="5"/>
      <dgm:spPr/>
    </dgm:pt>
    <dgm:pt modelId="{46C2F83C-8BD4-4D3C-B4C5-A13AA143A7AE}" type="pres">
      <dgm:prSet presAssocID="{FCF6ABED-E14E-4C5C-91A5-1AF369397905}" presName="sp" presStyleCnt="0"/>
      <dgm:spPr/>
    </dgm:pt>
    <dgm:pt modelId="{CF66668F-0E43-4D09-98F6-7FE4EA65D7E7}" type="pres">
      <dgm:prSet presAssocID="{71DA92DB-21D4-4DC3-9C5F-BCD83FE14362}" presName="arrowAndChildren" presStyleCnt="0"/>
      <dgm:spPr/>
    </dgm:pt>
    <dgm:pt modelId="{3670930A-9112-4F1B-9FD9-82909A885694}" type="pres">
      <dgm:prSet presAssocID="{71DA92DB-21D4-4DC3-9C5F-BCD83FE14362}" presName="parentTextArrow" presStyleLbl="node1" presStyleIdx="0" presStyleCnt="0"/>
      <dgm:spPr/>
    </dgm:pt>
    <dgm:pt modelId="{35FDEBF3-5F02-40C1-A6E5-F0588A34AF34}" type="pres">
      <dgm:prSet presAssocID="{71DA92DB-21D4-4DC3-9C5F-BCD83FE14362}" presName="arrow" presStyleLbl="alignNode1" presStyleIdx="3" presStyleCnt="5"/>
      <dgm:spPr/>
    </dgm:pt>
    <dgm:pt modelId="{A7A76E00-E95D-4199-90FF-8335988897B1}" type="pres">
      <dgm:prSet presAssocID="{71DA92DB-21D4-4DC3-9C5F-BCD83FE14362}" presName="descendantArrow" presStyleLbl="bgAccFollowNode1" presStyleIdx="3" presStyleCnt="5"/>
      <dgm:spPr/>
    </dgm:pt>
    <dgm:pt modelId="{8035E5D3-11F3-454A-A6B9-A98CD4B6E49C}" type="pres">
      <dgm:prSet presAssocID="{55FA9528-7B10-4129-AC79-DF57EDFA4282}" presName="sp" presStyleCnt="0"/>
      <dgm:spPr/>
    </dgm:pt>
    <dgm:pt modelId="{98EF2426-344C-49ED-AE2F-3770D08E703D}" type="pres">
      <dgm:prSet presAssocID="{C9B78796-B01F-409F-A304-65772DE35B43}" presName="arrowAndChildren" presStyleCnt="0"/>
      <dgm:spPr/>
    </dgm:pt>
    <dgm:pt modelId="{4C7E452F-B244-4241-AC04-51938A10BAE6}" type="pres">
      <dgm:prSet presAssocID="{C9B78796-B01F-409F-A304-65772DE35B43}" presName="parentTextArrow" presStyleLbl="node1" presStyleIdx="0" presStyleCnt="0"/>
      <dgm:spPr/>
    </dgm:pt>
    <dgm:pt modelId="{60B7F9F5-49CA-46A8-AFD3-BAC405D6825B}" type="pres">
      <dgm:prSet presAssocID="{C9B78796-B01F-409F-A304-65772DE35B43}" presName="arrow" presStyleLbl="alignNode1" presStyleIdx="4" presStyleCnt="5"/>
      <dgm:spPr/>
    </dgm:pt>
    <dgm:pt modelId="{D82A7A22-A6AD-4FA8-8BCF-2E50635C0821}" type="pres">
      <dgm:prSet presAssocID="{C9B78796-B01F-409F-A304-65772DE35B43}" presName="descendantArrow" presStyleLbl="bgAccFollowNode1" presStyleIdx="4" presStyleCnt="5"/>
      <dgm:spPr/>
    </dgm:pt>
  </dgm:ptLst>
  <dgm:cxnLst>
    <dgm:cxn modelId="{A367010B-2BC1-4372-8A24-D544C872BD55}" srcId="{9E0A4FFF-986C-4A02-A54E-D324B1034AD4}" destId="{79768A94-D29D-46FD-ABD0-101B88E31259}" srcOrd="0" destOrd="0" parTransId="{86C6F83C-F78F-4A8C-8848-EE721584A30E}" sibTransId="{C039257D-1859-48F3-8528-A3FC581D8400}"/>
    <dgm:cxn modelId="{5A222D28-FFDE-44E9-92EB-7FB9AACB65AA}" type="presOf" srcId="{C9B78796-B01F-409F-A304-65772DE35B43}" destId="{60B7F9F5-49CA-46A8-AFD3-BAC405D6825B}" srcOrd="1" destOrd="0" presId="urn:microsoft.com/office/officeart/2016/7/layout/VerticalDownArrowProcess"/>
    <dgm:cxn modelId="{67EAD630-CDBD-43ED-94BE-098E79719CBD}" type="presOf" srcId="{71DA92DB-21D4-4DC3-9C5F-BCD83FE14362}" destId="{3670930A-9112-4F1B-9FD9-82909A885694}" srcOrd="0" destOrd="0" presId="urn:microsoft.com/office/officeart/2016/7/layout/VerticalDownArrowProcess"/>
    <dgm:cxn modelId="{B33F183E-F4B6-4B33-8A37-0FD002C0DFED}" srcId="{C5B57D6B-798A-4B8B-82E7-2DB3994A5063}" destId="{C5CDED50-1E32-4F2C-AB65-82B1DC792DAD}" srcOrd="4" destOrd="0" parTransId="{6247FEDF-ACC0-4A94-86C4-12C50B926851}" sibTransId="{9B35F793-8D89-403A-B029-03688EA0531E}"/>
    <dgm:cxn modelId="{CAFE9B6E-666C-49A5-B5E2-332D00393476}" type="presOf" srcId="{9E0A4FFF-986C-4A02-A54E-D324B1034AD4}" destId="{ABB3EC71-8566-428D-9FB6-BBE4EA809FD0}" srcOrd="1" destOrd="0" presId="urn:microsoft.com/office/officeart/2016/7/layout/VerticalDownArrowProcess"/>
    <dgm:cxn modelId="{1100CA73-C49D-4EE6-9CC9-88C68BD73E93}" srcId="{71DA92DB-21D4-4DC3-9C5F-BCD83FE14362}" destId="{E2793CB9-E3F8-4ED9-91D3-CF062542547B}" srcOrd="0" destOrd="0" parTransId="{DD8CF69F-BC19-4439-806B-33FDED8A1AF9}" sibTransId="{B5E88B6F-93D8-4607-A95D-69F62DF59691}"/>
    <dgm:cxn modelId="{C4FD7E74-9ED5-4C66-AEC7-BBA0D33BADE9}" srcId="{B9F38502-4D60-40D7-89D0-BE2AB4268A77}" destId="{F6053031-B742-43C5-A420-69726493EA43}" srcOrd="0" destOrd="0" parTransId="{94C41F64-6E28-4FBE-82EE-A4149C836AE7}" sibTransId="{CC8C306E-B0DC-4A2D-A1E2-8C653173C8D5}"/>
    <dgm:cxn modelId="{F036A57C-1A27-4211-9E01-B7BA429E4B31}" type="presOf" srcId="{E2D0FD65-F6ED-4AB6-B2E1-BFC668FB3951}" destId="{D82A7A22-A6AD-4FA8-8BCF-2E50635C0821}" srcOrd="0" destOrd="0" presId="urn:microsoft.com/office/officeart/2016/7/layout/VerticalDownArrowProcess"/>
    <dgm:cxn modelId="{6C94DF86-93EC-43FA-BC2F-30D5399581A0}" type="presOf" srcId="{C5B57D6B-798A-4B8B-82E7-2DB3994A5063}" destId="{E78A4A2B-491E-476A-AC09-46600C83880C}" srcOrd="0" destOrd="0" presId="urn:microsoft.com/office/officeart/2016/7/layout/VerticalDownArrowProcess"/>
    <dgm:cxn modelId="{374D0B8E-F149-46A1-8287-ADBA37A099D8}" type="presOf" srcId="{79768A94-D29D-46FD-ABD0-101B88E31259}" destId="{7F17B609-4EB0-47E3-A4B2-13331CB94D1C}" srcOrd="0" destOrd="0" presId="urn:microsoft.com/office/officeart/2016/7/layout/VerticalDownArrowProcess"/>
    <dgm:cxn modelId="{3D19BD8E-501B-4A19-8220-933D8CFCC294}" type="presOf" srcId="{9E0A4FFF-986C-4A02-A54E-D324B1034AD4}" destId="{F8DCBCF2-FDD5-45FD-9BBD-37AE1EF81E3C}" srcOrd="0" destOrd="0" presId="urn:microsoft.com/office/officeart/2016/7/layout/VerticalDownArrowProcess"/>
    <dgm:cxn modelId="{E207CD96-4F1A-4DE9-BFCE-022A47741786}" srcId="{C5B57D6B-798A-4B8B-82E7-2DB3994A5063}" destId="{C9B78796-B01F-409F-A304-65772DE35B43}" srcOrd="0" destOrd="0" parTransId="{77613AA3-EB70-4D6C-B622-9AD9FCF3B1D1}" sibTransId="{55FA9528-7B10-4129-AC79-DF57EDFA4282}"/>
    <dgm:cxn modelId="{E71DC39C-E09F-4888-A16D-B2919B285EC0}" srcId="{C5B57D6B-798A-4B8B-82E7-2DB3994A5063}" destId="{B9F38502-4D60-40D7-89D0-BE2AB4268A77}" srcOrd="2" destOrd="0" parTransId="{67939450-6AF5-429B-B4F5-73FF4D4A1D5A}" sibTransId="{A4DD2F30-3E70-4577-9B1C-31724EF4331F}"/>
    <dgm:cxn modelId="{A9C54EA5-C928-4B61-AC6D-1D42CC091D36}" srcId="{C5B57D6B-798A-4B8B-82E7-2DB3994A5063}" destId="{71DA92DB-21D4-4DC3-9C5F-BCD83FE14362}" srcOrd="1" destOrd="0" parTransId="{9647682E-24D5-4036-9911-F0BA1DFFEF46}" sibTransId="{FCF6ABED-E14E-4C5C-91A5-1AF369397905}"/>
    <dgm:cxn modelId="{E4D40DAD-0CD5-4723-8BCE-CBBC2C7D906F}" type="presOf" srcId="{C5CDED50-1E32-4F2C-AB65-82B1DC792DAD}" destId="{4F3ADED4-1922-4A2D-B899-78BBDC06FA83}" srcOrd="0" destOrd="0" presId="urn:microsoft.com/office/officeart/2016/7/layout/VerticalDownArrowProcess"/>
    <dgm:cxn modelId="{647EFBAD-B3B8-46F5-83E2-647AA5900FB0}" type="presOf" srcId="{B9F38502-4D60-40D7-89D0-BE2AB4268A77}" destId="{20749A13-AAD3-414D-BF50-E430C6ADB8BB}" srcOrd="0" destOrd="0" presId="urn:microsoft.com/office/officeart/2016/7/layout/VerticalDownArrowProcess"/>
    <dgm:cxn modelId="{03F490B1-4A87-476F-888E-8A22B54FB10A}" type="presOf" srcId="{C9B78796-B01F-409F-A304-65772DE35B43}" destId="{4C7E452F-B244-4241-AC04-51938A10BAE6}" srcOrd="0" destOrd="0" presId="urn:microsoft.com/office/officeart/2016/7/layout/VerticalDownArrowProcess"/>
    <dgm:cxn modelId="{5E355DBA-0CB1-43CD-B915-92C3EB9F5872}" type="presOf" srcId="{E2793CB9-E3F8-4ED9-91D3-CF062542547B}" destId="{A7A76E00-E95D-4199-90FF-8335988897B1}" srcOrd="0" destOrd="0" presId="urn:microsoft.com/office/officeart/2016/7/layout/VerticalDownArrowProcess"/>
    <dgm:cxn modelId="{689034BE-8861-42E1-946F-596E3DFEB0F5}" srcId="{C5B57D6B-798A-4B8B-82E7-2DB3994A5063}" destId="{9E0A4FFF-986C-4A02-A54E-D324B1034AD4}" srcOrd="3" destOrd="0" parTransId="{359E2183-EF0D-4CA0-A2B0-97900064069D}" sibTransId="{F4E039B9-C98D-49C0-91CB-C6F158CC56EC}"/>
    <dgm:cxn modelId="{8AF5E5C3-5740-4D04-88BD-FDE9E99D5BC8}" type="presOf" srcId="{F6053031-B742-43C5-A420-69726493EA43}" destId="{BD74C9AF-60BE-4EA1-A688-1B93E9DA1A15}" srcOrd="0" destOrd="0" presId="urn:microsoft.com/office/officeart/2016/7/layout/VerticalDownArrowProcess"/>
    <dgm:cxn modelId="{8CC88ED3-D767-471C-8554-054001B4F806}" type="presOf" srcId="{1A45C5DA-C1AA-4A91-BF3E-08FC81B2672A}" destId="{40CC091F-D840-42F9-9505-815F88A44688}" srcOrd="0" destOrd="0" presId="urn:microsoft.com/office/officeart/2016/7/layout/VerticalDownArrowProcess"/>
    <dgm:cxn modelId="{1AC411DA-77C0-4725-B73E-F2BA068E5E20}" type="presOf" srcId="{71DA92DB-21D4-4DC3-9C5F-BCD83FE14362}" destId="{35FDEBF3-5F02-40C1-A6E5-F0588A34AF34}" srcOrd="1" destOrd="0" presId="urn:microsoft.com/office/officeart/2016/7/layout/VerticalDownArrowProcess"/>
    <dgm:cxn modelId="{997DDCE3-F9E6-47CB-B2E4-6330C1922B13}" type="presOf" srcId="{B9F38502-4D60-40D7-89D0-BE2AB4268A77}" destId="{DFE20B5E-0C89-4353-9577-5C99A6EEB744}" srcOrd="1" destOrd="0" presId="urn:microsoft.com/office/officeart/2016/7/layout/VerticalDownArrowProcess"/>
    <dgm:cxn modelId="{81ACAFE8-DD8F-4B5B-A833-5D1FBE20ECFF}" srcId="{C5CDED50-1E32-4F2C-AB65-82B1DC792DAD}" destId="{1A45C5DA-C1AA-4A91-BF3E-08FC81B2672A}" srcOrd="0" destOrd="0" parTransId="{EC27B729-8F2E-4AC4-807F-1725F230C400}" sibTransId="{B9E522AC-F557-457A-8205-7F64B4E4514B}"/>
    <dgm:cxn modelId="{872625F3-4E9F-432A-A320-CBF885A08EB0}" srcId="{C9B78796-B01F-409F-A304-65772DE35B43}" destId="{E2D0FD65-F6ED-4AB6-B2E1-BFC668FB3951}" srcOrd="0" destOrd="0" parTransId="{CCD70C4C-5874-4585-8A2F-AD0934E9FA17}" sibTransId="{A84988A0-E731-404C-9D04-53FFBC86CF05}"/>
    <dgm:cxn modelId="{9B755B94-958B-4FF5-A454-B28359264FF1}" type="presParOf" srcId="{E78A4A2B-491E-476A-AC09-46600C83880C}" destId="{F064CD43-8C32-4974-B164-38C910D7312C}" srcOrd="0" destOrd="0" presId="urn:microsoft.com/office/officeart/2016/7/layout/VerticalDownArrowProcess"/>
    <dgm:cxn modelId="{5142026F-8F08-4E9B-8064-382EACC79650}" type="presParOf" srcId="{F064CD43-8C32-4974-B164-38C910D7312C}" destId="{4F3ADED4-1922-4A2D-B899-78BBDC06FA83}" srcOrd="0" destOrd="0" presId="urn:microsoft.com/office/officeart/2016/7/layout/VerticalDownArrowProcess"/>
    <dgm:cxn modelId="{65C2B9F2-3E03-47A6-9490-E3F92904E444}" type="presParOf" srcId="{F064CD43-8C32-4974-B164-38C910D7312C}" destId="{40CC091F-D840-42F9-9505-815F88A44688}" srcOrd="1" destOrd="0" presId="urn:microsoft.com/office/officeart/2016/7/layout/VerticalDownArrowProcess"/>
    <dgm:cxn modelId="{1A84E860-FFC4-4564-85F2-BEDBF3ABD11E}" type="presParOf" srcId="{E78A4A2B-491E-476A-AC09-46600C83880C}" destId="{62807F05-7307-4B9E-8F00-B83FA4C9538E}" srcOrd="1" destOrd="0" presId="urn:microsoft.com/office/officeart/2016/7/layout/VerticalDownArrowProcess"/>
    <dgm:cxn modelId="{9DC40B0F-0D39-4D7F-B167-A497B8DA2E13}" type="presParOf" srcId="{E78A4A2B-491E-476A-AC09-46600C83880C}" destId="{52DBE600-3C55-4270-AFE2-A19D9C3B23E7}" srcOrd="2" destOrd="0" presId="urn:microsoft.com/office/officeart/2016/7/layout/VerticalDownArrowProcess"/>
    <dgm:cxn modelId="{BFF49410-6D6A-4C39-A095-1CD8C89D59E3}" type="presParOf" srcId="{52DBE600-3C55-4270-AFE2-A19D9C3B23E7}" destId="{F8DCBCF2-FDD5-45FD-9BBD-37AE1EF81E3C}" srcOrd="0" destOrd="0" presId="urn:microsoft.com/office/officeart/2016/7/layout/VerticalDownArrowProcess"/>
    <dgm:cxn modelId="{8E34C363-1FA4-4482-B0FB-E22CF7291533}" type="presParOf" srcId="{52DBE600-3C55-4270-AFE2-A19D9C3B23E7}" destId="{ABB3EC71-8566-428D-9FB6-BBE4EA809FD0}" srcOrd="1" destOrd="0" presId="urn:microsoft.com/office/officeart/2016/7/layout/VerticalDownArrowProcess"/>
    <dgm:cxn modelId="{EA757550-A143-4FE9-AB3E-954097D64641}" type="presParOf" srcId="{52DBE600-3C55-4270-AFE2-A19D9C3B23E7}" destId="{7F17B609-4EB0-47E3-A4B2-13331CB94D1C}" srcOrd="2" destOrd="0" presId="urn:microsoft.com/office/officeart/2016/7/layout/VerticalDownArrowProcess"/>
    <dgm:cxn modelId="{B410D9D4-B4C5-4EA2-B0BC-38C8BA4A7961}" type="presParOf" srcId="{E78A4A2B-491E-476A-AC09-46600C83880C}" destId="{23A1FD65-82E6-4FC5-86AA-B49BEA6E9C38}" srcOrd="3" destOrd="0" presId="urn:microsoft.com/office/officeart/2016/7/layout/VerticalDownArrowProcess"/>
    <dgm:cxn modelId="{8406F59B-8020-4AF4-AC32-0AFE3CDBA789}" type="presParOf" srcId="{E78A4A2B-491E-476A-AC09-46600C83880C}" destId="{E0792283-A859-4B3C-9B8A-0827B6C034B6}" srcOrd="4" destOrd="0" presId="urn:microsoft.com/office/officeart/2016/7/layout/VerticalDownArrowProcess"/>
    <dgm:cxn modelId="{773FA249-7DA4-476C-91C4-7568A07CA566}" type="presParOf" srcId="{E0792283-A859-4B3C-9B8A-0827B6C034B6}" destId="{20749A13-AAD3-414D-BF50-E430C6ADB8BB}" srcOrd="0" destOrd="0" presId="urn:microsoft.com/office/officeart/2016/7/layout/VerticalDownArrowProcess"/>
    <dgm:cxn modelId="{4E216BB3-4622-4FAF-B8F9-EB0FF655E9FE}" type="presParOf" srcId="{E0792283-A859-4B3C-9B8A-0827B6C034B6}" destId="{DFE20B5E-0C89-4353-9577-5C99A6EEB744}" srcOrd="1" destOrd="0" presId="urn:microsoft.com/office/officeart/2016/7/layout/VerticalDownArrowProcess"/>
    <dgm:cxn modelId="{D979E30B-CAF2-455E-9DA6-D3861D446E78}" type="presParOf" srcId="{E0792283-A859-4B3C-9B8A-0827B6C034B6}" destId="{BD74C9AF-60BE-4EA1-A688-1B93E9DA1A15}" srcOrd="2" destOrd="0" presId="urn:microsoft.com/office/officeart/2016/7/layout/VerticalDownArrowProcess"/>
    <dgm:cxn modelId="{6B90A0CA-2059-4FF3-8891-FC227C0083E8}" type="presParOf" srcId="{E78A4A2B-491E-476A-AC09-46600C83880C}" destId="{46C2F83C-8BD4-4D3C-B4C5-A13AA143A7AE}" srcOrd="5" destOrd="0" presId="urn:microsoft.com/office/officeart/2016/7/layout/VerticalDownArrowProcess"/>
    <dgm:cxn modelId="{6D3FB269-1570-4E7C-A9E4-A1C33BD3E55F}" type="presParOf" srcId="{E78A4A2B-491E-476A-AC09-46600C83880C}" destId="{CF66668F-0E43-4D09-98F6-7FE4EA65D7E7}" srcOrd="6" destOrd="0" presId="urn:microsoft.com/office/officeart/2016/7/layout/VerticalDownArrowProcess"/>
    <dgm:cxn modelId="{17E66BD8-6BA0-4F53-8D38-DE1DA9FEA7D1}" type="presParOf" srcId="{CF66668F-0E43-4D09-98F6-7FE4EA65D7E7}" destId="{3670930A-9112-4F1B-9FD9-82909A885694}" srcOrd="0" destOrd="0" presId="urn:microsoft.com/office/officeart/2016/7/layout/VerticalDownArrowProcess"/>
    <dgm:cxn modelId="{DC5F0E09-CFED-4900-838E-7F3F57C4104F}" type="presParOf" srcId="{CF66668F-0E43-4D09-98F6-7FE4EA65D7E7}" destId="{35FDEBF3-5F02-40C1-A6E5-F0588A34AF34}" srcOrd="1" destOrd="0" presId="urn:microsoft.com/office/officeart/2016/7/layout/VerticalDownArrowProcess"/>
    <dgm:cxn modelId="{D16612B5-EA72-40E7-B7CD-2BE13F8DB786}" type="presParOf" srcId="{CF66668F-0E43-4D09-98F6-7FE4EA65D7E7}" destId="{A7A76E00-E95D-4199-90FF-8335988897B1}" srcOrd="2" destOrd="0" presId="urn:microsoft.com/office/officeart/2016/7/layout/VerticalDownArrowProcess"/>
    <dgm:cxn modelId="{A8F84F9E-D5C0-4F49-BFAB-673B56348F6B}" type="presParOf" srcId="{E78A4A2B-491E-476A-AC09-46600C83880C}" destId="{8035E5D3-11F3-454A-A6B9-A98CD4B6E49C}" srcOrd="7" destOrd="0" presId="urn:microsoft.com/office/officeart/2016/7/layout/VerticalDownArrowProcess"/>
    <dgm:cxn modelId="{0F31127B-3D8A-443C-BB05-976C1A86D47A}" type="presParOf" srcId="{E78A4A2B-491E-476A-AC09-46600C83880C}" destId="{98EF2426-344C-49ED-AE2F-3770D08E703D}" srcOrd="8" destOrd="0" presId="urn:microsoft.com/office/officeart/2016/7/layout/VerticalDownArrowProcess"/>
    <dgm:cxn modelId="{C3A5DD1E-D5D5-4EFC-901E-679F1434E78F}" type="presParOf" srcId="{98EF2426-344C-49ED-AE2F-3770D08E703D}" destId="{4C7E452F-B244-4241-AC04-51938A10BAE6}" srcOrd="0" destOrd="0" presId="urn:microsoft.com/office/officeart/2016/7/layout/VerticalDownArrowProcess"/>
    <dgm:cxn modelId="{18847927-3AA1-4C53-9375-908DAF3BBFFD}" type="presParOf" srcId="{98EF2426-344C-49ED-AE2F-3770D08E703D}" destId="{60B7F9F5-49CA-46A8-AFD3-BAC405D6825B}" srcOrd="1" destOrd="0" presId="urn:microsoft.com/office/officeart/2016/7/layout/VerticalDownArrowProcess"/>
    <dgm:cxn modelId="{D7D0A796-90FB-4720-9945-085C711B88BC}" type="presParOf" srcId="{98EF2426-344C-49ED-AE2F-3770D08E703D}" destId="{D82A7A22-A6AD-4FA8-8BCF-2E50635C082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5683FE-713E-4328-BABF-7A7ABD649F3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AEE129-4923-4828-A66D-6E62130EBCEC}">
      <dgm:prSet/>
      <dgm:spPr/>
      <dgm:t>
        <a:bodyPr/>
        <a:lstStyle/>
        <a:p>
          <a:r>
            <a:rPr lang="en-US" dirty="0"/>
            <a:t>Objective: Clean a messy chocolate sales dataset</a:t>
          </a:r>
        </a:p>
      </dgm:t>
    </dgm:pt>
    <dgm:pt modelId="{E571915F-051D-45E5-AA73-B1E977E6985C}" type="parTrans" cxnId="{9F2B5359-D7FE-4BB8-A19E-16A13091A85A}">
      <dgm:prSet/>
      <dgm:spPr/>
      <dgm:t>
        <a:bodyPr/>
        <a:lstStyle/>
        <a:p>
          <a:endParaRPr lang="en-US"/>
        </a:p>
      </dgm:t>
    </dgm:pt>
    <dgm:pt modelId="{8C863D97-8CEC-4095-85EF-A9DF70020BB3}" type="sibTrans" cxnId="{9F2B5359-D7FE-4BB8-A19E-16A13091A85A}">
      <dgm:prSet/>
      <dgm:spPr/>
      <dgm:t>
        <a:bodyPr/>
        <a:lstStyle/>
        <a:p>
          <a:endParaRPr lang="en-US"/>
        </a:p>
      </dgm:t>
    </dgm:pt>
    <dgm:pt modelId="{E354C250-0D1D-431D-9F45-92342E05AE7B}">
      <dgm:prSet/>
      <dgm:spPr/>
      <dgm:t>
        <a:bodyPr/>
        <a:lstStyle/>
        <a:p>
          <a:r>
            <a:rPr lang="en-US"/>
            <a:t>Tasks:</a:t>
          </a:r>
        </a:p>
      </dgm:t>
    </dgm:pt>
    <dgm:pt modelId="{D265F6B3-4D23-47B6-B502-0C41EC1FB8E2}" type="parTrans" cxnId="{14E3546C-E8B8-4D72-AFB9-86E08CF7C337}">
      <dgm:prSet/>
      <dgm:spPr/>
      <dgm:t>
        <a:bodyPr/>
        <a:lstStyle/>
        <a:p>
          <a:endParaRPr lang="en-US"/>
        </a:p>
      </dgm:t>
    </dgm:pt>
    <dgm:pt modelId="{6A55EF41-C88B-4C62-BB42-A001DE652F3B}" type="sibTrans" cxnId="{14E3546C-E8B8-4D72-AFB9-86E08CF7C337}">
      <dgm:prSet/>
      <dgm:spPr/>
      <dgm:t>
        <a:bodyPr/>
        <a:lstStyle/>
        <a:p>
          <a:endParaRPr lang="en-US"/>
        </a:p>
      </dgm:t>
    </dgm:pt>
    <dgm:pt modelId="{6BE8EA9D-7857-42A9-BD86-406BBD3E7BDE}">
      <dgm:prSet/>
      <dgm:spPr/>
      <dgm:t>
        <a:bodyPr/>
        <a:lstStyle/>
        <a:p>
          <a:r>
            <a:rPr lang="en-US"/>
            <a:t>• Remove blank rows</a:t>
          </a:r>
        </a:p>
      </dgm:t>
    </dgm:pt>
    <dgm:pt modelId="{736DB8E5-AB6C-4C21-BEB0-ACA4C6CE1D17}" type="parTrans" cxnId="{CECB4964-2F89-4265-BB33-1F2B461A9F10}">
      <dgm:prSet/>
      <dgm:spPr/>
      <dgm:t>
        <a:bodyPr/>
        <a:lstStyle/>
        <a:p>
          <a:endParaRPr lang="en-US"/>
        </a:p>
      </dgm:t>
    </dgm:pt>
    <dgm:pt modelId="{A547063D-01D7-4941-A1FA-7F0DCDD7433B}" type="sibTrans" cxnId="{CECB4964-2F89-4265-BB33-1F2B461A9F10}">
      <dgm:prSet/>
      <dgm:spPr/>
      <dgm:t>
        <a:bodyPr/>
        <a:lstStyle/>
        <a:p>
          <a:endParaRPr lang="en-US"/>
        </a:p>
      </dgm:t>
    </dgm:pt>
    <dgm:pt modelId="{EDBC9EF1-71D5-46DB-89C5-615C82F7F55C}">
      <dgm:prSet/>
      <dgm:spPr/>
      <dgm:t>
        <a:bodyPr/>
        <a:lstStyle/>
        <a:p>
          <a:r>
            <a:rPr lang="en-US"/>
            <a:t>• Rename columns</a:t>
          </a:r>
        </a:p>
      </dgm:t>
    </dgm:pt>
    <dgm:pt modelId="{D3AE314E-AE5F-4C0E-9001-1F35A98A1466}" type="parTrans" cxnId="{6EBD0650-D086-47B6-9A70-791BAE88CB2E}">
      <dgm:prSet/>
      <dgm:spPr/>
      <dgm:t>
        <a:bodyPr/>
        <a:lstStyle/>
        <a:p>
          <a:endParaRPr lang="en-US"/>
        </a:p>
      </dgm:t>
    </dgm:pt>
    <dgm:pt modelId="{6F44FD3A-F2C9-40CB-8C1B-4B91DF35DD75}" type="sibTrans" cxnId="{6EBD0650-D086-47B6-9A70-791BAE88CB2E}">
      <dgm:prSet/>
      <dgm:spPr/>
      <dgm:t>
        <a:bodyPr/>
        <a:lstStyle/>
        <a:p>
          <a:endParaRPr lang="en-US"/>
        </a:p>
      </dgm:t>
    </dgm:pt>
    <dgm:pt modelId="{4829D513-E0B9-4EE1-AC23-E16CDD264115}">
      <dgm:prSet/>
      <dgm:spPr/>
      <dgm:t>
        <a:bodyPr/>
        <a:lstStyle/>
        <a:p>
          <a:r>
            <a:rPr lang="en-US"/>
            <a:t>• Correct data types</a:t>
          </a:r>
        </a:p>
      </dgm:t>
    </dgm:pt>
    <dgm:pt modelId="{9D89C845-53B4-4ECB-B03A-EFB5AA3A50B3}" type="parTrans" cxnId="{315F78B5-0583-4706-90F2-E3A25A25DF86}">
      <dgm:prSet/>
      <dgm:spPr/>
      <dgm:t>
        <a:bodyPr/>
        <a:lstStyle/>
        <a:p>
          <a:endParaRPr lang="en-US"/>
        </a:p>
      </dgm:t>
    </dgm:pt>
    <dgm:pt modelId="{98DDD6B5-98B8-4DB5-88AC-F9ADBE3705EC}" type="sibTrans" cxnId="{315F78B5-0583-4706-90F2-E3A25A25DF86}">
      <dgm:prSet/>
      <dgm:spPr/>
      <dgm:t>
        <a:bodyPr/>
        <a:lstStyle/>
        <a:p>
          <a:endParaRPr lang="en-US"/>
        </a:p>
      </dgm:t>
    </dgm:pt>
    <dgm:pt modelId="{19BBC0E7-651D-460B-B5E6-08526522E47F}">
      <dgm:prSet/>
      <dgm:spPr/>
      <dgm:t>
        <a:bodyPr/>
        <a:lstStyle/>
        <a:p>
          <a:r>
            <a:rPr lang="en-US"/>
            <a:t>• Filter invalid values</a:t>
          </a:r>
        </a:p>
      </dgm:t>
    </dgm:pt>
    <dgm:pt modelId="{DEF918A0-E055-48B7-8E34-4F7FF3C0C886}" type="parTrans" cxnId="{32758137-9E53-4B7A-A8D5-FB62EB6D7B16}">
      <dgm:prSet/>
      <dgm:spPr/>
      <dgm:t>
        <a:bodyPr/>
        <a:lstStyle/>
        <a:p>
          <a:endParaRPr lang="en-US"/>
        </a:p>
      </dgm:t>
    </dgm:pt>
    <dgm:pt modelId="{DE090D10-91E9-4FFB-96E6-62A69504F3ED}" type="sibTrans" cxnId="{32758137-9E53-4B7A-A8D5-FB62EB6D7B16}">
      <dgm:prSet/>
      <dgm:spPr/>
      <dgm:t>
        <a:bodyPr/>
        <a:lstStyle/>
        <a:p>
          <a:endParaRPr lang="en-US"/>
        </a:p>
      </dgm:t>
    </dgm:pt>
    <dgm:pt modelId="{2AF57082-BCF6-4805-94EA-3C934324A90F}">
      <dgm:prSet/>
      <dgm:spPr/>
      <dgm:t>
        <a:bodyPr/>
        <a:lstStyle/>
        <a:p>
          <a:r>
            <a:rPr lang="en-US"/>
            <a:t>Expected Outcome: A clean dataset ready for reporting</a:t>
          </a:r>
        </a:p>
      </dgm:t>
    </dgm:pt>
    <dgm:pt modelId="{D4AE9DE2-5EDA-4491-9AD2-A2C60D0A5246}" type="parTrans" cxnId="{03DFFED7-BCE9-4802-A500-6D16AF6AAC07}">
      <dgm:prSet/>
      <dgm:spPr/>
      <dgm:t>
        <a:bodyPr/>
        <a:lstStyle/>
        <a:p>
          <a:endParaRPr lang="en-US"/>
        </a:p>
      </dgm:t>
    </dgm:pt>
    <dgm:pt modelId="{07CC6952-D840-476B-93E5-0E78E3509322}" type="sibTrans" cxnId="{03DFFED7-BCE9-4802-A500-6D16AF6AAC07}">
      <dgm:prSet/>
      <dgm:spPr/>
      <dgm:t>
        <a:bodyPr/>
        <a:lstStyle/>
        <a:p>
          <a:endParaRPr lang="en-US"/>
        </a:p>
      </dgm:t>
    </dgm:pt>
    <dgm:pt modelId="{6069829C-EA62-4326-A832-ED7797FF146F}" type="pres">
      <dgm:prSet presAssocID="{AB5683FE-713E-4328-BABF-7A7ABD649F33}" presName="linear" presStyleCnt="0">
        <dgm:presLayoutVars>
          <dgm:animLvl val="lvl"/>
          <dgm:resizeHandles val="exact"/>
        </dgm:presLayoutVars>
      </dgm:prSet>
      <dgm:spPr/>
    </dgm:pt>
    <dgm:pt modelId="{F14A1943-4E20-4E2A-860D-2FDEEF5EF0F9}" type="pres">
      <dgm:prSet presAssocID="{16AEE129-4923-4828-A66D-6E62130EBCE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80FE293-1184-400E-9A5C-89BDD03D1290}" type="pres">
      <dgm:prSet presAssocID="{8C863D97-8CEC-4095-85EF-A9DF70020BB3}" presName="spacer" presStyleCnt="0"/>
      <dgm:spPr/>
    </dgm:pt>
    <dgm:pt modelId="{FDF793DE-F69B-463F-A46E-100BCE0B3ACC}" type="pres">
      <dgm:prSet presAssocID="{E354C250-0D1D-431D-9F45-92342E05AE7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0285DFA-0569-4F3B-90AB-A366F000F9DE}" type="pres">
      <dgm:prSet presAssocID="{6A55EF41-C88B-4C62-BB42-A001DE652F3B}" presName="spacer" presStyleCnt="0"/>
      <dgm:spPr/>
    </dgm:pt>
    <dgm:pt modelId="{3A14196B-41A7-461C-A904-C79E9D7CA174}" type="pres">
      <dgm:prSet presAssocID="{6BE8EA9D-7857-42A9-BD86-406BBD3E7BD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7584E42-661D-49FC-A573-5E7944BBC6DA}" type="pres">
      <dgm:prSet presAssocID="{A547063D-01D7-4941-A1FA-7F0DCDD7433B}" presName="spacer" presStyleCnt="0"/>
      <dgm:spPr/>
    </dgm:pt>
    <dgm:pt modelId="{821657F5-CB71-4298-BDA3-6843BEABB611}" type="pres">
      <dgm:prSet presAssocID="{EDBC9EF1-71D5-46DB-89C5-615C82F7F55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3F1E334-6959-408B-A48B-97A8943BD162}" type="pres">
      <dgm:prSet presAssocID="{6F44FD3A-F2C9-40CB-8C1B-4B91DF35DD75}" presName="spacer" presStyleCnt="0"/>
      <dgm:spPr/>
    </dgm:pt>
    <dgm:pt modelId="{4A7E48DD-656F-4839-9863-7BB7D828EC6B}" type="pres">
      <dgm:prSet presAssocID="{4829D513-E0B9-4EE1-AC23-E16CDD264115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9EFB79A-6886-4466-9610-FF6CFBD51556}" type="pres">
      <dgm:prSet presAssocID="{98DDD6B5-98B8-4DB5-88AC-F9ADBE3705EC}" presName="spacer" presStyleCnt="0"/>
      <dgm:spPr/>
    </dgm:pt>
    <dgm:pt modelId="{E907B057-7EB1-4243-BCA6-8C070749B9FE}" type="pres">
      <dgm:prSet presAssocID="{19BBC0E7-651D-460B-B5E6-08526522E47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2F3C723-F6EF-4B2B-AB2F-E98A9CE113FC}" type="pres">
      <dgm:prSet presAssocID="{DE090D10-91E9-4FFB-96E6-62A69504F3ED}" presName="spacer" presStyleCnt="0"/>
      <dgm:spPr/>
    </dgm:pt>
    <dgm:pt modelId="{7E5CCAE3-0FAC-42C6-8ECA-C29AB6759AC5}" type="pres">
      <dgm:prSet presAssocID="{2AF57082-BCF6-4805-94EA-3C934324A90F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23F7715-D708-440F-91F1-4686ECDA4B2D}" type="presOf" srcId="{19BBC0E7-651D-460B-B5E6-08526522E47F}" destId="{E907B057-7EB1-4243-BCA6-8C070749B9FE}" srcOrd="0" destOrd="0" presId="urn:microsoft.com/office/officeart/2005/8/layout/vList2"/>
    <dgm:cxn modelId="{32758137-9E53-4B7A-A8D5-FB62EB6D7B16}" srcId="{AB5683FE-713E-4328-BABF-7A7ABD649F33}" destId="{19BBC0E7-651D-460B-B5E6-08526522E47F}" srcOrd="5" destOrd="0" parTransId="{DEF918A0-E055-48B7-8E34-4F7FF3C0C886}" sibTransId="{DE090D10-91E9-4FFB-96E6-62A69504F3ED}"/>
    <dgm:cxn modelId="{CECB4964-2F89-4265-BB33-1F2B461A9F10}" srcId="{AB5683FE-713E-4328-BABF-7A7ABD649F33}" destId="{6BE8EA9D-7857-42A9-BD86-406BBD3E7BDE}" srcOrd="2" destOrd="0" parTransId="{736DB8E5-AB6C-4C21-BEB0-ACA4C6CE1D17}" sibTransId="{A547063D-01D7-4941-A1FA-7F0DCDD7433B}"/>
    <dgm:cxn modelId="{A95E6566-5226-468E-87C8-FFDCAA4BEC4E}" type="presOf" srcId="{2AF57082-BCF6-4805-94EA-3C934324A90F}" destId="{7E5CCAE3-0FAC-42C6-8ECA-C29AB6759AC5}" srcOrd="0" destOrd="0" presId="urn:microsoft.com/office/officeart/2005/8/layout/vList2"/>
    <dgm:cxn modelId="{30207B66-0423-471B-B171-4A8325FA4419}" type="presOf" srcId="{AB5683FE-713E-4328-BABF-7A7ABD649F33}" destId="{6069829C-EA62-4326-A832-ED7797FF146F}" srcOrd="0" destOrd="0" presId="urn:microsoft.com/office/officeart/2005/8/layout/vList2"/>
    <dgm:cxn modelId="{14E3546C-E8B8-4D72-AFB9-86E08CF7C337}" srcId="{AB5683FE-713E-4328-BABF-7A7ABD649F33}" destId="{E354C250-0D1D-431D-9F45-92342E05AE7B}" srcOrd="1" destOrd="0" parTransId="{D265F6B3-4D23-47B6-B502-0C41EC1FB8E2}" sibTransId="{6A55EF41-C88B-4C62-BB42-A001DE652F3B}"/>
    <dgm:cxn modelId="{6EBD0650-D086-47B6-9A70-791BAE88CB2E}" srcId="{AB5683FE-713E-4328-BABF-7A7ABD649F33}" destId="{EDBC9EF1-71D5-46DB-89C5-615C82F7F55C}" srcOrd="3" destOrd="0" parTransId="{D3AE314E-AE5F-4C0E-9001-1F35A98A1466}" sibTransId="{6F44FD3A-F2C9-40CB-8C1B-4B91DF35DD75}"/>
    <dgm:cxn modelId="{DB364372-86F1-42FE-A280-F5BD2F1CBF12}" type="presOf" srcId="{16AEE129-4923-4828-A66D-6E62130EBCEC}" destId="{F14A1943-4E20-4E2A-860D-2FDEEF5EF0F9}" srcOrd="0" destOrd="0" presId="urn:microsoft.com/office/officeart/2005/8/layout/vList2"/>
    <dgm:cxn modelId="{9F2B5359-D7FE-4BB8-A19E-16A13091A85A}" srcId="{AB5683FE-713E-4328-BABF-7A7ABD649F33}" destId="{16AEE129-4923-4828-A66D-6E62130EBCEC}" srcOrd="0" destOrd="0" parTransId="{E571915F-051D-45E5-AA73-B1E977E6985C}" sibTransId="{8C863D97-8CEC-4095-85EF-A9DF70020BB3}"/>
    <dgm:cxn modelId="{45B12BA8-BCB6-402D-A3DC-9C57719D0B20}" type="presOf" srcId="{6BE8EA9D-7857-42A9-BD86-406BBD3E7BDE}" destId="{3A14196B-41A7-461C-A904-C79E9D7CA174}" srcOrd="0" destOrd="0" presId="urn:microsoft.com/office/officeart/2005/8/layout/vList2"/>
    <dgm:cxn modelId="{E41B21A9-36C9-4FB3-8ED8-3C44CD7FDE41}" type="presOf" srcId="{EDBC9EF1-71D5-46DB-89C5-615C82F7F55C}" destId="{821657F5-CB71-4298-BDA3-6843BEABB611}" srcOrd="0" destOrd="0" presId="urn:microsoft.com/office/officeart/2005/8/layout/vList2"/>
    <dgm:cxn modelId="{315F78B5-0583-4706-90F2-E3A25A25DF86}" srcId="{AB5683FE-713E-4328-BABF-7A7ABD649F33}" destId="{4829D513-E0B9-4EE1-AC23-E16CDD264115}" srcOrd="4" destOrd="0" parTransId="{9D89C845-53B4-4ECB-B03A-EFB5AA3A50B3}" sibTransId="{98DDD6B5-98B8-4DB5-88AC-F9ADBE3705EC}"/>
    <dgm:cxn modelId="{03DFFED7-BCE9-4802-A500-6D16AF6AAC07}" srcId="{AB5683FE-713E-4328-BABF-7A7ABD649F33}" destId="{2AF57082-BCF6-4805-94EA-3C934324A90F}" srcOrd="6" destOrd="0" parTransId="{D4AE9DE2-5EDA-4491-9AD2-A2C60D0A5246}" sibTransId="{07CC6952-D840-476B-93E5-0E78E3509322}"/>
    <dgm:cxn modelId="{4D9B50E7-FA2B-42E8-8F58-4BDBA9A237C9}" type="presOf" srcId="{E354C250-0D1D-431D-9F45-92342E05AE7B}" destId="{FDF793DE-F69B-463F-A46E-100BCE0B3ACC}" srcOrd="0" destOrd="0" presId="urn:microsoft.com/office/officeart/2005/8/layout/vList2"/>
    <dgm:cxn modelId="{0D8566FC-A75F-460D-8E7F-9079A3E7A82E}" type="presOf" srcId="{4829D513-E0B9-4EE1-AC23-E16CDD264115}" destId="{4A7E48DD-656F-4839-9863-7BB7D828EC6B}" srcOrd="0" destOrd="0" presId="urn:microsoft.com/office/officeart/2005/8/layout/vList2"/>
    <dgm:cxn modelId="{6AF0BB5F-C52C-4439-8DBA-09BAAD2C0386}" type="presParOf" srcId="{6069829C-EA62-4326-A832-ED7797FF146F}" destId="{F14A1943-4E20-4E2A-860D-2FDEEF5EF0F9}" srcOrd="0" destOrd="0" presId="urn:microsoft.com/office/officeart/2005/8/layout/vList2"/>
    <dgm:cxn modelId="{09F4E35D-89CD-48BF-98FE-7229692CCFAD}" type="presParOf" srcId="{6069829C-EA62-4326-A832-ED7797FF146F}" destId="{780FE293-1184-400E-9A5C-89BDD03D1290}" srcOrd="1" destOrd="0" presId="urn:microsoft.com/office/officeart/2005/8/layout/vList2"/>
    <dgm:cxn modelId="{39C37144-68F9-49DC-BA37-72C413DCB331}" type="presParOf" srcId="{6069829C-EA62-4326-A832-ED7797FF146F}" destId="{FDF793DE-F69B-463F-A46E-100BCE0B3ACC}" srcOrd="2" destOrd="0" presId="urn:microsoft.com/office/officeart/2005/8/layout/vList2"/>
    <dgm:cxn modelId="{349408EC-BC68-42B0-A2BB-D7184980E8AD}" type="presParOf" srcId="{6069829C-EA62-4326-A832-ED7797FF146F}" destId="{30285DFA-0569-4F3B-90AB-A366F000F9DE}" srcOrd="3" destOrd="0" presId="urn:microsoft.com/office/officeart/2005/8/layout/vList2"/>
    <dgm:cxn modelId="{8FC4E8D6-D77C-451B-A51A-FA8051D51C44}" type="presParOf" srcId="{6069829C-EA62-4326-A832-ED7797FF146F}" destId="{3A14196B-41A7-461C-A904-C79E9D7CA174}" srcOrd="4" destOrd="0" presId="urn:microsoft.com/office/officeart/2005/8/layout/vList2"/>
    <dgm:cxn modelId="{92B0F54B-C1ED-4F92-B327-CCC27BB25081}" type="presParOf" srcId="{6069829C-EA62-4326-A832-ED7797FF146F}" destId="{A7584E42-661D-49FC-A573-5E7944BBC6DA}" srcOrd="5" destOrd="0" presId="urn:microsoft.com/office/officeart/2005/8/layout/vList2"/>
    <dgm:cxn modelId="{2F236239-6ADA-4588-B311-691A3476DE08}" type="presParOf" srcId="{6069829C-EA62-4326-A832-ED7797FF146F}" destId="{821657F5-CB71-4298-BDA3-6843BEABB611}" srcOrd="6" destOrd="0" presId="urn:microsoft.com/office/officeart/2005/8/layout/vList2"/>
    <dgm:cxn modelId="{0DBB9B58-A1A3-4007-879E-F72C8AE59666}" type="presParOf" srcId="{6069829C-EA62-4326-A832-ED7797FF146F}" destId="{33F1E334-6959-408B-A48B-97A8943BD162}" srcOrd="7" destOrd="0" presId="urn:microsoft.com/office/officeart/2005/8/layout/vList2"/>
    <dgm:cxn modelId="{D2F1D44E-39A7-437B-9790-85D35604E614}" type="presParOf" srcId="{6069829C-EA62-4326-A832-ED7797FF146F}" destId="{4A7E48DD-656F-4839-9863-7BB7D828EC6B}" srcOrd="8" destOrd="0" presId="urn:microsoft.com/office/officeart/2005/8/layout/vList2"/>
    <dgm:cxn modelId="{D1B24F0D-CB8D-44EF-BADE-0FB611C716F9}" type="presParOf" srcId="{6069829C-EA62-4326-A832-ED7797FF146F}" destId="{A9EFB79A-6886-4466-9610-FF6CFBD51556}" srcOrd="9" destOrd="0" presId="urn:microsoft.com/office/officeart/2005/8/layout/vList2"/>
    <dgm:cxn modelId="{F9801E13-829F-457F-8D3A-58BF6681C012}" type="presParOf" srcId="{6069829C-EA62-4326-A832-ED7797FF146F}" destId="{E907B057-7EB1-4243-BCA6-8C070749B9FE}" srcOrd="10" destOrd="0" presId="urn:microsoft.com/office/officeart/2005/8/layout/vList2"/>
    <dgm:cxn modelId="{5978A377-BE38-4A08-866E-37E4227E0982}" type="presParOf" srcId="{6069829C-EA62-4326-A832-ED7797FF146F}" destId="{52F3C723-F6EF-4B2B-AB2F-E98A9CE113FC}" srcOrd="11" destOrd="0" presId="urn:microsoft.com/office/officeart/2005/8/layout/vList2"/>
    <dgm:cxn modelId="{99CF5703-895B-4D97-8128-29518CF7064C}" type="presParOf" srcId="{6069829C-EA62-4326-A832-ED7797FF146F}" destId="{7E5CCAE3-0FAC-42C6-8ECA-C29AB6759AC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509FBAF-88C8-440F-A45B-2AE6A2F5B03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8E6E79-E0B4-4C21-B3F9-63946FE940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bar charts, line charts, and pie charts</a:t>
          </a:r>
        </a:p>
      </dgm:t>
    </dgm:pt>
    <dgm:pt modelId="{BB2C9C38-5B64-4758-83A4-BC3327523EE5}" type="parTrans" cxnId="{71B1EE7B-F365-42E9-9EA2-898BC40F473A}">
      <dgm:prSet/>
      <dgm:spPr/>
      <dgm:t>
        <a:bodyPr/>
        <a:lstStyle/>
        <a:p>
          <a:endParaRPr lang="en-US"/>
        </a:p>
      </dgm:t>
    </dgm:pt>
    <dgm:pt modelId="{13E6DCCB-820C-46EC-A9FA-A9943A4FEED7}" type="sibTrans" cxnId="{71B1EE7B-F365-42E9-9EA2-898BC40F47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C9B222-44D2-43CE-A491-1E17BB9671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KPI cards for summary metrics</a:t>
          </a:r>
        </a:p>
      </dgm:t>
    </dgm:pt>
    <dgm:pt modelId="{0C705D9B-C6B1-41C3-86A8-C8928285D923}" type="parTrans" cxnId="{DCB49630-406E-4287-B786-F930995F2F16}">
      <dgm:prSet/>
      <dgm:spPr/>
      <dgm:t>
        <a:bodyPr/>
        <a:lstStyle/>
        <a:p>
          <a:endParaRPr lang="en-US"/>
        </a:p>
      </dgm:t>
    </dgm:pt>
    <dgm:pt modelId="{E0BEEF28-B6B0-4C8E-A4F5-4CDA3555AC52}" type="sibTrans" cxnId="{DCB49630-406E-4287-B786-F930995F2F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31C902-3A3D-4D9F-8FC8-CA424A4DBD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slicers for interactivity</a:t>
          </a:r>
        </a:p>
      </dgm:t>
    </dgm:pt>
    <dgm:pt modelId="{579EB975-2E20-4F0C-BB67-031F7F77D8ED}" type="parTrans" cxnId="{53968D76-1F9F-411C-A2EC-0D1F27067A79}">
      <dgm:prSet/>
      <dgm:spPr/>
      <dgm:t>
        <a:bodyPr/>
        <a:lstStyle/>
        <a:p>
          <a:endParaRPr lang="en-US"/>
        </a:p>
      </dgm:t>
    </dgm:pt>
    <dgm:pt modelId="{EDB95276-7C8C-4C6E-983B-FB5234277F9C}" type="sibTrans" cxnId="{53968D76-1F9F-411C-A2EC-0D1F27067A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0F6CE4-BE78-4665-8DAE-1F295AA830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Customize titles, colors, and labels</a:t>
          </a:r>
        </a:p>
      </dgm:t>
    </dgm:pt>
    <dgm:pt modelId="{F928135C-AC61-4CD8-A88F-768A83BBBB78}" type="parTrans" cxnId="{E4B0500F-F600-4732-8D5E-7DF8D5A02C7D}">
      <dgm:prSet/>
      <dgm:spPr/>
      <dgm:t>
        <a:bodyPr/>
        <a:lstStyle/>
        <a:p>
          <a:endParaRPr lang="en-US"/>
        </a:p>
      </dgm:t>
    </dgm:pt>
    <dgm:pt modelId="{24C0B0B7-6C44-4236-AB36-33214EB39E7A}" type="sibTrans" cxnId="{E4B0500F-F600-4732-8D5E-7DF8D5A02C7D}">
      <dgm:prSet/>
      <dgm:spPr/>
      <dgm:t>
        <a:bodyPr/>
        <a:lstStyle/>
        <a:p>
          <a:endParaRPr lang="en-US"/>
        </a:p>
      </dgm:t>
    </dgm:pt>
    <dgm:pt modelId="{89052EF7-E27C-4E67-8E19-CFB5B7D7F73D}" type="pres">
      <dgm:prSet presAssocID="{4509FBAF-88C8-440F-A45B-2AE6A2F5B031}" presName="root" presStyleCnt="0">
        <dgm:presLayoutVars>
          <dgm:dir/>
          <dgm:resizeHandles val="exact"/>
        </dgm:presLayoutVars>
      </dgm:prSet>
      <dgm:spPr/>
    </dgm:pt>
    <dgm:pt modelId="{706D9C9D-8C77-4FFE-A9F3-DB1D785FB7CA}" type="pres">
      <dgm:prSet presAssocID="{4509FBAF-88C8-440F-A45B-2AE6A2F5B031}" presName="container" presStyleCnt="0">
        <dgm:presLayoutVars>
          <dgm:dir/>
          <dgm:resizeHandles val="exact"/>
        </dgm:presLayoutVars>
      </dgm:prSet>
      <dgm:spPr/>
    </dgm:pt>
    <dgm:pt modelId="{BD37CC6B-4BD1-47E9-B10A-091F12A2971E}" type="pres">
      <dgm:prSet presAssocID="{6B8E6E79-E0B4-4C21-B3F9-63946FE94040}" presName="compNode" presStyleCnt="0"/>
      <dgm:spPr/>
    </dgm:pt>
    <dgm:pt modelId="{C70C6CBF-E6A6-4685-9F1B-457499D727EE}" type="pres">
      <dgm:prSet presAssocID="{6B8E6E79-E0B4-4C21-B3F9-63946FE94040}" presName="iconBgRect" presStyleLbl="bgShp" presStyleIdx="0" presStyleCnt="4"/>
      <dgm:spPr/>
    </dgm:pt>
    <dgm:pt modelId="{53FCF0D7-4EF9-4329-984D-89269AB230F8}" type="pres">
      <dgm:prSet presAssocID="{6B8E6E79-E0B4-4C21-B3F9-63946FE9404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EFD1030C-D117-4361-B1A5-F263FDF9EC05}" type="pres">
      <dgm:prSet presAssocID="{6B8E6E79-E0B4-4C21-B3F9-63946FE94040}" presName="spaceRect" presStyleCnt="0"/>
      <dgm:spPr/>
    </dgm:pt>
    <dgm:pt modelId="{53232C47-F455-4F9C-A095-CDAD7DD7F6A9}" type="pres">
      <dgm:prSet presAssocID="{6B8E6E79-E0B4-4C21-B3F9-63946FE94040}" presName="textRect" presStyleLbl="revTx" presStyleIdx="0" presStyleCnt="4">
        <dgm:presLayoutVars>
          <dgm:chMax val="1"/>
          <dgm:chPref val="1"/>
        </dgm:presLayoutVars>
      </dgm:prSet>
      <dgm:spPr/>
    </dgm:pt>
    <dgm:pt modelId="{5B4B0897-B844-4B82-A80E-E346B6161452}" type="pres">
      <dgm:prSet presAssocID="{13E6DCCB-820C-46EC-A9FA-A9943A4FEED7}" presName="sibTrans" presStyleLbl="sibTrans2D1" presStyleIdx="0" presStyleCnt="0"/>
      <dgm:spPr/>
    </dgm:pt>
    <dgm:pt modelId="{16B6B880-B32A-4162-8036-8F916D0EB494}" type="pres">
      <dgm:prSet presAssocID="{13C9B222-44D2-43CE-A491-1E17BB9671E1}" presName="compNode" presStyleCnt="0"/>
      <dgm:spPr/>
    </dgm:pt>
    <dgm:pt modelId="{2ED231C3-A93F-495E-8C64-E09691B6A5B6}" type="pres">
      <dgm:prSet presAssocID="{13C9B222-44D2-43CE-A491-1E17BB9671E1}" presName="iconBgRect" presStyleLbl="bgShp" presStyleIdx="1" presStyleCnt="4"/>
      <dgm:spPr/>
    </dgm:pt>
    <dgm:pt modelId="{4904F3AD-744C-4FF0-8FF0-E2C144EE9C16}" type="pres">
      <dgm:prSet presAssocID="{13C9B222-44D2-43CE-A491-1E17BB9671E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6BE7C6-E7BB-4486-B1A9-6D75E87687F5}" type="pres">
      <dgm:prSet presAssocID="{13C9B222-44D2-43CE-A491-1E17BB9671E1}" presName="spaceRect" presStyleCnt="0"/>
      <dgm:spPr/>
    </dgm:pt>
    <dgm:pt modelId="{B174CD3D-4B65-4E26-B71E-A252E5747C8A}" type="pres">
      <dgm:prSet presAssocID="{13C9B222-44D2-43CE-A491-1E17BB9671E1}" presName="textRect" presStyleLbl="revTx" presStyleIdx="1" presStyleCnt="4">
        <dgm:presLayoutVars>
          <dgm:chMax val="1"/>
          <dgm:chPref val="1"/>
        </dgm:presLayoutVars>
      </dgm:prSet>
      <dgm:spPr/>
    </dgm:pt>
    <dgm:pt modelId="{D5589766-4F9F-437F-A296-BE47B3C8B671}" type="pres">
      <dgm:prSet presAssocID="{E0BEEF28-B6B0-4C8E-A4F5-4CDA3555AC52}" presName="sibTrans" presStyleLbl="sibTrans2D1" presStyleIdx="0" presStyleCnt="0"/>
      <dgm:spPr/>
    </dgm:pt>
    <dgm:pt modelId="{D8C53268-7005-4DB6-93BE-08C31EC59214}" type="pres">
      <dgm:prSet presAssocID="{A131C902-3A3D-4D9F-8FC8-CA424A4DBD9A}" presName="compNode" presStyleCnt="0"/>
      <dgm:spPr/>
    </dgm:pt>
    <dgm:pt modelId="{EB1BF8BE-2CA5-40F6-B3DF-60D4C88F39CD}" type="pres">
      <dgm:prSet presAssocID="{A131C902-3A3D-4D9F-8FC8-CA424A4DBD9A}" presName="iconBgRect" presStyleLbl="bgShp" presStyleIdx="2" presStyleCnt="4"/>
      <dgm:spPr/>
    </dgm:pt>
    <dgm:pt modelId="{E15A7222-9EEE-4D79-A834-DE38F47C0ACF}" type="pres">
      <dgm:prSet presAssocID="{A131C902-3A3D-4D9F-8FC8-CA424A4DBD9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nut"/>
        </a:ext>
      </dgm:extLst>
    </dgm:pt>
    <dgm:pt modelId="{A39A4BBC-382C-489C-888D-985F90ED5675}" type="pres">
      <dgm:prSet presAssocID="{A131C902-3A3D-4D9F-8FC8-CA424A4DBD9A}" presName="spaceRect" presStyleCnt="0"/>
      <dgm:spPr/>
    </dgm:pt>
    <dgm:pt modelId="{6CF5F06D-2A71-4EDF-A309-543B3A415EE3}" type="pres">
      <dgm:prSet presAssocID="{A131C902-3A3D-4D9F-8FC8-CA424A4DBD9A}" presName="textRect" presStyleLbl="revTx" presStyleIdx="2" presStyleCnt="4">
        <dgm:presLayoutVars>
          <dgm:chMax val="1"/>
          <dgm:chPref val="1"/>
        </dgm:presLayoutVars>
      </dgm:prSet>
      <dgm:spPr/>
    </dgm:pt>
    <dgm:pt modelId="{5535A136-8C54-47D5-8367-D11706C887FD}" type="pres">
      <dgm:prSet presAssocID="{EDB95276-7C8C-4C6E-983B-FB5234277F9C}" presName="sibTrans" presStyleLbl="sibTrans2D1" presStyleIdx="0" presStyleCnt="0"/>
      <dgm:spPr/>
    </dgm:pt>
    <dgm:pt modelId="{58D6F964-0E17-436F-9EFF-1B0BC5D4848E}" type="pres">
      <dgm:prSet presAssocID="{BD0F6CE4-BE78-4665-8DAE-1F295AA83023}" presName="compNode" presStyleCnt="0"/>
      <dgm:spPr/>
    </dgm:pt>
    <dgm:pt modelId="{4986EEC8-37F3-4D38-81FB-FF6C14DC0E48}" type="pres">
      <dgm:prSet presAssocID="{BD0F6CE4-BE78-4665-8DAE-1F295AA83023}" presName="iconBgRect" presStyleLbl="bgShp" presStyleIdx="3" presStyleCnt="4"/>
      <dgm:spPr/>
    </dgm:pt>
    <dgm:pt modelId="{6B34D5AF-74D6-4736-96CA-240A588F5680}" type="pres">
      <dgm:prSet presAssocID="{BD0F6CE4-BE78-4665-8DAE-1F295AA8302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AFA17128-52B3-4E06-84BB-ADA1A9A87FF8}" type="pres">
      <dgm:prSet presAssocID="{BD0F6CE4-BE78-4665-8DAE-1F295AA83023}" presName="spaceRect" presStyleCnt="0"/>
      <dgm:spPr/>
    </dgm:pt>
    <dgm:pt modelId="{EA110397-8F5C-427E-BD19-F2C7AE053827}" type="pres">
      <dgm:prSet presAssocID="{BD0F6CE4-BE78-4665-8DAE-1F295AA830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4B0500F-F600-4732-8D5E-7DF8D5A02C7D}" srcId="{4509FBAF-88C8-440F-A45B-2AE6A2F5B031}" destId="{BD0F6CE4-BE78-4665-8DAE-1F295AA83023}" srcOrd="3" destOrd="0" parTransId="{F928135C-AC61-4CD8-A88F-768A83BBBB78}" sibTransId="{24C0B0B7-6C44-4236-AB36-33214EB39E7A}"/>
    <dgm:cxn modelId="{6A363830-88EE-4057-9B28-F7F5D4EAAE6A}" type="presOf" srcId="{13E6DCCB-820C-46EC-A9FA-A9943A4FEED7}" destId="{5B4B0897-B844-4B82-A80E-E346B6161452}" srcOrd="0" destOrd="0" presId="urn:microsoft.com/office/officeart/2018/2/layout/IconCircleList"/>
    <dgm:cxn modelId="{DCB49630-406E-4287-B786-F930995F2F16}" srcId="{4509FBAF-88C8-440F-A45B-2AE6A2F5B031}" destId="{13C9B222-44D2-43CE-A491-1E17BB9671E1}" srcOrd="1" destOrd="0" parTransId="{0C705D9B-C6B1-41C3-86A8-C8928285D923}" sibTransId="{E0BEEF28-B6B0-4C8E-A4F5-4CDA3555AC52}"/>
    <dgm:cxn modelId="{0C2EFD32-43DD-4507-8DA6-4F8D03CCE139}" type="presOf" srcId="{4509FBAF-88C8-440F-A45B-2AE6A2F5B031}" destId="{89052EF7-E27C-4E67-8E19-CFB5B7D7F73D}" srcOrd="0" destOrd="0" presId="urn:microsoft.com/office/officeart/2018/2/layout/IconCircleList"/>
    <dgm:cxn modelId="{4C982564-B010-413A-A83A-3D7CA03F2995}" type="presOf" srcId="{BD0F6CE4-BE78-4665-8DAE-1F295AA83023}" destId="{EA110397-8F5C-427E-BD19-F2C7AE053827}" srcOrd="0" destOrd="0" presId="urn:microsoft.com/office/officeart/2018/2/layout/IconCircleList"/>
    <dgm:cxn modelId="{CCC1ED4E-ADF5-4D98-973E-9B96B06E4DE2}" type="presOf" srcId="{13C9B222-44D2-43CE-A491-1E17BB9671E1}" destId="{B174CD3D-4B65-4E26-B71E-A252E5747C8A}" srcOrd="0" destOrd="0" presId="urn:microsoft.com/office/officeart/2018/2/layout/IconCircleList"/>
    <dgm:cxn modelId="{53968D76-1F9F-411C-A2EC-0D1F27067A79}" srcId="{4509FBAF-88C8-440F-A45B-2AE6A2F5B031}" destId="{A131C902-3A3D-4D9F-8FC8-CA424A4DBD9A}" srcOrd="2" destOrd="0" parTransId="{579EB975-2E20-4F0C-BB67-031F7F77D8ED}" sibTransId="{EDB95276-7C8C-4C6E-983B-FB5234277F9C}"/>
    <dgm:cxn modelId="{71B1EE7B-F365-42E9-9EA2-898BC40F473A}" srcId="{4509FBAF-88C8-440F-A45B-2AE6A2F5B031}" destId="{6B8E6E79-E0B4-4C21-B3F9-63946FE94040}" srcOrd="0" destOrd="0" parTransId="{BB2C9C38-5B64-4758-83A4-BC3327523EE5}" sibTransId="{13E6DCCB-820C-46EC-A9FA-A9943A4FEED7}"/>
    <dgm:cxn modelId="{C410B3B4-531A-40CA-B8A9-8746EA7F2A01}" type="presOf" srcId="{6B8E6E79-E0B4-4C21-B3F9-63946FE94040}" destId="{53232C47-F455-4F9C-A095-CDAD7DD7F6A9}" srcOrd="0" destOrd="0" presId="urn:microsoft.com/office/officeart/2018/2/layout/IconCircleList"/>
    <dgm:cxn modelId="{44F368E0-4AA2-4E80-A0A6-A62D4D5B33EA}" type="presOf" srcId="{E0BEEF28-B6B0-4C8E-A4F5-4CDA3555AC52}" destId="{D5589766-4F9F-437F-A296-BE47B3C8B671}" srcOrd="0" destOrd="0" presId="urn:microsoft.com/office/officeart/2018/2/layout/IconCircleList"/>
    <dgm:cxn modelId="{90C86AEC-2EDD-4BA1-B5EE-1F14DFCE0131}" type="presOf" srcId="{A131C902-3A3D-4D9F-8FC8-CA424A4DBD9A}" destId="{6CF5F06D-2A71-4EDF-A309-543B3A415EE3}" srcOrd="0" destOrd="0" presId="urn:microsoft.com/office/officeart/2018/2/layout/IconCircleList"/>
    <dgm:cxn modelId="{F3E566FE-1AF4-40CA-8588-3A895D86C53C}" type="presOf" srcId="{EDB95276-7C8C-4C6E-983B-FB5234277F9C}" destId="{5535A136-8C54-47D5-8367-D11706C887FD}" srcOrd="0" destOrd="0" presId="urn:microsoft.com/office/officeart/2018/2/layout/IconCircleList"/>
    <dgm:cxn modelId="{417051BE-572F-488F-92F1-AEA977B121F7}" type="presParOf" srcId="{89052EF7-E27C-4E67-8E19-CFB5B7D7F73D}" destId="{706D9C9D-8C77-4FFE-A9F3-DB1D785FB7CA}" srcOrd="0" destOrd="0" presId="urn:microsoft.com/office/officeart/2018/2/layout/IconCircleList"/>
    <dgm:cxn modelId="{B4048280-5AE6-4FBD-B2BB-4A90DA8E4333}" type="presParOf" srcId="{706D9C9D-8C77-4FFE-A9F3-DB1D785FB7CA}" destId="{BD37CC6B-4BD1-47E9-B10A-091F12A2971E}" srcOrd="0" destOrd="0" presId="urn:microsoft.com/office/officeart/2018/2/layout/IconCircleList"/>
    <dgm:cxn modelId="{2B4DA9D2-A58E-4D4A-82D8-0E0FAA299653}" type="presParOf" srcId="{BD37CC6B-4BD1-47E9-B10A-091F12A2971E}" destId="{C70C6CBF-E6A6-4685-9F1B-457499D727EE}" srcOrd="0" destOrd="0" presId="urn:microsoft.com/office/officeart/2018/2/layout/IconCircleList"/>
    <dgm:cxn modelId="{9499CDB0-1525-45F3-A47F-C755AB689460}" type="presParOf" srcId="{BD37CC6B-4BD1-47E9-B10A-091F12A2971E}" destId="{53FCF0D7-4EF9-4329-984D-89269AB230F8}" srcOrd="1" destOrd="0" presId="urn:microsoft.com/office/officeart/2018/2/layout/IconCircleList"/>
    <dgm:cxn modelId="{C2466B03-4400-4114-842B-ED7DFE11039B}" type="presParOf" srcId="{BD37CC6B-4BD1-47E9-B10A-091F12A2971E}" destId="{EFD1030C-D117-4361-B1A5-F263FDF9EC05}" srcOrd="2" destOrd="0" presId="urn:microsoft.com/office/officeart/2018/2/layout/IconCircleList"/>
    <dgm:cxn modelId="{9FCBF8D6-6337-4268-B8E4-C3E3F8BC5CFD}" type="presParOf" srcId="{BD37CC6B-4BD1-47E9-B10A-091F12A2971E}" destId="{53232C47-F455-4F9C-A095-CDAD7DD7F6A9}" srcOrd="3" destOrd="0" presId="urn:microsoft.com/office/officeart/2018/2/layout/IconCircleList"/>
    <dgm:cxn modelId="{85AEA1CB-4451-40B3-9021-AFF8F113786D}" type="presParOf" srcId="{706D9C9D-8C77-4FFE-A9F3-DB1D785FB7CA}" destId="{5B4B0897-B844-4B82-A80E-E346B6161452}" srcOrd="1" destOrd="0" presId="urn:microsoft.com/office/officeart/2018/2/layout/IconCircleList"/>
    <dgm:cxn modelId="{E58A9FDD-D3AA-46AC-B8CB-EF2BF19CA385}" type="presParOf" srcId="{706D9C9D-8C77-4FFE-A9F3-DB1D785FB7CA}" destId="{16B6B880-B32A-4162-8036-8F916D0EB494}" srcOrd="2" destOrd="0" presId="urn:microsoft.com/office/officeart/2018/2/layout/IconCircleList"/>
    <dgm:cxn modelId="{F2CB7E6E-FADF-4113-9F0D-C99CD3FFBCCE}" type="presParOf" srcId="{16B6B880-B32A-4162-8036-8F916D0EB494}" destId="{2ED231C3-A93F-495E-8C64-E09691B6A5B6}" srcOrd="0" destOrd="0" presId="urn:microsoft.com/office/officeart/2018/2/layout/IconCircleList"/>
    <dgm:cxn modelId="{992A055D-C7CD-413F-B706-E139771EE959}" type="presParOf" srcId="{16B6B880-B32A-4162-8036-8F916D0EB494}" destId="{4904F3AD-744C-4FF0-8FF0-E2C144EE9C16}" srcOrd="1" destOrd="0" presId="urn:microsoft.com/office/officeart/2018/2/layout/IconCircleList"/>
    <dgm:cxn modelId="{3F56DCD3-BD6F-4F74-AE4C-6FA06AC04D6A}" type="presParOf" srcId="{16B6B880-B32A-4162-8036-8F916D0EB494}" destId="{056BE7C6-E7BB-4486-B1A9-6D75E87687F5}" srcOrd="2" destOrd="0" presId="urn:microsoft.com/office/officeart/2018/2/layout/IconCircleList"/>
    <dgm:cxn modelId="{0A974EAD-7AD1-425C-A948-672A75E1B48A}" type="presParOf" srcId="{16B6B880-B32A-4162-8036-8F916D0EB494}" destId="{B174CD3D-4B65-4E26-B71E-A252E5747C8A}" srcOrd="3" destOrd="0" presId="urn:microsoft.com/office/officeart/2018/2/layout/IconCircleList"/>
    <dgm:cxn modelId="{0CB755BB-2A26-4F99-BE9D-0C6AB047C6FE}" type="presParOf" srcId="{706D9C9D-8C77-4FFE-A9F3-DB1D785FB7CA}" destId="{D5589766-4F9F-437F-A296-BE47B3C8B671}" srcOrd="3" destOrd="0" presId="urn:microsoft.com/office/officeart/2018/2/layout/IconCircleList"/>
    <dgm:cxn modelId="{D3D9D105-AF24-4888-9F8A-970D2D3A8095}" type="presParOf" srcId="{706D9C9D-8C77-4FFE-A9F3-DB1D785FB7CA}" destId="{D8C53268-7005-4DB6-93BE-08C31EC59214}" srcOrd="4" destOrd="0" presId="urn:microsoft.com/office/officeart/2018/2/layout/IconCircleList"/>
    <dgm:cxn modelId="{BEBD45C3-64E2-4FEC-9BEF-72C7FCD8AE87}" type="presParOf" srcId="{D8C53268-7005-4DB6-93BE-08C31EC59214}" destId="{EB1BF8BE-2CA5-40F6-B3DF-60D4C88F39CD}" srcOrd="0" destOrd="0" presId="urn:microsoft.com/office/officeart/2018/2/layout/IconCircleList"/>
    <dgm:cxn modelId="{1CB00BB4-BBA9-46E1-9D56-6E52D4281A2C}" type="presParOf" srcId="{D8C53268-7005-4DB6-93BE-08C31EC59214}" destId="{E15A7222-9EEE-4D79-A834-DE38F47C0ACF}" srcOrd="1" destOrd="0" presId="urn:microsoft.com/office/officeart/2018/2/layout/IconCircleList"/>
    <dgm:cxn modelId="{B6361DB1-7372-4C71-BBBD-DD0642CAAB5A}" type="presParOf" srcId="{D8C53268-7005-4DB6-93BE-08C31EC59214}" destId="{A39A4BBC-382C-489C-888D-985F90ED5675}" srcOrd="2" destOrd="0" presId="urn:microsoft.com/office/officeart/2018/2/layout/IconCircleList"/>
    <dgm:cxn modelId="{5BFF2A09-0303-42C2-984F-E47CC9240063}" type="presParOf" srcId="{D8C53268-7005-4DB6-93BE-08C31EC59214}" destId="{6CF5F06D-2A71-4EDF-A309-543B3A415EE3}" srcOrd="3" destOrd="0" presId="urn:microsoft.com/office/officeart/2018/2/layout/IconCircleList"/>
    <dgm:cxn modelId="{77F39DFF-A1D1-4482-B1BE-B5A1BC5F5391}" type="presParOf" srcId="{706D9C9D-8C77-4FFE-A9F3-DB1D785FB7CA}" destId="{5535A136-8C54-47D5-8367-D11706C887FD}" srcOrd="5" destOrd="0" presId="urn:microsoft.com/office/officeart/2018/2/layout/IconCircleList"/>
    <dgm:cxn modelId="{797E0FB7-8437-4AE8-9E29-F3D38AA0CE00}" type="presParOf" srcId="{706D9C9D-8C77-4FFE-A9F3-DB1D785FB7CA}" destId="{58D6F964-0E17-436F-9EFF-1B0BC5D4848E}" srcOrd="6" destOrd="0" presId="urn:microsoft.com/office/officeart/2018/2/layout/IconCircleList"/>
    <dgm:cxn modelId="{6063840F-11D6-4010-82F5-9F6AD4DE6CFC}" type="presParOf" srcId="{58D6F964-0E17-436F-9EFF-1B0BC5D4848E}" destId="{4986EEC8-37F3-4D38-81FB-FF6C14DC0E48}" srcOrd="0" destOrd="0" presId="urn:microsoft.com/office/officeart/2018/2/layout/IconCircleList"/>
    <dgm:cxn modelId="{E02EE632-B22A-41A2-9554-BD07B0DD12B9}" type="presParOf" srcId="{58D6F964-0E17-436F-9EFF-1B0BC5D4848E}" destId="{6B34D5AF-74D6-4736-96CA-240A588F5680}" srcOrd="1" destOrd="0" presId="urn:microsoft.com/office/officeart/2018/2/layout/IconCircleList"/>
    <dgm:cxn modelId="{B580BDE0-A32E-4112-815E-41E7138DAD7A}" type="presParOf" srcId="{58D6F964-0E17-436F-9EFF-1B0BC5D4848E}" destId="{AFA17128-52B3-4E06-84BB-ADA1A9A87FF8}" srcOrd="2" destOrd="0" presId="urn:microsoft.com/office/officeart/2018/2/layout/IconCircleList"/>
    <dgm:cxn modelId="{F6715536-6771-44BB-A97E-1A7B2A3063DE}" type="presParOf" srcId="{58D6F964-0E17-436F-9EFF-1B0BC5D4848E}" destId="{EA110397-8F5C-427E-BD19-F2C7AE05382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101F494-21B8-4D93-AD58-BA34938796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F9B3EA-BF3B-4861-95A5-B1EFCE0284C2}">
      <dgm:prSet/>
      <dgm:spPr/>
      <dgm:t>
        <a:bodyPr/>
        <a:lstStyle/>
        <a:p>
          <a:r>
            <a:rPr lang="en-US"/>
            <a:t>Create measures using DAX</a:t>
          </a:r>
        </a:p>
      </dgm:t>
    </dgm:pt>
    <dgm:pt modelId="{5D083420-3987-4DB7-9FB7-38F7A1BAA78A}" type="parTrans" cxnId="{0F7AEE94-E134-41EC-A552-50360A7FFC3F}">
      <dgm:prSet/>
      <dgm:spPr/>
      <dgm:t>
        <a:bodyPr/>
        <a:lstStyle/>
        <a:p>
          <a:endParaRPr lang="en-US"/>
        </a:p>
      </dgm:t>
    </dgm:pt>
    <dgm:pt modelId="{4BD6AF8B-30BB-4D80-86FD-05E767BA88DD}" type="sibTrans" cxnId="{0F7AEE94-E134-41EC-A552-50360A7FFC3F}">
      <dgm:prSet/>
      <dgm:spPr/>
      <dgm:t>
        <a:bodyPr/>
        <a:lstStyle/>
        <a:p>
          <a:endParaRPr lang="en-US"/>
        </a:p>
      </dgm:t>
    </dgm:pt>
    <dgm:pt modelId="{53053CF4-93C5-4BA1-BFF6-8499D7E25B55}">
      <dgm:prSet/>
      <dgm:spPr/>
      <dgm:t>
        <a:bodyPr/>
        <a:lstStyle/>
        <a:p>
          <a:r>
            <a:rPr lang="en-US"/>
            <a:t>Examples:</a:t>
          </a:r>
        </a:p>
      </dgm:t>
    </dgm:pt>
    <dgm:pt modelId="{2A025023-FCAA-4B4E-9C54-8A44A363205C}" type="parTrans" cxnId="{46E24786-F399-42CB-B94E-5215A79A5942}">
      <dgm:prSet/>
      <dgm:spPr/>
      <dgm:t>
        <a:bodyPr/>
        <a:lstStyle/>
        <a:p>
          <a:endParaRPr lang="en-US"/>
        </a:p>
      </dgm:t>
    </dgm:pt>
    <dgm:pt modelId="{A5AC4E0B-1A17-4070-A730-D1C396D672F8}" type="sibTrans" cxnId="{46E24786-F399-42CB-B94E-5215A79A5942}">
      <dgm:prSet/>
      <dgm:spPr/>
      <dgm:t>
        <a:bodyPr/>
        <a:lstStyle/>
        <a:p>
          <a:endParaRPr lang="en-US"/>
        </a:p>
      </dgm:t>
    </dgm:pt>
    <dgm:pt modelId="{48928D23-DF2B-47F3-8BD4-D554E5D910CB}">
      <dgm:prSet/>
      <dgm:spPr/>
      <dgm:t>
        <a:bodyPr/>
        <a:lstStyle/>
        <a:p>
          <a:r>
            <a:rPr lang="en-US"/>
            <a:t>Total Sales = SUM(Sales[Amount])</a:t>
          </a:r>
        </a:p>
      </dgm:t>
    </dgm:pt>
    <dgm:pt modelId="{0203F01B-A788-4A8B-91B9-278EDBE5FFDE}" type="parTrans" cxnId="{DD64896E-22F9-4992-BB2F-963AD40B90F0}">
      <dgm:prSet/>
      <dgm:spPr/>
      <dgm:t>
        <a:bodyPr/>
        <a:lstStyle/>
        <a:p>
          <a:endParaRPr lang="en-US"/>
        </a:p>
      </dgm:t>
    </dgm:pt>
    <dgm:pt modelId="{A2A6980B-3AE7-4FAE-BD9C-D588AE411AF5}" type="sibTrans" cxnId="{DD64896E-22F9-4992-BB2F-963AD40B90F0}">
      <dgm:prSet/>
      <dgm:spPr/>
      <dgm:t>
        <a:bodyPr/>
        <a:lstStyle/>
        <a:p>
          <a:endParaRPr lang="en-US"/>
        </a:p>
      </dgm:t>
    </dgm:pt>
    <dgm:pt modelId="{5DF63994-D615-4C2E-88AB-1F5B84250087}">
      <dgm:prSet/>
      <dgm:spPr/>
      <dgm:t>
        <a:bodyPr/>
        <a:lstStyle/>
        <a:p>
          <a:r>
            <a:rPr lang="en-US"/>
            <a:t>Average Profit = AVERAGE(Sales[Profit])</a:t>
          </a:r>
        </a:p>
      </dgm:t>
    </dgm:pt>
    <dgm:pt modelId="{E147C290-4F72-4CF6-AAB8-3A9A54091E03}" type="parTrans" cxnId="{2462A110-F2F5-4365-8F35-F70F2BA32DB1}">
      <dgm:prSet/>
      <dgm:spPr/>
      <dgm:t>
        <a:bodyPr/>
        <a:lstStyle/>
        <a:p>
          <a:endParaRPr lang="en-US"/>
        </a:p>
      </dgm:t>
    </dgm:pt>
    <dgm:pt modelId="{2D3C06B1-0DBC-40E1-B9DA-995D265A7744}" type="sibTrans" cxnId="{2462A110-F2F5-4365-8F35-F70F2BA32DB1}">
      <dgm:prSet/>
      <dgm:spPr/>
      <dgm:t>
        <a:bodyPr/>
        <a:lstStyle/>
        <a:p>
          <a:endParaRPr lang="en-US"/>
        </a:p>
      </dgm:t>
    </dgm:pt>
    <dgm:pt modelId="{4D90F727-07DD-49D9-BA9B-58C94FFC6D73}">
      <dgm:prSet/>
      <dgm:spPr/>
      <dgm:t>
        <a:bodyPr/>
        <a:lstStyle/>
        <a:p>
          <a:r>
            <a:rPr lang="en-US"/>
            <a:t>Profit Margin = DIVIDE([Profit],[Sales])</a:t>
          </a:r>
        </a:p>
      </dgm:t>
    </dgm:pt>
    <dgm:pt modelId="{1CAB282F-5DDF-450F-892B-17AE9A79366F}" type="parTrans" cxnId="{2C64BE77-A93B-489E-8EF2-BCA8384CC39B}">
      <dgm:prSet/>
      <dgm:spPr/>
      <dgm:t>
        <a:bodyPr/>
        <a:lstStyle/>
        <a:p>
          <a:endParaRPr lang="en-US"/>
        </a:p>
      </dgm:t>
    </dgm:pt>
    <dgm:pt modelId="{4716E082-D681-4B18-90BD-DA5DFD2CCDF6}" type="sibTrans" cxnId="{2C64BE77-A93B-489E-8EF2-BCA8384CC39B}">
      <dgm:prSet/>
      <dgm:spPr/>
      <dgm:t>
        <a:bodyPr/>
        <a:lstStyle/>
        <a:p>
          <a:endParaRPr lang="en-US"/>
        </a:p>
      </dgm:t>
    </dgm:pt>
    <dgm:pt modelId="{6F6E4932-242E-4289-A1A5-E8EDF25C195A}" type="pres">
      <dgm:prSet presAssocID="{7101F494-21B8-4D93-AD58-BA34938796B7}" presName="vert0" presStyleCnt="0">
        <dgm:presLayoutVars>
          <dgm:dir/>
          <dgm:animOne val="branch"/>
          <dgm:animLvl val="lvl"/>
        </dgm:presLayoutVars>
      </dgm:prSet>
      <dgm:spPr/>
    </dgm:pt>
    <dgm:pt modelId="{C02D20C8-73E2-4CD5-B529-0889F0DC1618}" type="pres">
      <dgm:prSet presAssocID="{6AF9B3EA-BF3B-4861-95A5-B1EFCE0284C2}" presName="thickLine" presStyleLbl="alignNode1" presStyleIdx="0" presStyleCnt="5"/>
      <dgm:spPr/>
    </dgm:pt>
    <dgm:pt modelId="{2E6F7A51-029C-4800-B11B-D98C85900243}" type="pres">
      <dgm:prSet presAssocID="{6AF9B3EA-BF3B-4861-95A5-B1EFCE0284C2}" presName="horz1" presStyleCnt="0"/>
      <dgm:spPr/>
    </dgm:pt>
    <dgm:pt modelId="{7DBF63C3-04CC-43B6-A244-3DD612AE0A2F}" type="pres">
      <dgm:prSet presAssocID="{6AF9B3EA-BF3B-4861-95A5-B1EFCE0284C2}" presName="tx1" presStyleLbl="revTx" presStyleIdx="0" presStyleCnt="5"/>
      <dgm:spPr/>
    </dgm:pt>
    <dgm:pt modelId="{5CBE8FC6-A128-4E7B-8E92-B4A84094ABED}" type="pres">
      <dgm:prSet presAssocID="{6AF9B3EA-BF3B-4861-95A5-B1EFCE0284C2}" presName="vert1" presStyleCnt="0"/>
      <dgm:spPr/>
    </dgm:pt>
    <dgm:pt modelId="{182027F2-8339-49C3-9FBA-32B6581321A8}" type="pres">
      <dgm:prSet presAssocID="{53053CF4-93C5-4BA1-BFF6-8499D7E25B55}" presName="thickLine" presStyleLbl="alignNode1" presStyleIdx="1" presStyleCnt="5"/>
      <dgm:spPr/>
    </dgm:pt>
    <dgm:pt modelId="{905E7ED2-29C2-4B3B-A718-4228AB48C541}" type="pres">
      <dgm:prSet presAssocID="{53053CF4-93C5-4BA1-BFF6-8499D7E25B55}" presName="horz1" presStyleCnt="0"/>
      <dgm:spPr/>
    </dgm:pt>
    <dgm:pt modelId="{76FD3184-B38F-45EB-A1FB-0F019BF0774B}" type="pres">
      <dgm:prSet presAssocID="{53053CF4-93C5-4BA1-BFF6-8499D7E25B55}" presName="tx1" presStyleLbl="revTx" presStyleIdx="1" presStyleCnt="5"/>
      <dgm:spPr/>
    </dgm:pt>
    <dgm:pt modelId="{BF03EE52-26E5-4783-9D56-71C9ABB31FD3}" type="pres">
      <dgm:prSet presAssocID="{53053CF4-93C5-4BA1-BFF6-8499D7E25B55}" presName="vert1" presStyleCnt="0"/>
      <dgm:spPr/>
    </dgm:pt>
    <dgm:pt modelId="{6BBFB917-4B95-4E62-A611-ADED3D0DE8EF}" type="pres">
      <dgm:prSet presAssocID="{48928D23-DF2B-47F3-8BD4-D554E5D910CB}" presName="thickLine" presStyleLbl="alignNode1" presStyleIdx="2" presStyleCnt="5"/>
      <dgm:spPr/>
    </dgm:pt>
    <dgm:pt modelId="{F658EFEE-40D4-44D9-8AAF-4927EC8158DC}" type="pres">
      <dgm:prSet presAssocID="{48928D23-DF2B-47F3-8BD4-D554E5D910CB}" presName="horz1" presStyleCnt="0"/>
      <dgm:spPr/>
    </dgm:pt>
    <dgm:pt modelId="{A1743F52-1F57-45D2-B3F2-D32FCA4B7E70}" type="pres">
      <dgm:prSet presAssocID="{48928D23-DF2B-47F3-8BD4-D554E5D910CB}" presName="tx1" presStyleLbl="revTx" presStyleIdx="2" presStyleCnt="5"/>
      <dgm:spPr/>
    </dgm:pt>
    <dgm:pt modelId="{DC870CCF-F220-4646-8C4C-8DEF6C99B113}" type="pres">
      <dgm:prSet presAssocID="{48928D23-DF2B-47F3-8BD4-D554E5D910CB}" presName="vert1" presStyleCnt="0"/>
      <dgm:spPr/>
    </dgm:pt>
    <dgm:pt modelId="{043D5E74-8F27-4678-B702-65701AB7FAE8}" type="pres">
      <dgm:prSet presAssocID="{5DF63994-D615-4C2E-88AB-1F5B84250087}" presName="thickLine" presStyleLbl="alignNode1" presStyleIdx="3" presStyleCnt="5"/>
      <dgm:spPr/>
    </dgm:pt>
    <dgm:pt modelId="{4EF6B67D-160D-4E74-89F8-E35EABB02681}" type="pres">
      <dgm:prSet presAssocID="{5DF63994-D615-4C2E-88AB-1F5B84250087}" presName="horz1" presStyleCnt="0"/>
      <dgm:spPr/>
    </dgm:pt>
    <dgm:pt modelId="{4E4D69C3-2F1D-4A65-9EB9-296C02F8AAFB}" type="pres">
      <dgm:prSet presAssocID="{5DF63994-D615-4C2E-88AB-1F5B84250087}" presName="tx1" presStyleLbl="revTx" presStyleIdx="3" presStyleCnt="5"/>
      <dgm:spPr/>
    </dgm:pt>
    <dgm:pt modelId="{B15B244F-7EF9-493D-90C6-50E605E3D993}" type="pres">
      <dgm:prSet presAssocID="{5DF63994-D615-4C2E-88AB-1F5B84250087}" presName="vert1" presStyleCnt="0"/>
      <dgm:spPr/>
    </dgm:pt>
    <dgm:pt modelId="{185864BD-B6BF-44B9-8249-9FFF7E0D9552}" type="pres">
      <dgm:prSet presAssocID="{4D90F727-07DD-49D9-BA9B-58C94FFC6D73}" presName="thickLine" presStyleLbl="alignNode1" presStyleIdx="4" presStyleCnt="5"/>
      <dgm:spPr/>
    </dgm:pt>
    <dgm:pt modelId="{6D003061-AB33-4C88-8281-ACC25EA33FF7}" type="pres">
      <dgm:prSet presAssocID="{4D90F727-07DD-49D9-BA9B-58C94FFC6D73}" presName="horz1" presStyleCnt="0"/>
      <dgm:spPr/>
    </dgm:pt>
    <dgm:pt modelId="{F2FAA4A2-2896-463D-8D3E-23B8EFE2CBDE}" type="pres">
      <dgm:prSet presAssocID="{4D90F727-07DD-49D9-BA9B-58C94FFC6D73}" presName="tx1" presStyleLbl="revTx" presStyleIdx="4" presStyleCnt="5"/>
      <dgm:spPr/>
    </dgm:pt>
    <dgm:pt modelId="{52A59DCE-B4CC-4362-B307-A05ACB8C0C28}" type="pres">
      <dgm:prSet presAssocID="{4D90F727-07DD-49D9-BA9B-58C94FFC6D73}" presName="vert1" presStyleCnt="0"/>
      <dgm:spPr/>
    </dgm:pt>
  </dgm:ptLst>
  <dgm:cxnLst>
    <dgm:cxn modelId="{2462A110-F2F5-4365-8F35-F70F2BA32DB1}" srcId="{7101F494-21B8-4D93-AD58-BA34938796B7}" destId="{5DF63994-D615-4C2E-88AB-1F5B84250087}" srcOrd="3" destOrd="0" parTransId="{E147C290-4F72-4CF6-AAB8-3A9A54091E03}" sibTransId="{2D3C06B1-0DBC-40E1-B9DA-995D265A7744}"/>
    <dgm:cxn modelId="{DF679D11-0724-4FEE-A4CE-86D4881C0FD0}" type="presOf" srcId="{48928D23-DF2B-47F3-8BD4-D554E5D910CB}" destId="{A1743F52-1F57-45D2-B3F2-D32FCA4B7E70}" srcOrd="0" destOrd="0" presId="urn:microsoft.com/office/officeart/2008/layout/LinedList"/>
    <dgm:cxn modelId="{FBC0EF26-B8B4-42C2-BEC7-803A97C2E2B6}" type="presOf" srcId="{6AF9B3EA-BF3B-4861-95A5-B1EFCE0284C2}" destId="{7DBF63C3-04CC-43B6-A244-3DD612AE0A2F}" srcOrd="0" destOrd="0" presId="urn:microsoft.com/office/officeart/2008/layout/LinedList"/>
    <dgm:cxn modelId="{824EF526-DF46-4CEB-994B-2330200A90A6}" type="presOf" srcId="{53053CF4-93C5-4BA1-BFF6-8499D7E25B55}" destId="{76FD3184-B38F-45EB-A1FB-0F019BF0774B}" srcOrd="0" destOrd="0" presId="urn:microsoft.com/office/officeart/2008/layout/LinedList"/>
    <dgm:cxn modelId="{23D15B49-9D59-45CF-97E3-5385174AB72D}" type="presOf" srcId="{7101F494-21B8-4D93-AD58-BA34938796B7}" destId="{6F6E4932-242E-4289-A1A5-E8EDF25C195A}" srcOrd="0" destOrd="0" presId="urn:microsoft.com/office/officeart/2008/layout/LinedList"/>
    <dgm:cxn modelId="{DD64896E-22F9-4992-BB2F-963AD40B90F0}" srcId="{7101F494-21B8-4D93-AD58-BA34938796B7}" destId="{48928D23-DF2B-47F3-8BD4-D554E5D910CB}" srcOrd="2" destOrd="0" parTransId="{0203F01B-A788-4A8B-91B9-278EDBE5FFDE}" sibTransId="{A2A6980B-3AE7-4FAE-BD9C-D588AE411AF5}"/>
    <dgm:cxn modelId="{2C64BE77-A93B-489E-8EF2-BCA8384CC39B}" srcId="{7101F494-21B8-4D93-AD58-BA34938796B7}" destId="{4D90F727-07DD-49D9-BA9B-58C94FFC6D73}" srcOrd="4" destOrd="0" parTransId="{1CAB282F-5DDF-450F-892B-17AE9A79366F}" sibTransId="{4716E082-D681-4B18-90BD-DA5DFD2CCDF6}"/>
    <dgm:cxn modelId="{105DB483-4CC0-4D93-BBAE-EA857AA96E4C}" type="presOf" srcId="{4D90F727-07DD-49D9-BA9B-58C94FFC6D73}" destId="{F2FAA4A2-2896-463D-8D3E-23B8EFE2CBDE}" srcOrd="0" destOrd="0" presId="urn:microsoft.com/office/officeart/2008/layout/LinedList"/>
    <dgm:cxn modelId="{46E24786-F399-42CB-B94E-5215A79A5942}" srcId="{7101F494-21B8-4D93-AD58-BA34938796B7}" destId="{53053CF4-93C5-4BA1-BFF6-8499D7E25B55}" srcOrd="1" destOrd="0" parTransId="{2A025023-FCAA-4B4E-9C54-8A44A363205C}" sibTransId="{A5AC4E0B-1A17-4070-A730-D1C396D672F8}"/>
    <dgm:cxn modelId="{0F7AEE94-E134-41EC-A552-50360A7FFC3F}" srcId="{7101F494-21B8-4D93-AD58-BA34938796B7}" destId="{6AF9B3EA-BF3B-4861-95A5-B1EFCE0284C2}" srcOrd="0" destOrd="0" parTransId="{5D083420-3987-4DB7-9FB7-38F7A1BAA78A}" sibTransId="{4BD6AF8B-30BB-4D80-86FD-05E767BA88DD}"/>
    <dgm:cxn modelId="{A25319A2-298A-4A5D-84CC-0776DE2BF4CC}" type="presOf" srcId="{5DF63994-D615-4C2E-88AB-1F5B84250087}" destId="{4E4D69C3-2F1D-4A65-9EB9-296C02F8AAFB}" srcOrd="0" destOrd="0" presId="urn:microsoft.com/office/officeart/2008/layout/LinedList"/>
    <dgm:cxn modelId="{3311F303-2B56-445E-AC22-1B8DE7478635}" type="presParOf" srcId="{6F6E4932-242E-4289-A1A5-E8EDF25C195A}" destId="{C02D20C8-73E2-4CD5-B529-0889F0DC1618}" srcOrd="0" destOrd="0" presId="urn:microsoft.com/office/officeart/2008/layout/LinedList"/>
    <dgm:cxn modelId="{7CF426EF-C56A-4022-B58D-B17BE5E2C7C5}" type="presParOf" srcId="{6F6E4932-242E-4289-A1A5-E8EDF25C195A}" destId="{2E6F7A51-029C-4800-B11B-D98C85900243}" srcOrd="1" destOrd="0" presId="urn:microsoft.com/office/officeart/2008/layout/LinedList"/>
    <dgm:cxn modelId="{633FDA62-83C2-4EBB-A366-0B7CAD6D4D75}" type="presParOf" srcId="{2E6F7A51-029C-4800-B11B-D98C85900243}" destId="{7DBF63C3-04CC-43B6-A244-3DD612AE0A2F}" srcOrd="0" destOrd="0" presId="urn:microsoft.com/office/officeart/2008/layout/LinedList"/>
    <dgm:cxn modelId="{58782282-F5BB-4B51-8970-8CB54BD14A8D}" type="presParOf" srcId="{2E6F7A51-029C-4800-B11B-D98C85900243}" destId="{5CBE8FC6-A128-4E7B-8E92-B4A84094ABED}" srcOrd="1" destOrd="0" presId="urn:microsoft.com/office/officeart/2008/layout/LinedList"/>
    <dgm:cxn modelId="{C60DA7B9-F92C-456D-8F1F-6F4FCBAC451D}" type="presParOf" srcId="{6F6E4932-242E-4289-A1A5-E8EDF25C195A}" destId="{182027F2-8339-49C3-9FBA-32B6581321A8}" srcOrd="2" destOrd="0" presId="urn:microsoft.com/office/officeart/2008/layout/LinedList"/>
    <dgm:cxn modelId="{8AA4C9AA-193B-4307-A7C2-6E7F758B2560}" type="presParOf" srcId="{6F6E4932-242E-4289-A1A5-E8EDF25C195A}" destId="{905E7ED2-29C2-4B3B-A718-4228AB48C541}" srcOrd="3" destOrd="0" presId="urn:microsoft.com/office/officeart/2008/layout/LinedList"/>
    <dgm:cxn modelId="{0A048B3C-0AD4-4948-A651-C1A822008761}" type="presParOf" srcId="{905E7ED2-29C2-4B3B-A718-4228AB48C541}" destId="{76FD3184-B38F-45EB-A1FB-0F019BF0774B}" srcOrd="0" destOrd="0" presId="urn:microsoft.com/office/officeart/2008/layout/LinedList"/>
    <dgm:cxn modelId="{130ABCF1-4AF5-4D47-BCA7-DBE3C5413547}" type="presParOf" srcId="{905E7ED2-29C2-4B3B-A718-4228AB48C541}" destId="{BF03EE52-26E5-4783-9D56-71C9ABB31FD3}" srcOrd="1" destOrd="0" presId="urn:microsoft.com/office/officeart/2008/layout/LinedList"/>
    <dgm:cxn modelId="{EF21D7AF-42B1-4F2E-8323-253283244946}" type="presParOf" srcId="{6F6E4932-242E-4289-A1A5-E8EDF25C195A}" destId="{6BBFB917-4B95-4E62-A611-ADED3D0DE8EF}" srcOrd="4" destOrd="0" presId="urn:microsoft.com/office/officeart/2008/layout/LinedList"/>
    <dgm:cxn modelId="{70BDEECA-24B8-49CB-8F8B-F776CDF29522}" type="presParOf" srcId="{6F6E4932-242E-4289-A1A5-E8EDF25C195A}" destId="{F658EFEE-40D4-44D9-8AAF-4927EC8158DC}" srcOrd="5" destOrd="0" presId="urn:microsoft.com/office/officeart/2008/layout/LinedList"/>
    <dgm:cxn modelId="{EC809172-2624-4B63-9DEE-340D6021CA0B}" type="presParOf" srcId="{F658EFEE-40D4-44D9-8AAF-4927EC8158DC}" destId="{A1743F52-1F57-45D2-B3F2-D32FCA4B7E70}" srcOrd="0" destOrd="0" presId="urn:microsoft.com/office/officeart/2008/layout/LinedList"/>
    <dgm:cxn modelId="{D0A268C3-D011-4EC5-9903-ABC12ECE7E3C}" type="presParOf" srcId="{F658EFEE-40D4-44D9-8AAF-4927EC8158DC}" destId="{DC870CCF-F220-4646-8C4C-8DEF6C99B113}" srcOrd="1" destOrd="0" presId="urn:microsoft.com/office/officeart/2008/layout/LinedList"/>
    <dgm:cxn modelId="{9952D251-71DF-48E0-8DC8-E9C2A81F24B4}" type="presParOf" srcId="{6F6E4932-242E-4289-A1A5-E8EDF25C195A}" destId="{043D5E74-8F27-4678-B702-65701AB7FAE8}" srcOrd="6" destOrd="0" presId="urn:microsoft.com/office/officeart/2008/layout/LinedList"/>
    <dgm:cxn modelId="{FDAB9F43-FDC7-4E0C-A892-49F8796887B3}" type="presParOf" srcId="{6F6E4932-242E-4289-A1A5-E8EDF25C195A}" destId="{4EF6B67D-160D-4E74-89F8-E35EABB02681}" srcOrd="7" destOrd="0" presId="urn:microsoft.com/office/officeart/2008/layout/LinedList"/>
    <dgm:cxn modelId="{72BBC210-2AD9-4784-B472-64DFA8DF3F15}" type="presParOf" srcId="{4EF6B67D-160D-4E74-89F8-E35EABB02681}" destId="{4E4D69C3-2F1D-4A65-9EB9-296C02F8AAFB}" srcOrd="0" destOrd="0" presId="urn:microsoft.com/office/officeart/2008/layout/LinedList"/>
    <dgm:cxn modelId="{23BA1CF7-0E0D-4145-9C88-5115244A53E4}" type="presParOf" srcId="{4EF6B67D-160D-4E74-89F8-E35EABB02681}" destId="{B15B244F-7EF9-493D-90C6-50E605E3D993}" srcOrd="1" destOrd="0" presId="urn:microsoft.com/office/officeart/2008/layout/LinedList"/>
    <dgm:cxn modelId="{B52EAB05-5119-4BB6-911F-96FF67E5B0F0}" type="presParOf" srcId="{6F6E4932-242E-4289-A1A5-E8EDF25C195A}" destId="{185864BD-B6BF-44B9-8249-9FFF7E0D9552}" srcOrd="8" destOrd="0" presId="urn:microsoft.com/office/officeart/2008/layout/LinedList"/>
    <dgm:cxn modelId="{6BD999D2-3DD6-4608-80EC-6B27791FD898}" type="presParOf" srcId="{6F6E4932-242E-4289-A1A5-E8EDF25C195A}" destId="{6D003061-AB33-4C88-8281-ACC25EA33FF7}" srcOrd="9" destOrd="0" presId="urn:microsoft.com/office/officeart/2008/layout/LinedList"/>
    <dgm:cxn modelId="{F8D1EB65-600D-46FF-9AFB-72409CF5BED0}" type="presParOf" srcId="{6D003061-AB33-4C88-8281-ACC25EA33FF7}" destId="{F2FAA4A2-2896-463D-8D3E-23B8EFE2CBDE}" srcOrd="0" destOrd="0" presId="urn:microsoft.com/office/officeart/2008/layout/LinedList"/>
    <dgm:cxn modelId="{198451CD-7967-461C-B125-06C9527E0966}" type="presParOf" srcId="{6D003061-AB33-4C88-8281-ACC25EA33FF7}" destId="{52A59DCE-B4CC-4362-B307-A05ACB8C0C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A901CD0-A737-4B32-B053-BF389938AB1B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DFA534-3D32-4F88-9A26-85CED1113D5C}">
      <dgm:prSet/>
      <dgm:spPr/>
      <dgm:t>
        <a:bodyPr/>
        <a:lstStyle/>
        <a:p>
          <a:r>
            <a:rPr lang="en-US"/>
            <a:t>Arrange</a:t>
          </a:r>
        </a:p>
      </dgm:t>
    </dgm:pt>
    <dgm:pt modelId="{D64BECD3-562D-41D4-A0CD-D1A36CCA5495}" type="parTrans" cxnId="{41EA05AB-61DE-4807-8FA2-8CA85E7A0E05}">
      <dgm:prSet/>
      <dgm:spPr/>
      <dgm:t>
        <a:bodyPr/>
        <a:lstStyle/>
        <a:p>
          <a:endParaRPr lang="en-US"/>
        </a:p>
      </dgm:t>
    </dgm:pt>
    <dgm:pt modelId="{269193C3-B6FE-4B99-93A8-27FDB2C14401}" type="sibTrans" cxnId="{41EA05AB-61DE-4807-8FA2-8CA85E7A0E05}">
      <dgm:prSet/>
      <dgm:spPr/>
      <dgm:t>
        <a:bodyPr/>
        <a:lstStyle/>
        <a:p>
          <a:endParaRPr lang="en-US"/>
        </a:p>
      </dgm:t>
    </dgm:pt>
    <dgm:pt modelId="{27D88D4D-EA11-4AD4-B43C-0F9C4A61C4B9}">
      <dgm:prSet/>
      <dgm:spPr/>
      <dgm:t>
        <a:bodyPr/>
        <a:lstStyle/>
        <a:p>
          <a:r>
            <a:rPr lang="en-US"/>
            <a:t>Arrange visuals into a report layout</a:t>
          </a:r>
        </a:p>
      </dgm:t>
    </dgm:pt>
    <dgm:pt modelId="{7A3A22B6-CFDC-48B6-A138-89A0AB68D22C}" type="parTrans" cxnId="{D905335F-4C3C-4AB9-A84A-70A23DA8923B}">
      <dgm:prSet/>
      <dgm:spPr/>
      <dgm:t>
        <a:bodyPr/>
        <a:lstStyle/>
        <a:p>
          <a:endParaRPr lang="en-US"/>
        </a:p>
      </dgm:t>
    </dgm:pt>
    <dgm:pt modelId="{1D3CF386-7F53-4F36-ACEC-10F1DACA836F}" type="sibTrans" cxnId="{D905335F-4C3C-4AB9-A84A-70A23DA8923B}">
      <dgm:prSet/>
      <dgm:spPr/>
      <dgm:t>
        <a:bodyPr/>
        <a:lstStyle/>
        <a:p>
          <a:endParaRPr lang="en-US"/>
        </a:p>
      </dgm:t>
    </dgm:pt>
    <dgm:pt modelId="{3078654F-41D1-4684-8645-BB8A539950FA}">
      <dgm:prSet/>
      <dgm:spPr/>
      <dgm:t>
        <a:bodyPr/>
        <a:lstStyle/>
        <a:p>
          <a:r>
            <a:rPr lang="en-US"/>
            <a:t>Add</a:t>
          </a:r>
        </a:p>
      </dgm:t>
    </dgm:pt>
    <dgm:pt modelId="{7BEE6523-D502-4F9C-9F92-69A7640A596E}" type="parTrans" cxnId="{32BC7D95-77FC-4549-AC45-BFA267F84279}">
      <dgm:prSet/>
      <dgm:spPr/>
      <dgm:t>
        <a:bodyPr/>
        <a:lstStyle/>
        <a:p>
          <a:endParaRPr lang="en-US"/>
        </a:p>
      </dgm:t>
    </dgm:pt>
    <dgm:pt modelId="{F30A975D-A289-4E54-AC88-AEB186A45347}" type="sibTrans" cxnId="{32BC7D95-77FC-4549-AC45-BFA267F84279}">
      <dgm:prSet/>
      <dgm:spPr/>
      <dgm:t>
        <a:bodyPr/>
        <a:lstStyle/>
        <a:p>
          <a:endParaRPr lang="en-US"/>
        </a:p>
      </dgm:t>
    </dgm:pt>
    <dgm:pt modelId="{69ECD261-B04A-4FC5-ADE4-4ECA82E46191}">
      <dgm:prSet/>
      <dgm:spPr/>
      <dgm:t>
        <a:bodyPr/>
        <a:lstStyle/>
        <a:p>
          <a:r>
            <a:rPr lang="en-US"/>
            <a:t>Add filters and slicers</a:t>
          </a:r>
        </a:p>
      </dgm:t>
    </dgm:pt>
    <dgm:pt modelId="{34577EC1-A683-4F44-A6CC-F442A7C502ED}" type="parTrans" cxnId="{F8535CD2-A7F6-445F-AF39-E9B9081EBCD9}">
      <dgm:prSet/>
      <dgm:spPr/>
      <dgm:t>
        <a:bodyPr/>
        <a:lstStyle/>
        <a:p>
          <a:endParaRPr lang="en-US"/>
        </a:p>
      </dgm:t>
    </dgm:pt>
    <dgm:pt modelId="{A2D18CD4-BADF-412B-AA02-3D88BF3303A0}" type="sibTrans" cxnId="{F8535CD2-A7F6-445F-AF39-E9B9081EBCD9}">
      <dgm:prSet/>
      <dgm:spPr/>
      <dgm:t>
        <a:bodyPr/>
        <a:lstStyle/>
        <a:p>
          <a:endParaRPr lang="en-US"/>
        </a:p>
      </dgm:t>
    </dgm:pt>
    <dgm:pt modelId="{E723A103-E8E9-4E0F-AD30-0959DE652C61}">
      <dgm:prSet/>
      <dgm:spPr/>
      <dgm:t>
        <a:bodyPr/>
        <a:lstStyle/>
        <a:p>
          <a:r>
            <a:rPr lang="en-US"/>
            <a:t>Enable</a:t>
          </a:r>
        </a:p>
      </dgm:t>
    </dgm:pt>
    <dgm:pt modelId="{728F57A4-B889-4F70-B1E3-2CC5398B3588}" type="parTrans" cxnId="{35710AF4-B998-48F3-A235-021E24E6D819}">
      <dgm:prSet/>
      <dgm:spPr/>
      <dgm:t>
        <a:bodyPr/>
        <a:lstStyle/>
        <a:p>
          <a:endParaRPr lang="en-US"/>
        </a:p>
      </dgm:t>
    </dgm:pt>
    <dgm:pt modelId="{4D08F1DA-0B93-486B-A5D2-DD737C434E91}" type="sibTrans" cxnId="{35710AF4-B998-48F3-A235-021E24E6D819}">
      <dgm:prSet/>
      <dgm:spPr/>
      <dgm:t>
        <a:bodyPr/>
        <a:lstStyle/>
        <a:p>
          <a:endParaRPr lang="en-US"/>
        </a:p>
      </dgm:t>
    </dgm:pt>
    <dgm:pt modelId="{440151D7-F4EB-4695-A9F2-A20DB2F6E2BB}">
      <dgm:prSet/>
      <dgm:spPr/>
      <dgm:t>
        <a:bodyPr/>
        <a:lstStyle/>
        <a:p>
          <a:r>
            <a:rPr lang="en-US"/>
            <a:t>Enable drill-down functionality</a:t>
          </a:r>
        </a:p>
      </dgm:t>
    </dgm:pt>
    <dgm:pt modelId="{82A4B237-6CC5-40A0-BFD0-B3220E51CD70}" type="parTrans" cxnId="{ED8AA83F-43B3-49E3-BDF9-EE2C701EA385}">
      <dgm:prSet/>
      <dgm:spPr/>
      <dgm:t>
        <a:bodyPr/>
        <a:lstStyle/>
        <a:p>
          <a:endParaRPr lang="en-US"/>
        </a:p>
      </dgm:t>
    </dgm:pt>
    <dgm:pt modelId="{7A9CDED0-D759-4B0F-AB54-A8658019BC23}" type="sibTrans" cxnId="{ED8AA83F-43B3-49E3-BDF9-EE2C701EA385}">
      <dgm:prSet/>
      <dgm:spPr/>
      <dgm:t>
        <a:bodyPr/>
        <a:lstStyle/>
        <a:p>
          <a:endParaRPr lang="en-US"/>
        </a:p>
      </dgm:t>
    </dgm:pt>
    <dgm:pt modelId="{2AF4EBFF-2AD0-4947-BA94-7545010F75F3}">
      <dgm:prSet/>
      <dgm:spPr/>
      <dgm:t>
        <a:bodyPr/>
        <a:lstStyle/>
        <a:p>
          <a:r>
            <a:rPr lang="en-US"/>
            <a:t>Use</a:t>
          </a:r>
        </a:p>
      </dgm:t>
    </dgm:pt>
    <dgm:pt modelId="{D2848677-932A-42AE-A3D6-4223228E2AC5}" type="parTrans" cxnId="{5C606EF5-A417-4974-9AA9-DCC23B47677D}">
      <dgm:prSet/>
      <dgm:spPr/>
      <dgm:t>
        <a:bodyPr/>
        <a:lstStyle/>
        <a:p>
          <a:endParaRPr lang="en-US"/>
        </a:p>
      </dgm:t>
    </dgm:pt>
    <dgm:pt modelId="{0F3D80AB-26DC-4A74-A143-391AA1A316CA}" type="sibTrans" cxnId="{5C606EF5-A417-4974-9AA9-DCC23B47677D}">
      <dgm:prSet/>
      <dgm:spPr/>
      <dgm:t>
        <a:bodyPr/>
        <a:lstStyle/>
        <a:p>
          <a:endParaRPr lang="en-US"/>
        </a:p>
      </dgm:t>
    </dgm:pt>
    <dgm:pt modelId="{A9A527A0-B6F1-4DAF-8DEF-38683C4AD893}">
      <dgm:prSet/>
      <dgm:spPr/>
      <dgm:t>
        <a:bodyPr/>
        <a:lstStyle/>
        <a:p>
          <a:r>
            <a:rPr lang="en-US"/>
            <a:t>Use bookmarks and navigation buttons</a:t>
          </a:r>
        </a:p>
      </dgm:t>
    </dgm:pt>
    <dgm:pt modelId="{96000078-2FFA-4A4B-AFF0-34474CC7CACD}" type="parTrans" cxnId="{23ED1193-17CA-48CD-96C7-815862AFD429}">
      <dgm:prSet/>
      <dgm:spPr/>
      <dgm:t>
        <a:bodyPr/>
        <a:lstStyle/>
        <a:p>
          <a:endParaRPr lang="en-US"/>
        </a:p>
      </dgm:t>
    </dgm:pt>
    <dgm:pt modelId="{F7DFB2C6-2256-4DCA-BB81-97E4C7448E76}" type="sibTrans" cxnId="{23ED1193-17CA-48CD-96C7-815862AFD429}">
      <dgm:prSet/>
      <dgm:spPr/>
      <dgm:t>
        <a:bodyPr/>
        <a:lstStyle/>
        <a:p>
          <a:endParaRPr lang="en-US"/>
        </a:p>
      </dgm:t>
    </dgm:pt>
    <dgm:pt modelId="{DBC7044F-2660-4287-9572-35C8FE4376DA}" type="pres">
      <dgm:prSet presAssocID="{2A901CD0-A737-4B32-B053-BF389938AB1B}" presName="Name0" presStyleCnt="0">
        <dgm:presLayoutVars>
          <dgm:dir/>
          <dgm:animLvl val="lvl"/>
          <dgm:resizeHandles val="exact"/>
        </dgm:presLayoutVars>
      </dgm:prSet>
      <dgm:spPr/>
    </dgm:pt>
    <dgm:pt modelId="{25DED7D1-6BB7-4CD8-BAF3-8E7A17879A37}" type="pres">
      <dgm:prSet presAssocID="{67DFA534-3D32-4F88-9A26-85CED1113D5C}" presName="linNode" presStyleCnt="0"/>
      <dgm:spPr/>
    </dgm:pt>
    <dgm:pt modelId="{8CCCD438-3436-4328-907F-265E9099305B}" type="pres">
      <dgm:prSet presAssocID="{67DFA534-3D32-4F88-9A26-85CED1113D5C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B4FAF327-D989-4ED2-9261-C43001B1385C}" type="pres">
      <dgm:prSet presAssocID="{67DFA534-3D32-4F88-9A26-85CED1113D5C}" presName="descendantText" presStyleLbl="alignNode1" presStyleIdx="0" presStyleCnt="4">
        <dgm:presLayoutVars>
          <dgm:bulletEnabled/>
        </dgm:presLayoutVars>
      </dgm:prSet>
      <dgm:spPr/>
    </dgm:pt>
    <dgm:pt modelId="{CFF5B2B7-1273-41E5-B9BE-8882FAFD8FA4}" type="pres">
      <dgm:prSet presAssocID="{269193C3-B6FE-4B99-93A8-27FDB2C14401}" presName="sp" presStyleCnt="0"/>
      <dgm:spPr/>
    </dgm:pt>
    <dgm:pt modelId="{2C7F91FF-1B58-475D-A9F3-B9B3B60340B7}" type="pres">
      <dgm:prSet presAssocID="{3078654F-41D1-4684-8645-BB8A539950FA}" presName="linNode" presStyleCnt="0"/>
      <dgm:spPr/>
    </dgm:pt>
    <dgm:pt modelId="{137889A6-846D-4B51-9F49-2516678E8DE4}" type="pres">
      <dgm:prSet presAssocID="{3078654F-41D1-4684-8645-BB8A539950FA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08495BCD-4E0E-4E8A-98BD-99711DA8E1CA}" type="pres">
      <dgm:prSet presAssocID="{3078654F-41D1-4684-8645-BB8A539950FA}" presName="descendantText" presStyleLbl="alignNode1" presStyleIdx="1" presStyleCnt="4">
        <dgm:presLayoutVars>
          <dgm:bulletEnabled/>
        </dgm:presLayoutVars>
      </dgm:prSet>
      <dgm:spPr/>
    </dgm:pt>
    <dgm:pt modelId="{9BB6C42B-DC85-40FC-AA35-DE27436E2933}" type="pres">
      <dgm:prSet presAssocID="{F30A975D-A289-4E54-AC88-AEB186A45347}" presName="sp" presStyleCnt="0"/>
      <dgm:spPr/>
    </dgm:pt>
    <dgm:pt modelId="{1250A2D2-F2F0-4260-9DB2-EA5927F42D45}" type="pres">
      <dgm:prSet presAssocID="{E723A103-E8E9-4E0F-AD30-0959DE652C61}" presName="linNode" presStyleCnt="0"/>
      <dgm:spPr/>
    </dgm:pt>
    <dgm:pt modelId="{E4DB5DF9-7296-4471-A360-50FD55CB7CE9}" type="pres">
      <dgm:prSet presAssocID="{E723A103-E8E9-4E0F-AD30-0959DE652C61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9A94CD27-70E6-4301-9A7A-4F49CBF0F154}" type="pres">
      <dgm:prSet presAssocID="{E723A103-E8E9-4E0F-AD30-0959DE652C61}" presName="descendantText" presStyleLbl="alignNode1" presStyleIdx="2" presStyleCnt="4">
        <dgm:presLayoutVars>
          <dgm:bulletEnabled/>
        </dgm:presLayoutVars>
      </dgm:prSet>
      <dgm:spPr/>
    </dgm:pt>
    <dgm:pt modelId="{47E89BDB-134D-4118-ACB5-ADA601018849}" type="pres">
      <dgm:prSet presAssocID="{4D08F1DA-0B93-486B-A5D2-DD737C434E91}" presName="sp" presStyleCnt="0"/>
      <dgm:spPr/>
    </dgm:pt>
    <dgm:pt modelId="{F01E73D3-20A5-435B-9688-C0A78ACE03D1}" type="pres">
      <dgm:prSet presAssocID="{2AF4EBFF-2AD0-4947-BA94-7545010F75F3}" presName="linNode" presStyleCnt="0"/>
      <dgm:spPr/>
    </dgm:pt>
    <dgm:pt modelId="{77B8330E-262C-4AE2-9BE0-35C39EB22076}" type="pres">
      <dgm:prSet presAssocID="{2AF4EBFF-2AD0-4947-BA94-7545010F75F3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C39D8581-196A-4B6F-A860-90AA7ED1D5D3}" type="pres">
      <dgm:prSet presAssocID="{2AF4EBFF-2AD0-4947-BA94-7545010F75F3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EF4F9618-E0AB-4FD8-B4BB-36729DDFFFAB}" type="presOf" srcId="{E723A103-E8E9-4E0F-AD30-0959DE652C61}" destId="{E4DB5DF9-7296-4471-A360-50FD55CB7CE9}" srcOrd="0" destOrd="0" presId="urn:microsoft.com/office/officeart/2016/7/layout/VerticalHollowActionList"/>
    <dgm:cxn modelId="{F8FAF825-44DA-40E6-8DB6-B7F746D92A17}" type="presOf" srcId="{3078654F-41D1-4684-8645-BB8A539950FA}" destId="{137889A6-846D-4B51-9F49-2516678E8DE4}" srcOrd="0" destOrd="0" presId="urn:microsoft.com/office/officeart/2016/7/layout/VerticalHollowActionList"/>
    <dgm:cxn modelId="{ED8AA83F-43B3-49E3-BDF9-EE2C701EA385}" srcId="{E723A103-E8E9-4E0F-AD30-0959DE652C61}" destId="{440151D7-F4EB-4695-A9F2-A20DB2F6E2BB}" srcOrd="0" destOrd="0" parTransId="{82A4B237-6CC5-40A0-BFD0-B3220E51CD70}" sibTransId="{7A9CDED0-D759-4B0F-AB54-A8658019BC23}"/>
    <dgm:cxn modelId="{D905335F-4C3C-4AB9-A84A-70A23DA8923B}" srcId="{67DFA534-3D32-4F88-9A26-85CED1113D5C}" destId="{27D88D4D-EA11-4AD4-B43C-0F9C4A61C4B9}" srcOrd="0" destOrd="0" parTransId="{7A3A22B6-CFDC-48B6-A138-89A0AB68D22C}" sibTransId="{1D3CF386-7F53-4F36-ACEC-10F1DACA836F}"/>
    <dgm:cxn modelId="{FD350953-56F9-463C-AAE1-54F22180FAA9}" type="presOf" srcId="{A9A527A0-B6F1-4DAF-8DEF-38683C4AD893}" destId="{C39D8581-196A-4B6F-A860-90AA7ED1D5D3}" srcOrd="0" destOrd="0" presId="urn:microsoft.com/office/officeart/2016/7/layout/VerticalHollowActionList"/>
    <dgm:cxn modelId="{0C29A659-BE82-4627-9F82-02805495211D}" type="presOf" srcId="{67DFA534-3D32-4F88-9A26-85CED1113D5C}" destId="{8CCCD438-3436-4328-907F-265E9099305B}" srcOrd="0" destOrd="0" presId="urn:microsoft.com/office/officeart/2016/7/layout/VerticalHollowActionList"/>
    <dgm:cxn modelId="{23ED1193-17CA-48CD-96C7-815862AFD429}" srcId="{2AF4EBFF-2AD0-4947-BA94-7545010F75F3}" destId="{A9A527A0-B6F1-4DAF-8DEF-38683C4AD893}" srcOrd="0" destOrd="0" parTransId="{96000078-2FFA-4A4B-AFF0-34474CC7CACD}" sibTransId="{F7DFB2C6-2256-4DCA-BB81-97E4C7448E76}"/>
    <dgm:cxn modelId="{32BC7D95-77FC-4549-AC45-BFA267F84279}" srcId="{2A901CD0-A737-4B32-B053-BF389938AB1B}" destId="{3078654F-41D1-4684-8645-BB8A539950FA}" srcOrd="1" destOrd="0" parTransId="{7BEE6523-D502-4F9C-9F92-69A7640A596E}" sibTransId="{F30A975D-A289-4E54-AC88-AEB186A45347}"/>
    <dgm:cxn modelId="{41EA05AB-61DE-4807-8FA2-8CA85E7A0E05}" srcId="{2A901CD0-A737-4B32-B053-BF389938AB1B}" destId="{67DFA534-3D32-4F88-9A26-85CED1113D5C}" srcOrd="0" destOrd="0" parTransId="{D64BECD3-562D-41D4-A0CD-D1A36CCA5495}" sibTransId="{269193C3-B6FE-4B99-93A8-27FDB2C14401}"/>
    <dgm:cxn modelId="{F93BC6AF-2F17-4D82-B9DD-20C1E65289A9}" type="presOf" srcId="{440151D7-F4EB-4695-A9F2-A20DB2F6E2BB}" destId="{9A94CD27-70E6-4301-9A7A-4F49CBF0F154}" srcOrd="0" destOrd="0" presId="urn:microsoft.com/office/officeart/2016/7/layout/VerticalHollowActionList"/>
    <dgm:cxn modelId="{2186AEB1-13FB-4432-BAD3-F6102248FF98}" type="presOf" srcId="{2A901CD0-A737-4B32-B053-BF389938AB1B}" destId="{DBC7044F-2660-4287-9572-35C8FE4376DA}" srcOrd="0" destOrd="0" presId="urn:microsoft.com/office/officeart/2016/7/layout/VerticalHollowActionList"/>
    <dgm:cxn modelId="{6CC454C0-0E51-428B-AE2D-A483BBB717C3}" type="presOf" srcId="{27D88D4D-EA11-4AD4-B43C-0F9C4A61C4B9}" destId="{B4FAF327-D989-4ED2-9261-C43001B1385C}" srcOrd="0" destOrd="0" presId="urn:microsoft.com/office/officeart/2016/7/layout/VerticalHollowActionList"/>
    <dgm:cxn modelId="{028F26C7-A8D0-4B99-BB8A-F79C14E8D637}" type="presOf" srcId="{69ECD261-B04A-4FC5-ADE4-4ECA82E46191}" destId="{08495BCD-4E0E-4E8A-98BD-99711DA8E1CA}" srcOrd="0" destOrd="0" presId="urn:microsoft.com/office/officeart/2016/7/layout/VerticalHollowActionList"/>
    <dgm:cxn modelId="{F8535CD2-A7F6-445F-AF39-E9B9081EBCD9}" srcId="{3078654F-41D1-4684-8645-BB8A539950FA}" destId="{69ECD261-B04A-4FC5-ADE4-4ECA82E46191}" srcOrd="0" destOrd="0" parTransId="{34577EC1-A683-4F44-A6CC-F442A7C502ED}" sibTransId="{A2D18CD4-BADF-412B-AA02-3D88BF3303A0}"/>
    <dgm:cxn modelId="{1B0307D8-A804-46D5-900E-62E756038EFC}" type="presOf" srcId="{2AF4EBFF-2AD0-4947-BA94-7545010F75F3}" destId="{77B8330E-262C-4AE2-9BE0-35C39EB22076}" srcOrd="0" destOrd="0" presId="urn:microsoft.com/office/officeart/2016/7/layout/VerticalHollowActionList"/>
    <dgm:cxn modelId="{35710AF4-B998-48F3-A235-021E24E6D819}" srcId="{2A901CD0-A737-4B32-B053-BF389938AB1B}" destId="{E723A103-E8E9-4E0F-AD30-0959DE652C61}" srcOrd="2" destOrd="0" parTransId="{728F57A4-B889-4F70-B1E3-2CC5398B3588}" sibTransId="{4D08F1DA-0B93-486B-A5D2-DD737C434E91}"/>
    <dgm:cxn modelId="{5C606EF5-A417-4974-9AA9-DCC23B47677D}" srcId="{2A901CD0-A737-4B32-B053-BF389938AB1B}" destId="{2AF4EBFF-2AD0-4947-BA94-7545010F75F3}" srcOrd="3" destOrd="0" parTransId="{D2848677-932A-42AE-A3D6-4223228E2AC5}" sibTransId="{0F3D80AB-26DC-4A74-A143-391AA1A316CA}"/>
    <dgm:cxn modelId="{D780ACAF-2E5B-4626-94A7-1CA53E53FCA7}" type="presParOf" srcId="{DBC7044F-2660-4287-9572-35C8FE4376DA}" destId="{25DED7D1-6BB7-4CD8-BAF3-8E7A17879A37}" srcOrd="0" destOrd="0" presId="urn:microsoft.com/office/officeart/2016/7/layout/VerticalHollowActionList"/>
    <dgm:cxn modelId="{3F9F2FFE-E44C-4575-ADC9-B6867433540D}" type="presParOf" srcId="{25DED7D1-6BB7-4CD8-BAF3-8E7A17879A37}" destId="{8CCCD438-3436-4328-907F-265E9099305B}" srcOrd="0" destOrd="0" presId="urn:microsoft.com/office/officeart/2016/7/layout/VerticalHollowActionList"/>
    <dgm:cxn modelId="{86162D15-7691-4DF2-9D50-EFBCD6AF32FB}" type="presParOf" srcId="{25DED7D1-6BB7-4CD8-BAF3-8E7A17879A37}" destId="{B4FAF327-D989-4ED2-9261-C43001B1385C}" srcOrd="1" destOrd="0" presId="urn:microsoft.com/office/officeart/2016/7/layout/VerticalHollowActionList"/>
    <dgm:cxn modelId="{F9CF210F-C7E6-4CC9-928E-D1A0F5EFDDA0}" type="presParOf" srcId="{DBC7044F-2660-4287-9572-35C8FE4376DA}" destId="{CFF5B2B7-1273-41E5-B9BE-8882FAFD8FA4}" srcOrd="1" destOrd="0" presId="urn:microsoft.com/office/officeart/2016/7/layout/VerticalHollowActionList"/>
    <dgm:cxn modelId="{F82300F8-D11F-46E5-9B21-55FE77C1EA1E}" type="presParOf" srcId="{DBC7044F-2660-4287-9572-35C8FE4376DA}" destId="{2C7F91FF-1B58-475D-A9F3-B9B3B60340B7}" srcOrd="2" destOrd="0" presId="urn:microsoft.com/office/officeart/2016/7/layout/VerticalHollowActionList"/>
    <dgm:cxn modelId="{F8A7DD04-8F7B-470A-962D-1D01224B53E3}" type="presParOf" srcId="{2C7F91FF-1B58-475D-A9F3-B9B3B60340B7}" destId="{137889A6-846D-4B51-9F49-2516678E8DE4}" srcOrd="0" destOrd="0" presId="urn:microsoft.com/office/officeart/2016/7/layout/VerticalHollowActionList"/>
    <dgm:cxn modelId="{987414FA-D242-470D-A175-B30A5F6F69FB}" type="presParOf" srcId="{2C7F91FF-1B58-475D-A9F3-B9B3B60340B7}" destId="{08495BCD-4E0E-4E8A-98BD-99711DA8E1CA}" srcOrd="1" destOrd="0" presId="urn:microsoft.com/office/officeart/2016/7/layout/VerticalHollowActionList"/>
    <dgm:cxn modelId="{D7B580AB-CA13-4F98-BF99-762CDDA201FB}" type="presParOf" srcId="{DBC7044F-2660-4287-9572-35C8FE4376DA}" destId="{9BB6C42B-DC85-40FC-AA35-DE27436E2933}" srcOrd="3" destOrd="0" presId="urn:microsoft.com/office/officeart/2016/7/layout/VerticalHollowActionList"/>
    <dgm:cxn modelId="{421821B2-D417-4287-9BEF-CA2CB5B533FF}" type="presParOf" srcId="{DBC7044F-2660-4287-9572-35C8FE4376DA}" destId="{1250A2D2-F2F0-4260-9DB2-EA5927F42D45}" srcOrd="4" destOrd="0" presId="urn:microsoft.com/office/officeart/2016/7/layout/VerticalHollowActionList"/>
    <dgm:cxn modelId="{323FFAC3-93B6-4C08-BC26-324055DF6424}" type="presParOf" srcId="{1250A2D2-F2F0-4260-9DB2-EA5927F42D45}" destId="{E4DB5DF9-7296-4471-A360-50FD55CB7CE9}" srcOrd="0" destOrd="0" presId="urn:microsoft.com/office/officeart/2016/7/layout/VerticalHollowActionList"/>
    <dgm:cxn modelId="{28A88667-5518-4232-8AFD-25AE239EC47B}" type="presParOf" srcId="{1250A2D2-F2F0-4260-9DB2-EA5927F42D45}" destId="{9A94CD27-70E6-4301-9A7A-4F49CBF0F154}" srcOrd="1" destOrd="0" presId="urn:microsoft.com/office/officeart/2016/7/layout/VerticalHollowActionList"/>
    <dgm:cxn modelId="{28F1ED18-DB4E-40C0-A9AC-72E245BA14E0}" type="presParOf" srcId="{DBC7044F-2660-4287-9572-35C8FE4376DA}" destId="{47E89BDB-134D-4118-ACB5-ADA601018849}" srcOrd="5" destOrd="0" presId="urn:microsoft.com/office/officeart/2016/7/layout/VerticalHollowActionList"/>
    <dgm:cxn modelId="{B7DB7552-C96E-437A-81EE-ECAC08E4AD89}" type="presParOf" srcId="{DBC7044F-2660-4287-9572-35C8FE4376DA}" destId="{F01E73D3-20A5-435B-9688-C0A78ACE03D1}" srcOrd="6" destOrd="0" presId="urn:microsoft.com/office/officeart/2016/7/layout/VerticalHollowActionList"/>
    <dgm:cxn modelId="{F6DF5D45-A88F-4EA9-AE12-E15053A3F351}" type="presParOf" srcId="{F01E73D3-20A5-435B-9688-C0A78ACE03D1}" destId="{77B8330E-262C-4AE2-9BE0-35C39EB22076}" srcOrd="0" destOrd="0" presId="urn:microsoft.com/office/officeart/2016/7/layout/VerticalHollowActionList"/>
    <dgm:cxn modelId="{E37D5596-B77D-4B5B-BCA8-753342EAEDD1}" type="presParOf" srcId="{F01E73D3-20A5-435B-9688-C0A78ACE03D1}" destId="{C39D8581-196A-4B6F-A860-90AA7ED1D5D3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2B1069C-85A3-4E22-A51F-43E2630C49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7B5743-71AA-4AD9-8992-066407CC3390}">
      <dgm:prSet/>
      <dgm:spPr/>
      <dgm:t>
        <a:bodyPr/>
        <a:lstStyle/>
        <a:p>
          <a:r>
            <a:rPr lang="en-US"/>
            <a:t>Objective: Build an interactive dashboard</a:t>
          </a:r>
        </a:p>
      </dgm:t>
    </dgm:pt>
    <dgm:pt modelId="{4474202A-0E5F-4736-ABE8-F75A04DBAD41}" type="parTrans" cxnId="{464D4E4B-FC9A-4B94-B25E-648FFDE893DF}">
      <dgm:prSet/>
      <dgm:spPr/>
      <dgm:t>
        <a:bodyPr/>
        <a:lstStyle/>
        <a:p>
          <a:endParaRPr lang="en-US"/>
        </a:p>
      </dgm:t>
    </dgm:pt>
    <dgm:pt modelId="{CAC89E59-79BB-4A5A-987C-1E5DD0D0BA25}" type="sibTrans" cxnId="{464D4E4B-FC9A-4B94-B25E-648FFDE893DF}">
      <dgm:prSet/>
      <dgm:spPr/>
      <dgm:t>
        <a:bodyPr/>
        <a:lstStyle/>
        <a:p>
          <a:endParaRPr lang="en-US"/>
        </a:p>
      </dgm:t>
    </dgm:pt>
    <dgm:pt modelId="{31B0A77E-C573-4FEA-B019-296EC62F58B6}">
      <dgm:prSet/>
      <dgm:spPr/>
      <dgm:t>
        <a:bodyPr/>
        <a:lstStyle/>
        <a:p>
          <a:r>
            <a:rPr lang="en-US"/>
            <a:t>Requirements:</a:t>
          </a:r>
        </a:p>
      </dgm:t>
    </dgm:pt>
    <dgm:pt modelId="{82A67C64-F82B-4837-BC3B-8ECA10CF615E}" type="parTrans" cxnId="{5E591A10-D0B1-430E-A3A7-5E5BAF2EFB98}">
      <dgm:prSet/>
      <dgm:spPr/>
      <dgm:t>
        <a:bodyPr/>
        <a:lstStyle/>
        <a:p>
          <a:endParaRPr lang="en-US"/>
        </a:p>
      </dgm:t>
    </dgm:pt>
    <dgm:pt modelId="{53D4E2CE-86E2-4ECA-86AE-F42E2DA5FC72}" type="sibTrans" cxnId="{5E591A10-D0B1-430E-A3A7-5E5BAF2EFB98}">
      <dgm:prSet/>
      <dgm:spPr/>
      <dgm:t>
        <a:bodyPr/>
        <a:lstStyle/>
        <a:p>
          <a:endParaRPr lang="en-US"/>
        </a:p>
      </dgm:t>
    </dgm:pt>
    <dgm:pt modelId="{DAEFE0DD-127C-4776-AA09-7D683F04D61B}">
      <dgm:prSet/>
      <dgm:spPr/>
      <dgm:t>
        <a:bodyPr/>
        <a:lstStyle/>
        <a:p>
          <a:r>
            <a:rPr lang="en-US"/>
            <a:t>• Add at least 3 visuals</a:t>
          </a:r>
        </a:p>
      </dgm:t>
    </dgm:pt>
    <dgm:pt modelId="{4C0BDD85-5E77-4C5F-A7A2-36A108A08A1A}" type="parTrans" cxnId="{21698131-BEDF-4F61-8853-7DAD0056CB30}">
      <dgm:prSet/>
      <dgm:spPr/>
      <dgm:t>
        <a:bodyPr/>
        <a:lstStyle/>
        <a:p>
          <a:endParaRPr lang="en-US"/>
        </a:p>
      </dgm:t>
    </dgm:pt>
    <dgm:pt modelId="{8995C96A-D919-4951-9D80-E6C7A4F5874E}" type="sibTrans" cxnId="{21698131-BEDF-4F61-8853-7DAD0056CB30}">
      <dgm:prSet/>
      <dgm:spPr/>
      <dgm:t>
        <a:bodyPr/>
        <a:lstStyle/>
        <a:p>
          <a:endParaRPr lang="en-US"/>
        </a:p>
      </dgm:t>
    </dgm:pt>
    <dgm:pt modelId="{11463627-EEAF-4E88-AAE8-CAFA9CE57C7D}">
      <dgm:prSet/>
      <dgm:spPr/>
      <dgm:t>
        <a:bodyPr/>
        <a:lstStyle/>
        <a:p>
          <a:r>
            <a:rPr lang="en-US"/>
            <a:t>• Include one slicer</a:t>
          </a:r>
        </a:p>
      </dgm:t>
    </dgm:pt>
    <dgm:pt modelId="{9DB8CE3C-6B6E-470F-B4B7-E7A62A8C34F1}" type="parTrans" cxnId="{C7D13C65-53A6-44B2-8F89-B557E1B30DF1}">
      <dgm:prSet/>
      <dgm:spPr/>
      <dgm:t>
        <a:bodyPr/>
        <a:lstStyle/>
        <a:p>
          <a:endParaRPr lang="en-US"/>
        </a:p>
      </dgm:t>
    </dgm:pt>
    <dgm:pt modelId="{C07F680F-18C3-46B4-A2FD-B2B4C63DE49F}" type="sibTrans" cxnId="{C7D13C65-53A6-44B2-8F89-B557E1B30DF1}">
      <dgm:prSet/>
      <dgm:spPr/>
      <dgm:t>
        <a:bodyPr/>
        <a:lstStyle/>
        <a:p>
          <a:endParaRPr lang="en-US"/>
        </a:p>
      </dgm:t>
    </dgm:pt>
    <dgm:pt modelId="{20178106-9E70-4683-A980-4C21D882559C}">
      <dgm:prSet/>
      <dgm:spPr/>
      <dgm:t>
        <a:bodyPr/>
        <a:lstStyle/>
        <a:p>
          <a:r>
            <a:rPr lang="en-US"/>
            <a:t>• Create one KPI card</a:t>
          </a:r>
        </a:p>
      </dgm:t>
    </dgm:pt>
    <dgm:pt modelId="{397C0DC6-9A5E-40B7-93BE-603A173CCBCB}" type="parTrans" cxnId="{40815463-E0EE-49DC-BD3F-F0FD04355EF0}">
      <dgm:prSet/>
      <dgm:spPr/>
      <dgm:t>
        <a:bodyPr/>
        <a:lstStyle/>
        <a:p>
          <a:endParaRPr lang="en-US"/>
        </a:p>
      </dgm:t>
    </dgm:pt>
    <dgm:pt modelId="{71D2A284-CD9B-4F77-96D8-B8EE76D50756}" type="sibTrans" cxnId="{40815463-E0EE-49DC-BD3F-F0FD04355EF0}">
      <dgm:prSet/>
      <dgm:spPr/>
      <dgm:t>
        <a:bodyPr/>
        <a:lstStyle/>
        <a:p>
          <a:endParaRPr lang="en-US"/>
        </a:p>
      </dgm:t>
    </dgm:pt>
    <dgm:pt modelId="{C19EFE6E-6357-47CB-9AE4-3F0AEDDB62EA}">
      <dgm:prSet/>
      <dgm:spPr/>
      <dgm:t>
        <a:bodyPr/>
        <a:lstStyle/>
        <a:p>
          <a:r>
            <a:rPr lang="en-US"/>
            <a:t>• Apply formatting and theme</a:t>
          </a:r>
        </a:p>
      </dgm:t>
    </dgm:pt>
    <dgm:pt modelId="{F8E62CAE-D116-4C7F-8667-B22F719F4E7C}" type="parTrans" cxnId="{385E48F0-D0E8-420D-B608-6309AA2D8762}">
      <dgm:prSet/>
      <dgm:spPr/>
      <dgm:t>
        <a:bodyPr/>
        <a:lstStyle/>
        <a:p>
          <a:endParaRPr lang="en-US"/>
        </a:p>
      </dgm:t>
    </dgm:pt>
    <dgm:pt modelId="{A0A7C83C-31D8-4C9F-A146-B188F86D1EDB}" type="sibTrans" cxnId="{385E48F0-D0E8-420D-B608-6309AA2D8762}">
      <dgm:prSet/>
      <dgm:spPr/>
      <dgm:t>
        <a:bodyPr/>
        <a:lstStyle/>
        <a:p>
          <a:endParaRPr lang="en-US"/>
        </a:p>
      </dgm:t>
    </dgm:pt>
    <dgm:pt modelId="{2B8125AE-6764-45F5-A748-23541FB1E1A4}">
      <dgm:prSet/>
      <dgm:spPr/>
      <dgm:t>
        <a:bodyPr/>
        <a:lstStyle/>
        <a:p>
          <a:r>
            <a:rPr lang="en-US"/>
            <a:t>Expected Outcome: Interactive dashboard presentation</a:t>
          </a:r>
        </a:p>
      </dgm:t>
    </dgm:pt>
    <dgm:pt modelId="{49A533CD-D01C-4035-AD36-C08296604743}" type="parTrans" cxnId="{41452C18-B0B2-4F6D-A45A-E91E8CFCB56C}">
      <dgm:prSet/>
      <dgm:spPr/>
      <dgm:t>
        <a:bodyPr/>
        <a:lstStyle/>
        <a:p>
          <a:endParaRPr lang="en-US"/>
        </a:p>
      </dgm:t>
    </dgm:pt>
    <dgm:pt modelId="{9E57581A-55C9-44A3-9DEB-CECC8694784F}" type="sibTrans" cxnId="{41452C18-B0B2-4F6D-A45A-E91E8CFCB56C}">
      <dgm:prSet/>
      <dgm:spPr/>
      <dgm:t>
        <a:bodyPr/>
        <a:lstStyle/>
        <a:p>
          <a:endParaRPr lang="en-US"/>
        </a:p>
      </dgm:t>
    </dgm:pt>
    <dgm:pt modelId="{0058A75D-F4B0-4DA3-B88E-49AA5787CA73}" type="pres">
      <dgm:prSet presAssocID="{62B1069C-85A3-4E22-A51F-43E2630C4934}" presName="linear" presStyleCnt="0">
        <dgm:presLayoutVars>
          <dgm:animLvl val="lvl"/>
          <dgm:resizeHandles val="exact"/>
        </dgm:presLayoutVars>
      </dgm:prSet>
      <dgm:spPr/>
    </dgm:pt>
    <dgm:pt modelId="{2F11EDAC-3850-4F35-A7AE-B2D59C790EB2}" type="pres">
      <dgm:prSet presAssocID="{6B7B5743-71AA-4AD9-8992-066407CC3390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CEC0CA4-8884-4272-8AF2-9C1401358366}" type="pres">
      <dgm:prSet presAssocID="{CAC89E59-79BB-4A5A-987C-1E5DD0D0BA25}" presName="spacer" presStyleCnt="0"/>
      <dgm:spPr/>
    </dgm:pt>
    <dgm:pt modelId="{B311A96E-3470-47AE-9E31-1C3A451B2BDC}" type="pres">
      <dgm:prSet presAssocID="{31B0A77E-C573-4FEA-B019-296EC62F58B6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0CE4812-A749-43A6-9F74-3C3511DF547B}" type="pres">
      <dgm:prSet presAssocID="{53D4E2CE-86E2-4ECA-86AE-F42E2DA5FC72}" presName="spacer" presStyleCnt="0"/>
      <dgm:spPr/>
    </dgm:pt>
    <dgm:pt modelId="{48630548-1BA9-472C-A362-9D7D17931E92}" type="pres">
      <dgm:prSet presAssocID="{DAEFE0DD-127C-4776-AA09-7D683F04D61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6A35744-51D6-42B4-9734-D6FDFB2B1464}" type="pres">
      <dgm:prSet presAssocID="{8995C96A-D919-4951-9D80-E6C7A4F5874E}" presName="spacer" presStyleCnt="0"/>
      <dgm:spPr/>
    </dgm:pt>
    <dgm:pt modelId="{A0371559-DCB9-4F88-927C-7044E2CC8808}" type="pres">
      <dgm:prSet presAssocID="{11463627-EEAF-4E88-AAE8-CAFA9CE57C7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1DE5CFE-2B98-41FC-9550-2FCC2013ACEA}" type="pres">
      <dgm:prSet presAssocID="{C07F680F-18C3-46B4-A2FD-B2B4C63DE49F}" presName="spacer" presStyleCnt="0"/>
      <dgm:spPr/>
    </dgm:pt>
    <dgm:pt modelId="{4053E266-9BD9-447F-A221-BBF8C85EBA35}" type="pres">
      <dgm:prSet presAssocID="{20178106-9E70-4683-A980-4C21D882559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159F978-825D-4F31-B015-EEEE390375E5}" type="pres">
      <dgm:prSet presAssocID="{71D2A284-CD9B-4F77-96D8-B8EE76D50756}" presName="spacer" presStyleCnt="0"/>
      <dgm:spPr/>
    </dgm:pt>
    <dgm:pt modelId="{DE567C3F-61D7-4986-A150-8AF195BD5130}" type="pres">
      <dgm:prSet presAssocID="{C19EFE6E-6357-47CB-9AE4-3F0AEDDB62E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6DC6BF7-9E52-4848-ABF1-CB4F0959340B}" type="pres">
      <dgm:prSet presAssocID="{A0A7C83C-31D8-4C9F-A146-B188F86D1EDB}" presName="spacer" presStyleCnt="0"/>
      <dgm:spPr/>
    </dgm:pt>
    <dgm:pt modelId="{4E8EAAB7-DAF0-47C3-9178-9470A3E990A3}" type="pres">
      <dgm:prSet presAssocID="{2B8125AE-6764-45F5-A748-23541FB1E1A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E591A10-D0B1-430E-A3A7-5E5BAF2EFB98}" srcId="{62B1069C-85A3-4E22-A51F-43E2630C4934}" destId="{31B0A77E-C573-4FEA-B019-296EC62F58B6}" srcOrd="1" destOrd="0" parTransId="{82A67C64-F82B-4837-BC3B-8ECA10CF615E}" sibTransId="{53D4E2CE-86E2-4ECA-86AE-F42E2DA5FC72}"/>
    <dgm:cxn modelId="{4AB06117-18D3-4B5A-ADC5-6512044ADDD0}" type="presOf" srcId="{62B1069C-85A3-4E22-A51F-43E2630C4934}" destId="{0058A75D-F4B0-4DA3-B88E-49AA5787CA73}" srcOrd="0" destOrd="0" presId="urn:microsoft.com/office/officeart/2005/8/layout/vList2"/>
    <dgm:cxn modelId="{41452C18-B0B2-4F6D-A45A-E91E8CFCB56C}" srcId="{62B1069C-85A3-4E22-A51F-43E2630C4934}" destId="{2B8125AE-6764-45F5-A748-23541FB1E1A4}" srcOrd="6" destOrd="0" parTransId="{49A533CD-D01C-4035-AD36-C08296604743}" sibTransId="{9E57581A-55C9-44A3-9DEB-CECC8694784F}"/>
    <dgm:cxn modelId="{21698131-BEDF-4F61-8853-7DAD0056CB30}" srcId="{62B1069C-85A3-4E22-A51F-43E2630C4934}" destId="{DAEFE0DD-127C-4776-AA09-7D683F04D61B}" srcOrd="2" destOrd="0" parTransId="{4C0BDD85-5E77-4C5F-A7A2-36A108A08A1A}" sibTransId="{8995C96A-D919-4951-9D80-E6C7A4F5874E}"/>
    <dgm:cxn modelId="{40815463-E0EE-49DC-BD3F-F0FD04355EF0}" srcId="{62B1069C-85A3-4E22-A51F-43E2630C4934}" destId="{20178106-9E70-4683-A980-4C21D882559C}" srcOrd="4" destOrd="0" parTransId="{397C0DC6-9A5E-40B7-93BE-603A173CCBCB}" sibTransId="{71D2A284-CD9B-4F77-96D8-B8EE76D50756}"/>
    <dgm:cxn modelId="{C7D13C65-53A6-44B2-8F89-B557E1B30DF1}" srcId="{62B1069C-85A3-4E22-A51F-43E2630C4934}" destId="{11463627-EEAF-4E88-AAE8-CAFA9CE57C7D}" srcOrd="3" destOrd="0" parTransId="{9DB8CE3C-6B6E-470F-B4B7-E7A62A8C34F1}" sibTransId="{C07F680F-18C3-46B4-A2FD-B2B4C63DE49F}"/>
    <dgm:cxn modelId="{464D4E4B-FC9A-4B94-B25E-648FFDE893DF}" srcId="{62B1069C-85A3-4E22-A51F-43E2630C4934}" destId="{6B7B5743-71AA-4AD9-8992-066407CC3390}" srcOrd="0" destOrd="0" parTransId="{4474202A-0E5F-4736-ABE8-F75A04DBAD41}" sibTransId="{CAC89E59-79BB-4A5A-987C-1E5DD0D0BA25}"/>
    <dgm:cxn modelId="{CE65E175-710E-4F91-A1ED-616C28DF3722}" type="presOf" srcId="{DAEFE0DD-127C-4776-AA09-7D683F04D61B}" destId="{48630548-1BA9-472C-A362-9D7D17931E92}" srcOrd="0" destOrd="0" presId="urn:microsoft.com/office/officeart/2005/8/layout/vList2"/>
    <dgm:cxn modelId="{83EE838F-06A4-476C-B6AC-A40E1FDD7E39}" type="presOf" srcId="{20178106-9E70-4683-A980-4C21D882559C}" destId="{4053E266-9BD9-447F-A221-BBF8C85EBA35}" srcOrd="0" destOrd="0" presId="urn:microsoft.com/office/officeart/2005/8/layout/vList2"/>
    <dgm:cxn modelId="{7F4299C7-A331-4CDC-8D05-765B89EDF7C7}" type="presOf" srcId="{2B8125AE-6764-45F5-A748-23541FB1E1A4}" destId="{4E8EAAB7-DAF0-47C3-9178-9470A3E990A3}" srcOrd="0" destOrd="0" presId="urn:microsoft.com/office/officeart/2005/8/layout/vList2"/>
    <dgm:cxn modelId="{DC0C84E1-5719-4ACB-815F-BF400B3D8C07}" type="presOf" srcId="{6B7B5743-71AA-4AD9-8992-066407CC3390}" destId="{2F11EDAC-3850-4F35-A7AE-B2D59C790EB2}" srcOrd="0" destOrd="0" presId="urn:microsoft.com/office/officeart/2005/8/layout/vList2"/>
    <dgm:cxn modelId="{297A08E3-0B00-4268-82B4-F2DDFF83674F}" type="presOf" srcId="{C19EFE6E-6357-47CB-9AE4-3F0AEDDB62EA}" destId="{DE567C3F-61D7-4986-A150-8AF195BD5130}" srcOrd="0" destOrd="0" presId="urn:microsoft.com/office/officeart/2005/8/layout/vList2"/>
    <dgm:cxn modelId="{4D422BE7-3CF9-4EE7-B0A1-73595C23378C}" type="presOf" srcId="{31B0A77E-C573-4FEA-B019-296EC62F58B6}" destId="{B311A96E-3470-47AE-9E31-1C3A451B2BDC}" srcOrd="0" destOrd="0" presId="urn:microsoft.com/office/officeart/2005/8/layout/vList2"/>
    <dgm:cxn modelId="{385E48F0-D0E8-420D-B608-6309AA2D8762}" srcId="{62B1069C-85A3-4E22-A51F-43E2630C4934}" destId="{C19EFE6E-6357-47CB-9AE4-3F0AEDDB62EA}" srcOrd="5" destOrd="0" parTransId="{F8E62CAE-D116-4C7F-8667-B22F719F4E7C}" sibTransId="{A0A7C83C-31D8-4C9F-A146-B188F86D1EDB}"/>
    <dgm:cxn modelId="{EDE9E9FC-B0FC-4A55-9BBF-1B5AA5A3BFC5}" type="presOf" srcId="{11463627-EEAF-4E88-AAE8-CAFA9CE57C7D}" destId="{A0371559-DCB9-4F88-927C-7044E2CC8808}" srcOrd="0" destOrd="0" presId="urn:microsoft.com/office/officeart/2005/8/layout/vList2"/>
    <dgm:cxn modelId="{B8CE5275-1FE7-4FFD-BD7A-C9C9C5C17919}" type="presParOf" srcId="{0058A75D-F4B0-4DA3-B88E-49AA5787CA73}" destId="{2F11EDAC-3850-4F35-A7AE-B2D59C790EB2}" srcOrd="0" destOrd="0" presId="urn:microsoft.com/office/officeart/2005/8/layout/vList2"/>
    <dgm:cxn modelId="{57BAA654-FC3A-42FA-A668-F091562E6210}" type="presParOf" srcId="{0058A75D-F4B0-4DA3-B88E-49AA5787CA73}" destId="{1CEC0CA4-8884-4272-8AF2-9C1401358366}" srcOrd="1" destOrd="0" presId="urn:microsoft.com/office/officeart/2005/8/layout/vList2"/>
    <dgm:cxn modelId="{58ED6CAF-98DE-4902-9DFC-9E2C41227F68}" type="presParOf" srcId="{0058A75D-F4B0-4DA3-B88E-49AA5787CA73}" destId="{B311A96E-3470-47AE-9E31-1C3A451B2BDC}" srcOrd="2" destOrd="0" presId="urn:microsoft.com/office/officeart/2005/8/layout/vList2"/>
    <dgm:cxn modelId="{6E57A87E-733A-4A8A-B18A-A134C0CFE83A}" type="presParOf" srcId="{0058A75D-F4B0-4DA3-B88E-49AA5787CA73}" destId="{C0CE4812-A749-43A6-9F74-3C3511DF547B}" srcOrd="3" destOrd="0" presId="urn:microsoft.com/office/officeart/2005/8/layout/vList2"/>
    <dgm:cxn modelId="{59A00E39-6BB9-4C20-B526-0A287FD430AD}" type="presParOf" srcId="{0058A75D-F4B0-4DA3-B88E-49AA5787CA73}" destId="{48630548-1BA9-472C-A362-9D7D17931E92}" srcOrd="4" destOrd="0" presId="urn:microsoft.com/office/officeart/2005/8/layout/vList2"/>
    <dgm:cxn modelId="{0866F00C-B961-45B2-8E9A-A3C35EA6A7DE}" type="presParOf" srcId="{0058A75D-F4B0-4DA3-B88E-49AA5787CA73}" destId="{76A35744-51D6-42B4-9734-D6FDFB2B1464}" srcOrd="5" destOrd="0" presId="urn:microsoft.com/office/officeart/2005/8/layout/vList2"/>
    <dgm:cxn modelId="{3DF4EB59-683B-4A03-AEE2-778DF9F9E701}" type="presParOf" srcId="{0058A75D-F4B0-4DA3-B88E-49AA5787CA73}" destId="{A0371559-DCB9-4F88-927C-7044E2CC8808}" srcOrd="6" destOrd="0" presId="urn:microsoft.com/office/officeart/2005/8/layout/vList2"/>
    <dgm:cxn modelId="{D8CE4B6B-69D4-4910-92C4-6D3FA9A368F2}" type="presParOf" srcId="{0058A75D-F4B0-4DA3-B88E-49AA5787CA73}" destId="{01DE5CFE-2B98-41FC-9550-2FCC2013ACEA}" srcOrd="7" destOrd="0" presId="urn:microsoft.com/office/officeart/2005/8/layout/vList2"/>
    <dgm:cxn modelId="{F6D2B6C2-6BFA-4640-A916-BEBFDEDD7A46}" type="presParOf" srcId="{0058A75D-F4B0-4DA3-B88E-49AA5787CA73}" destId="{4053E266-9BD9-447F-A221-BBF8C85EBA35}" srcOrd="8" destOrd="0" presId="urn:microsoft.com/office/officeart/2005/8/layout/vList2"/>
    <dgm:cxn modelId="{62544E5F-25E7-4D83-82CA-686A3A7CFD76}" type="presParOf" srcId="{0058A75D-F4B0-4DA3-B88E-49AA5787CA73}" destId="{0159F978-825D-4F31-B015-EEEE390375E5}" srcOrd="9" destOrd="0" presId="urn:microsoft.com/office/officeart/2005/8/layout/vList2"/>
    <dgm:cxn modelId="{4CA5259A-F2B8-4697-AEB4-6625269DBF9F}" type="presParOf" srcId="{0058A75D-F4B0-4DA3-B88E-49AA5787CA73}" destId="{DE567C3F-61D7-4986-A150-8AF195BD5130}" srcOrd="10" destOrd="0" presId="urn:microsoft.com/office/officeart/2005/8/layout/vList2"/>
    <dgm:cxn modelId="{5CBC7719-B5D8-4A27-8833-891379C4D3D3}" type="presParOf" srcId="{0058A75D-F4B0-4DA3-B88E-49AA5787CA73}" destId="{16DC6BF7-9E52-4848-ABF1-CB4F0959340B}" srcOrd="11" destOrd="0" presId="urn:microsoft.com/office/officeart/2005/8/layout/vList2"/>
    <dgm:cxn modelId="{34B5587F-AC93-4A27-953B-42E509739FB8}" type="presParOf" srcId="{0058A75D-F4B0-4DA3-B88E-49AA5787CA73}" destId="{4E8EAAB7-DAF0-47C3-9178-9470A3E990A3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3A8CB67-C519-4DD2-84D9-B73E5C001AE5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D874B5-6DD3-467E-8FBC-660F73133418}">
      <dgm:prSet/>
      <dgm:spPr/>
      <dgm:t>
        <a:bodyPr/>
        <a:lstStyle/>
        <a:p>
          <a:r>
            <a:rPr lang="en-US"/>
            <a:t>Keep</a:t>
          </a:r>
        </a:p>
      </dgm:t>
    </dgm:pt>
    <dgm:pt modelId="{DE369D39-59E8-4DD2-8239-6D6FDDF36303}" type="parTrans" cxnId="{F6E38DE3-755A-44A0-9BAC-FB00B1C40D35}">
      <dgm:prSet/>
      <dgm:spPr/>
      <dgm:t>
        <a:bodyPr/>
        <a:lstStyle/>
        <a:p>
          <a:endParaRPr lang="en-US"/>
        </a:p>
      </dgm:t>
    </dgm:pt>
    <dgm:pt modelId="{0E6FE436-7E28-4BCE-9CB7-4E29DD0E5ECC}" type="sibTrans" cxnId="{F6E38DE3-755A-44A0-9BAC-FB00B1C40D35}">
      <dgm:prSet/>
      <dgm:spPr/>
      <dgm:t>
        <a:bodyPr/>
        <a:lstStyle/>
        <a:p>
          <a:endParaRPr lang="en-US"/>
        </a:p>
      </dgm:t>
    </dgm:pt>
    <dgm:pt modelId="{AA3E5123-A60E-469E-9475-4A56390911A1}">
      <dgm:prSet/>
      <dgm:spPr/>
      <dgm:t>
        <a:bodyPr/>
        <a:lstStyle/>
        <a:p>
          <a:r>
            <a:rPr lang="en-US"/>
            <a:t>Keep dashboards simple and readable</a:t>
          </a:r>
        </a:p>
      </dgm:t>
    </dgm:pt>
    <dgm:pt modelId="{2178D33E-7555-4CF7-B5C2-B7D4BE6505E4}" type="parTrans" cxnId="{1B950736-9099-44E8-9C8C-1E070D1A74C7}">
      <dgm:prSet/>
      <dgm:spPr/>
      <dgm:t>
        <a:bodyPr/>
        <a:lstStyle/>
        <a:p>
          <a:endParaRPr lang="en-US"/>
        </a:p>
      </dgm:t>
    </dgm:pt>
    <dgm:pt modelId="{8C6BDAEE-1A2E-4F73-ACA9-C1881E81A8CC}" type="sibTrans" cxnId="{1B950736-9099-44E8-9C8C-1E070D1A74C7}">
      <dgm:prSet/>
      <dgm:spPr/>
      <dgm:t>
        <a:bodyPr/>
        <a:lstStyle/>
        <a:p>
          <a:endParaRPr lang="en-US"/>
        </a:p>
      </dgm:t>
    </dgm:pt>
    <dgm:pt modelId="{54D12BE0-E891-4C7F-AFCD-16D92608B0FB}">
      <dgm:prSet/>
      <dgm:spPr/>
      <dgm:t>
        <a:bodyPr/>
        <a:lstStyle/>
        <a:p>
          <a:r>
            <a:rPr lang="en-US"/>
            <a:t>Use</a:t>
          </a:r>
        </a:p>
      </dgm:t>
    </dgm:pt>
    <dgm:pt modelId="{23E2FBC9-ACFC-4525-AE9A-5F97F3DA3750}" type="parTrans" cxnId="{5A88F8DB-244C-4D7B-B1EB-DE7733B6CAD8}">
      <dgm:prSet/>
      <dgm:spPr/>
      <dgm:t>
        <a:bodyPr/>
        <a:lstStyle/>
        <a:p>
          <a:endParaRPr lang="en-US"/>
        </a:p>
      </dgm:t>
    </dgm:pt>
    <dgm:pt modelId="{5EC42079-6C12-4D8D-8089-D2492C683C00}" type="sibTrans" cxnId="{5A88F8DB-244C-4D7B-B1EB-DE7733B6CAD8}">
      <dgm:prSet/>
      <dgm:spPr/>
      <dgm:t>
        <a:bodyPr/>
        <a:lstStyle/>
        <a:p>
          <a:endParaRPr lang="en-US"/>
        </a:p>
      </dgm:t>
    </dgm:pt>
    <dgm:pt modelId="{51B2F979-B484-4DC7-A06D-ABF32C4F08E0}">
      <dgm:prSet/>
      <dgm:spPr/>
      <dgm:t>
        <a:bodyPr/>
        <a:lstStyle/>
        <a:p>
          <a:r>
            <a:rPr lang="en-US"/>
            <a:t>Use consistent colors and formatting</a:t>
          </a:r>
        </a:p>
      </dgm:t>
    </dgm:pt>
    <dgm:pt modelId="{C1AD61EA-73E7-4916-8A7E-1F41338CF3D2}" type="parTrans" cxnId="{F41BB8AB-5D1B-4AB4-8A3E-73FA55C0E75F}">
      <dgm:prSet/>
      <dgm:spPr/>
      <dgm:t>
        <a:bodyPr/>
        <a:lstStyle/>
        <a:p>
          <a:endParaRPr lang="en-US"/>
        </a:p>
      </dgm:t>
    </dgm:pt>
    <dgm:pt modelId="{C37A153E-3949-4A17-9065-4CE15AF11E0E}" type="sibTrans" cxnId="{F41BB8AB-5D1B-4AB4-8A3E-73FA55C0E75F}">
      <dgm:prSet/>
      <dgm:spPr/>
      <dgm:t>
        <a:bodyPr/>
        <a:lstStyle/>
        <a:p>
          <a:endParaRPr lang="en-US"/>
        </a:p>
      </dgm:t>
    </dgm:pt>
    <dgm:pt modelId="{AE7CE11D-EA78-4AB3-AA96-55D7FA25041C}">
      <dgm:prSet/>
      <dgm:spPr/>
      <dgm:t>
        <a:bodyPr/>
        <a:lstStyle/>
        <a:p>
          <a:r>
            <a:rPr lang="en-US"/>
            <a:t>Avoid</a:t>
          </a:r>
        </a:p>
      </dgm:t>
    </dgm:pt>
    <dgm:pt modelId="{DCEAA62D-D90E-4EE9-B5DB-F77FEA01BFC3}" type="parTrans" cxnId="{7EAE2466-0F1C-4307-AF97-DF242E2630E9}">
      <dgm:prSet/>
      <dgm:spPr/>
      <dgm:t>
        <a:bodyPr/>
        <a:lstStyle/>
        <a:p>
          <a:endParaRPr lang="en-US"/>
        </a:p>
      </dgm:t>
    </dgm:pt>
    <dgm:pt modelId="{164295EF-2783-4C73-92DB-0CDD6E32494B}" type="sibTrans" cxnId="{7EAE2466-0F1C-4307-AF97-DF242E2630E9}">
      <dgm:prSet/>
      <dgm:spPr/>
      <dgm:t>
        <a:bodyPr/>
        <a:lstStyle/>
        <a:p>
          <a:endParaRPr lang="en-US"/>
        </a:p>
      </dgm:t>
    </dgm:pt>
    <dgm:pt modelId="{D5BE114E-0702-4A16-ABFD-0013AA716955}">
      <dgm:prSet/>
      <dgm:spPr/>
      <dgm:t>
        <a:bodyPr/>
        <a:lstStyle/>
        <a:p>
          <a:r>
            <a:rPr lang="en-US"/>
            <a:t>Avoid cluttered visuals</a:t>
          </a:r>
        </a:p>
      </dgm:t>
    </dgm:pt>
    <dgm:pt modelId="{F5A6B932-D09A-456F-95ED-1D36DB5DEF23}" type="parTrans" cxnId="{DC6EFF7C-0CCA-4BF5-B2C8-8B615033F10F}">
      <dgm:prSet/>
      <dgm:spPr/>
      <dgm:t>
        <a:bodyPr/>
        <a:lstStyle/>
        <a:p>
          <a:endParaRPr lang="en-US"/>
        </a:p>
      </dgm:t>
    </dgm:pt>
    <dgm:pt modelId="{2203376C-9F89-45B4-A97D-6B9E54043278}" type="sibTrans" cxnId="{DC6EFF7C-0CCA-4BF5-B2C8-8B615033F10F}">
      <dgm:prSet/>
      <dgm:spPr/>
      <dgm:t>
        <a:bodyPr/>
        <a:lstStyle/>
        <a:p>
          <a:endParaRPr lang="en-US"/>
        </a:p>
      </dgm:t>
    </dgm:pt>
    <dgm:pt modelId="{8A60E933-D5E8-4100-BA7F-8AE7C769ED79}">
      <dgm:prSet/>
      <dgm:spPr/>
      <dgm:t>
        <a:bodyPr/>
        <a:lstStyle/>
        <a:p>
          <a:r>
            <a:rPr lang="en-US"/>
            <a:t>Focus on</a:t>
          </a:r>
        </a:p>
      </dgm:t>
    </dgm:pt>
    <dgm:pt modelId="{58E27696-37AF-4E39-8C73-66B7F6D4F8A4}" type="parTrans" cxnId="{3B4A69C3-269B-46CA-B6F1-551E27091A69}">
      <dgm:prSet/>
      <dgm:spPr/>
      <dgm:t>
        <a:bodyPr/>
        <a:lstStyle/>
        <a:p>
          <a:endParaRPr lang="en-US"/>
        </a:p>
      </dgm:t>
    </dgm:pt>
    <dgm:pt modelId="{40BDE9D6-B66B-4497-B025-30A364388B81}" type="sibTrans" cxnId="{3B4A69C3-269B-46CA-B6F1-551E27091A69}">
      <dgm:prSet/>
      <dgm:spPr/>
      <dgm:t>
        <a:bodyPr/>
        <a:lstStyle/>
        <a:p>
          <a:endParaRPr lang="en-US"/>
        </a:p>
      </dgm:t>
    </dgm:pt>
    <dgm:pt modelId="{C10771EE-6C7C-4B09-9DAC-136C5B45A96D}">
      <dgm:prSet/>
      <dgm:spPr/>
      <dgm:t>
        <a:bodyPr/>
        <a:lstStyle/>
        <a:p>
          <a:r>
            <a:rPr lang="en-US"/>
            <a:t>Focus on key KPIs and business insights</a:t>
          </a:r>
        </a:p>
      </dgm:t>
    </dgm:pt>
    <dgm:pt modelId="{75AD8290-AF0C-4361-B737-B2EEA478BB8F}" type="parTrans" cxnId="{0B0C8F69-A661-417E-8EED-74ABE09B6394}">
      <dgm:prSet/>
      <dgm:spPr/>
      <dgm:t>
        <a:bodyPr/>
        <a:lstStyle/>
        <a:p>
          <a:endParaRPr lang="en-US"/>
        </a:p>
      </dgm:t>
    </dgm:pt>
    <dgm:pt modelId="{767566DA-34F1-48EF-986E-912053C7B9BE}" type="sibTrans" cxnId="{0B0C8F69-A661-417E-8EED-74ABE09B6394}">
      <dgm:prSet/>
      <dgm:spPr/>
      <dgm:t>
        <a:bodyPr/>
        <a:lstStyle/>
        <a:p>
          <a:endParaRPr lang="en-US"/>
        </a:p>
      </dgm:t>
    </dgm:pt>
    <dgm:pt modelId="{B1FB69A9-27F2-44F1-83A9-5959F7B8BEB2}">
      <dgm:prSet/>
      <dgm:spPr/>
      <dgm:t>
        <a:bodyPr/>
        <a:lstStyle/>
        <a:p>
          <a:r>
            <a:rPr lang="en-US"/>
            <a:t>Test</a:t>
          </a:r>
        </a:p>
      </dgm:t>
    </dgm:pt>
    <dgm:pt modelId="{6D54AFE6-9B33-41AF-A5A5-0AD8A14F8C7E}" type="parTrans" cxnId="{6A5538DF-3392-43A7-BE54-6306EAFB27D3}">
      <dgm:prSet/>
      <dgm:spPr/>
      <dgm:t>
        <a:bodyPr/>
        <a:lstStyle/>
        <a:p>
          <a:endParaRPr lang="en-US"/>
        </a:p>
      </dgm:t>
    </dgm:pt>
    <dgm:pt modelId="{E1CB81DE-296A-49DD-A388-791F6482DCF2}" type="sibTrans" cxnId="{6A5538DF-3392-43A7-BE54-6306EAFB27D3}">
      <dgm:prSet/>
      <dgm:spPr/>
      <dgm:t>
        <a:bodyPr/>
        <a:lstStyle/>
        <a:p>
          <a:endParaRPr lang="en-US"/>
        </a:p>
      </dgm:t>
    </dgm:pt>
    <dgm:pt modelId="{A44D9CBD-6666-40FF-A718-E48AB17742E5}">
      <dgm:prSet/>
      <dgm:spPr/>
      <dgm:t>
        <a:bodyPr/>
        <a:lstStyle/>
        <a:p>
          <a:r>
            <a:rPr lang="en-US"/>
            <a:t>Test dashboard interactivity</a:t>
          </a:r>
        </a:p>
      </dgm:t>
    </dgm:pt>
    <dgm:pt modelId="{5BF2A1DF-E838-4FC5-BA3E-D623129AA0D1}" type="parTrans" cxnId="{6930023F-3FCC-4A2F-B9CE-7605E9714A7E}">
      <dgm:prSet/>
      <dgm:spPr/>
      <dgm:t>
        <a:bodyPr/>
        <a:lstStyle/>
        <a:p>
          <a:endParaRPr lang="en-US"/>
        </a:p>
      </dgm:t>
    </dgm:pt>
    <dgm:pt modelId="{E43209B2-2C72-4E35-8A3B-CDF51A97F820}" type="sibTrans" cxnId="{6930023F-3FCC-4A2F-B9CE-7605E9714A7E}">
      <dgm:prSet/>
      <dgm:spPr/>
      <dgm:t>
        <a:bodyPr/>
        <a:lstStyle/>
        <a:p>
          <a:endParaRPr lang="en-US"/>
        </a:p>
      </dgm:t>
    </dgm:pt>
    <dgm:pt modelId="{C20E074B-FEBE-4C47-96A8-971BBD582F73}" type="pres">
      <dgm:prSet presAssocID="{83A8CB67-C519-4DD2-84D9-B73E5C001AE5}" presName="Name0" presStyleCnt="0">
        <dgm:presLayoutVars>
          <dgm:dir/>
          <dgm:animLvl val="lvl"/>
          <dgm:resizeHandles val="exact"/>
        </dgm:presLayoutVars>
      </dgm:prSet>
      <dgm:spPr/>
    </dgm:pt>
    <dgm:pt modelId="{FC3849CA-5DBD-499C-AE3E-EA954A1550C4}" type="pres">
      <dgm:prSet presAssocID="{0ED874B5-6DD3-467E-8FBC-660F73133418}" presName="linNode" presStyleCnt="0"/>
      <dgm:spPr/>
    </dgm:pt>
    <dgm:pt modelId="{9526340E-AA9E-4218-AA55-47DDFEBA10A6}" type="pres">
      <dgm:prSet presAssocID="{0ED874B5-6DD3-467E-8FBC-660F73133418}" presName="parentText" presStyleLbl="solidFgAcc1" presStyleIdx="0" presStyleCnt="5">
        <dgm:presLayoutVars>
          <dgm:chMax val="1"/>
          <dgm:bulletEnabled/>
        </dgm:presLayoutVars>
      </dgm:prSet>
      <dgm:spPr/>
    </dgm:pt>
    <dgm:pt modelId="{5F76758A-79EB-4F12-AC04-8F90FDB4A3AC}" type="pres">
      <dgm:prSet presAssocID="{0ED874B5-6DD3-467E-8FBC-660F73133418}" presName="descendantText" presStyleLbl="alignNode1" presStyleIdx="0" presStyleCnt="5">
        <dgm:presLayoutVars>
          <dgm:bulletEnabled/>
        </dgm:presLayoutVars>
      </dgm:prSet>
      <dgm:spPr/>
    </dgm:pt>
    <dgm:pt modelId="{97811E01-8C96-4FFD-AD2E-485A7614EA40}" type="pres">
      <dgm:prSet presAssocID="{0E6FE436-7E28-4BCE-9CB7-4E29DD0E5ECC}" presName="sp" presStyleCnt="0"/>
      <dgm:spPr/>
    </dgm:pt>
    <dgm:pt modelId="{461BCEF0-C735-48A4-9EDB-1BD854ADB43A}" type="pres">
      <dgm:prSet presAssocID="{54D12BE0-E891-4C7F-AFCD-16D92608B0FB}" presName="linNode" presStyleCnt="0"/>
      <dgm:spPr/>
    </dgm:pt>
    <dgm:pt modelId="{FA4D5A03-BAB6-49F4-9331-B95A60B68653}" type="pres">
      <dgm:prSet presAssocID="{54D12BE0-E891-4C7F-AFCD-16D92608B0FB}" presName="parentText" presStyleLbl="solidFgAcc1" presStyleIdx="1" presStyleCnt="5">
        <dgm:presLayoutVars>
          <dgm:chMax val="1"/>
          <dgm:bulletEnabled/>
        </dgm:presLayoutVars>
      </dgm:prSet>
      <dgm:spPr/>
    </dgm:pt>
    <dgm:pt modelId="{B5FDE5C2-46DA-4050-B5BF-AA13F37A7DFB}" type="pres">
      <dgm:prSet presAssocID="{54D12BE0-E891-4C7F-AFCD-16D92608B0FB}" presName="descendantText" presStyleLbl="alignNode1" presStyleIdx="1" presStyleCnt="5">
        <dgm:presLayoutVars>
          <dgm:bulletEnabled/>
        </dgm:presLayoutVars>
      </dgm:prSet>
      <dgm:spPr/>
    </dgm:pt>
    <dgm:pt modelId="{36B52ED1-A88B-47E5-A351-20759D201680}" type="pres">
      <dgm:prSet presAssocID="{5EC42079-6C12-4D8D-8089-D2492C683C00}" presName="sp" presStyleCnt="0"/>
      <dgm:spPr/>
    </dgm:pt>
    <dgm:pt modelId="{023E5059-43F0-4996-B02A-D5D26318ADF3}" type="pres">
      <dgm:prSet presAssocID="{AE7CE11D-EA78-4AB3-AA96-55D7FA25041C}" presName="linNode" presStyleCnt="0"/>
      <dgm:spPr/>
    </dgm:pt>
    <dgm:pt modelId="{B896707D-622A-41DB-BA10-74E1AF81D47E}" type="pres">
      <dgm:prSet presAssocID="{AE7CE11D-EA78-4AB3-AA96-55D7FA25041C}" presName="parentText" presStyleLbl="solidFgAcc1" presStyleIdx="2" presStyleCnt="5">
        <dgm:presLayoutVars>
          <dgm:chMax val="1"/>
          <dgm:bulletEnabled/>
        </dgm:presLayoutVars>
      </dgm:prSet>
      <dgm:spPr/>
    </dgm:pt>
    <dgm:pt modelId="{FC3B2B3A-C2E1-4377-843C-CEEF43ADB48E}" type="pres">
      <dgm:prSet presAssocID="{AE7CE11D-EA78-4AB3-AA96-55D7FA25041C}" presName="descendantText" presStyleLbl="alignNode1" presStyleIdx="2" presStyleCnt="5">
        <dgm:presLayoutVars>
          <dgm:bulletEnabled/>
        </dgm:presLayoutVars>
      </dgm:prSet>
      <dgm:spPr/>
    </dgm:pt>
    <dgm:pt modelId="{2B9DE628-CFE0-42AA-9759-A0840BE14327}" type="pres">
      <dgm:prSet presAssocID="{164295EF-2783-4C73-92DB-0CDD6E32494B}" presName="sp" presStyleCnt="0"/>
      <dgm:spPr/>
    </dgm:pt>
    <dgm:pt modelId="{A4C1B13E-81EE-4220-A9C4-D7AE9E5D4DB8}" type="pres">
      <dgm:prSet presAssocID="{8A60E933-D5E8-4100-BA7F-8AE7C769ED79}" presName="linNode" presStyleCnt="0"/>
      <dgm:spPr/>
    </dgm:pt>
    <dgm:pt modelId="{0AF15BFE-A8F6-461A-83CE-4B1C6E45AD6A}" type="pres">
      <dgm:prSet presAssocID="{8A60E933-D5E8-4100-BA7F-8AE7C769ED79}" presName="parentText" presStyleLbl="solidFgAcc1" presStyleIdx="3" presStyleCnt="5">
        <dgm:presLayoutVars>
          <dgm:chMax val="1"/>
          <dgm:bulletEnabled/>
        </dgm:presLayoutVars>
      </dgm:prSet>
      <dgm:spPr/>
    </dgm:pt>
    <dgm:pt modelId="{0C3D8449-FFD4-4ED0-9939-C12FE4EB9F8A}" type="pres">
      <dgm:prSet presAssocID="{8A60E933-D5E8-4100-BA7F-8AE7C769ED79}" presName="descendantText" presStyleLbl="alignNode1" presStyleIdx="3" presStyleCnt="5">
        <dgm:presLayoutVars>
          <dgm:bulletEnabled/>
        </dgm:presLayoutVars>
      </dgm:prSet>
      <dgm:spPr/>
    </dgm:pt>
    <dgm:pt modelId="{BF822CE6-5152-4737-B311-4EAA17F7BD97}" type="pres">
      <dgm:prSet presAssocID="{40BDE9D6-B66B-4497-B025-30A364388B81}" presName="sp" presStyleCnt="0"/>
      <dgm:spPr/>
    </dgm:pt>
    <dgm:pt modelId="{6D79FB35-D604-4155-8257-0829FAAF0212}" type="pres">
      <dgm:prSet presAssocID="{B1FB69A9-27F2-44F1-83A9-5959F7B8BEB2}" presName="linNode" presStyleCnt="0"/>
      <dgm:spPr/>
    </dgm:pt>
    <dgm:pt modelId="{25E47359-FC9C-4859-8D9B-D06AA008594D}" type="pres">
      <dgm:prSet presAssocID="{B1FB69A9-27F2-44F1-83A9-5959F7B8BEB2}" presName="parentText" presStyleLbl="solidFgAcc1" presStyleIdx="4" presStyleCnt="5">
        <dgm:presLayoutVars>
          <dgm:chMax val="1"/>
          <dgm:bulletEnabled/>
        </dgm:presLayoutVars>
      </dgm:prSet>
      <dgm:spPr/>
    </dgm:pt>
    <dgm:pt modelId="{B8A7C3B3-7EB2-4C5E-8DCE-74A0E7BFB7BE}" type="pres">
      <dgm:prSet presAssocID="{B1FB69A9-27F2-44F1-83A9-5959F7B8BEB2}" presName="descendantText" presStyleLbl="alignNode1" presStyleIdx="4" presStyleCnt="5">
        <dgm:presLayoutVars>
          <dgm:bulletEnabled/>
        </dgm:presLayoutVars>
      </dgm:prSet>
      <dgm:spPr/>
    </dgm:pt>
  </dgm:ptLst>
  <dgm:cxnLst>
    <dgm:cxn modelId="{E2F5C41F-2AC2-4723-A4EA-BFA4810F265E}" type="presOf" srcId="{0ED874B5-6DD3-467E-8FBC-660F73133418}" destId="{9526340E-AA9E-4218-AA55-47DDFEBA10A6}" srcOrd="0" destOrd="0" presId="urn:microsoft.com/office/officeart/2016/7/layout/VerticalHollowActionList"/>
    <dgm:cxn modelId="{5FBEAC21-288F-4993-BEC0-596A71985F5D}" type="presOf" srcId="{C10771EE-6C7C-4B09-9DAC-136C5B45A96D}" destId="{0C3D8449-FFD4-4ED0-9939-C12FE4EB9F8A}" srcOrd="0" destOrd="0" presId="urn:microsoft.com/office/officeart/2016/7/layout/VerticalHollowActionList"/>
    <dgm:cxn modelId="{341BE723-3464-4E05-B9F8-B2D29321D036}" type="presOf" srcId="{8A60E933-D5E8-4100-BA7F-8AE7C769ED79}" destId="{0AF15BFE-A8F6-461A-83CE-4B1C6E45AD6A}" srcOrd="0" destOrd="0" presId="urn:microsoft.com/office/officeart/2016/7/layout/VerticalHollowActionList"/>
    <dgm:cxn modelId="{1B950736-9099-44E8-9C8C-1E070D1A74C7}" srcId="{0ED874B5-6DD3-467E-8FBC-660F73133418}" destId="{AA3E5123-A60E-469E-9475-4A56390911A1}" srcOrd="0" destOrd="0" parTransId="{2178D33E-7555-4CF7-B5C2-B7D4BE6505E4}" sibTransId="{8C6BDAEE-1A2E-4F73-ACA9-C1881E81A8CC}"/>
    <dgm:cxn modelId="{6930023F-3FCC-4A2F-B9CE-7605E9714A7E}" srcId="{B1FB69A9-27F2-44F1-83A9-5959F7B8BEB2}" destId="{A44D9CBD-6666-40FF-A718-E48AB17742E5}" srcOrd="0" destOrd="0" parTransId="{5BF2A1DF-E838-4FC5-BA3E-D623129AA0D1}" sibTransId="{E43209B2-2C72-4E35-8A3B-CDF51A97F820}"/>
    <dgm:cxn modelId="{58ECD844-855C-4DBD-8789-E3B336DDDC8D}" type="presOf" srcId="{AE7CE11D-EA78-4AB3-AA96-55D7FA25041C}" destId="{B896707D-622A-41DB-BA10-74E1AF81D47E}" srcOrd="0" destOrd="0" presId="urn:microsoft.com/office/officeart/2016/7/layout/VerticalHollowActionList"/>
    <dgm:cxn modelId="{7EAE2466-0F1C-4307-AF97-DF242E2630E9}" srcId="{83A8CB67-C519-4DD2-84D9-B73E5C001AE5}" destId="{AE7CE11D-EA78-4AB3-AA96-55D7FA25041C}" srcOrd="2" destOrd="0" parTransId="{DCEAA62D-D90E-4EE9-B5DB-F77FEA01BFC3}" sibTransId="{164295EF-2783-4C73-92DB-0CDD6E32494B}"/>
    <dgm:cxn modelId="{0B0C8F69-A661-417E-8EED-74ABE09B6394}" srcId="{8A60E933-D5E8-4100-BA7F-8AE7C769ED79}" destId="{C10771EE-6C7C-4B09-9DAC-136C5B45A96D}" srcOrd="0" destOrd="0" parTransId="{75AD8290-AF0C-4361-B737-B2EEA478BB8F}" sibTransId="{767566DA-34F1-48EF-986E-912053C7B9BE}"/>
    <dgm:cxn modelId="{975D6472-5E1F-4CFF-A5F7-3575C6541963}" type="presOf" srcId="{AA3E5123-A60E-469E-9475-4A56390911A1}" destId="{5F76758A-79EB-4F12-AC04-8F90FDB4A3AC}" srcOrd="0" destOrd="0" presId="urn:microsoft.com/office/officeart/2016/7/layout/VerticalHollowActionList"/>
    <dgm:cxn modelId="{45887B72-28C4-4E10-AAAC-A17D42EB79D2}" type="presOf" srcId="{54D12BE0-E891-4C7F-AFCD-16D92608B0FB}" destId="{FA4D5A03-BAB6-49F4-9331-B95A60B68653}" srcOrd="0" destOrd="0" presId="urn:microsoft.com/office/officeart/2016/7/layout/VerticalHollowActionList"/>
    <dgm:cxn modelId="{A2CBBD76-110A-44BD-B833-EC0374352306}" type="presOf" srcId="{51B2F979-B484-4DC7-A06D-ABF32C4F08E0}" destId="{B5FDE5C2-46DA-4050-B5BF-AA13F37A7DFB}" srcOrd="0" destOrd="0" presId="urn:microsoft.com/office/officeart/2016/7/layout/VerticalHollowActionList"/>
    <dgm:cxn modelId="{DC6EFF7C-0CCA-4BF5-B2C8-8B615033F10F}" srcId="{AE7CE11D-EA78-4AB3-AA96-55D7FA25041C}" destId="{D5BE114E-0702-4A16-ABFD-0013AA716955}" srcOrd="0" destOrd="0" parTransId="{F5A6B932-D09A-456F-95ED-1D36DB5DEF23}" sibTransId="{2203376C-9F89-45B4-A97D-6B9E54043278}"/>
    <dgm:cxn modelId="{E5A0727F-B1EF-4266-A700-D74731941F4D}" type="presOf" srcId="{B1FB69A9-27F2-44F1-83A9-5959F7B8BEB2}" destId="{25E47359-FC9C-4859-8D9B-D06AA008594D}" srcOrd="0" destOrd="0" presId="urn:microsoft.com/office/officeart/2016/7/layout/VerticalHollowActionList"/>
    <dgm:cxn modelId="{F41BB8AB-5D1B-4AB4-8A3E-73FA55C0E75F}" srcId="{54D12BE0-E891-4C7F-AFCD-16D92608B0FB}" destId="{51B2F979-B484-4DC7-A06D-ABF32C4F08E0}" srcOrd="0" destOrd="0" parTransId="{C1AD61EA-73E7-4916-8A7E-1F41338CF3D2}" sibTransId="{C37A153E-3949-4A17-9065-4CE15AF11E0E}"/>
    <dgm:cxn modelId="{3A288FAD-32FB-4743-811C-71EEE54EFAC4}" type="presOf" srcId="{D5BE114E-0702-4A16-ABFD-0013AA716955}" destId="{FC3B2B3A-C2E1-4377-843C-CEEF43ADB48E}" srcOrd="0" destOrd="0" presId="urn:microsoft.com/office/officeart/2016/7/layout/VerticalHollowActionList"/>
    <dgm:cxn modelId="{D8E878BC-8972-42E9-8B15-41B5275A0895}" type="presOf" srcId="{A44D9CBD-6666-40FF-A718-E48AB17742E5}" destId="{B8A7C3B3-7EB2-4C5E-8DCE-74A0E7BFB7BE}" srcOrd="0" destOrd="0" presId="urn:microsoft.com/office/officeart/2016/7/layout/VerticalHollowActionList"/>
    <dgm:cxn modelId="{3B4A69C3-269B-46CA-B6F1-551E27091A69}" srcId="{83A8CB67-C519-4DD2-84D9-B73E5C001AE5}" destId="{8A60E933-D5E8-4100-BA7F-8AE7C769ED79}" srcOrd="3" destOrd="0" parTransId="{58E27696-37AF-4E39-8C73-66B7F6D4F8A4}" sibTransId="{40BDE9D6-B66B-4497-B025-30A364388B81}"/>
    <dgm:cxn modelId="{5A88F8DB-244C-4D7B-B1EB-DE7733B6CAD8}" srcId="{83A8CB67-C519-4DD2-84D9-B73E5C001AE5}" destId="{54D12BE0-E891-4C7F-AFCD-16D92608B0FB}" srcOrd="1" destOrd="0" parTransId="{23E2FBC9-ACFC-4525-AE9A-5F97F3DA3750}" sibTransId="{5EC42079-6C12-4D8D-8089-D2492C683C00}"/>
    <dgm:cxn modelId="{6A5538DF-3392-43A7-BE54-6306EAFB27D3}" srcId="{83A8CB67-C519-4DD2-84D9-B73E5C001AE5}" destId="{B1FB69A9-27F2-44F1-83A9-5959F7B8BEB2}" srcOrd="4" destOrd="0" parTransId="{6D54AFE6-9B33-41AF-A5A5-0AD8A14F8C7E}" sibTransId="{E1CB81DE-296A-49DD-A388-791F6482DCF2}"/>
    <dgm:cxn modelId="{F6E38DE3-755A-44A0-9BAC-FB00B1C40D35}" srcId="{83A8CB67-C519-4DD2-84D9-B73E5C001AE5}" destId="{0ED874B5-6DD3-467E-8FBC-660F73133418}" srcOrd="0" destOrd="0" parTransId="{DE369D39-59E8-4DD2-8239-6D6FDDF36303}" sibTransId="{0E6FE436-7E28-4BCE-9CB7-4E29DD0E5ECC}"/>
    <dgm:cxn modelId="{92A81BE7-9C74-4A94-9AEE-E597251DD99A}" type="presOf" srcId="{83A8CB67-C519-4DD2-84D9-B73E5C001AE5}" destId="{C20E074B-FEBE-4C47-96A8-971BBD582F73}" srcOrd="0" destOrd="0" presId="urn:microsoft.com/office/officeart/2016/7/layout/VerticalHollowActionList"/>
    <dgm:cxn modelId="{19738574-32F5-4FF2-9600-34A75C4831FC}" type="presParOf" srcId="{C20E074B-FEBE-4C47-96A8-971BBD582F73}" destId="{FC3849CA-5DBD-499C-AE3E-EA954A1550C4}" srcOrd="0" destOrd="0" presId="urn:microsoft.com/office/officeart/2016/7/layout/VerticalHollowActionList"/>
    <dgm:cxn modelId="{67704F42-4218-43B8-8359-E487B3B377AB}" type="presParOf" srcId="{FC3849CA-5DBD-499C-AE3E-EA954A1550C4}" destId="{9526340E-AA9E-4218-AA55-47DDFEBA10A6}" srcOrd="0" destOrd="0" presId="urn:microsoft.com/office/officeart/2016/7/layout/VerticalHollowActionList"/>
    <dgm:cxn modelId="{08BB0E19-1577-4257-92A3-8B3CF5D36CF4}" type="presParOf" srcId="{FC3849CA-5DBD-499C-AE3E-EA954A1550C4}" destId="{5F76758A-79EB-4F12-AC04-8F90FDB4A3AC}" srcOrd="1" destOrd="0" presId="urn:microsoft.com/office/officeart/2016/7/layout/VerticalHollowActionList"/>
    <dgm:cxn modelId="{EFD9E1F4-5260-4CE8-A97B-AB3D93D380DA}" type="presParOf" srcId="{C20E074B-FEBE-4C47-96A8-971BBD582F73}" destId="{97811E01-8C96-4FFD-AD2E-485A7614EA40}" srcOrd="1" destOrd="0" presId="urn:microsoft.com/office/officeart/2016/7/layout/VerticalHollowActionList"/>
    <dgm:cxn modelId="{D3EBB982-AAE5-4540-B5DD-1C2FCD2D3D7B}" type="presParOf" srcId="{C20E074B-FEBE-4C47-96A8-971BBD582F73}" destId="{461BCEF0-C735-48A4-9EDB-1BD854ADB43A}" srcOrd="2" destOrd="0" presId="urn:microsoft.com/office/officeart/2016/7/layout/VerticalHollowActionList"/>
    <dgm:cxn modelId="{2D7E50B0-29A9-4328-926F-4FBF2EAE36D4}" type="presParOf" srcId="{461BCEF0-C735-48A4-9EDB-1BD854ADB43A}" destId="{FA4D5A03-BAB6-49F4-9331-B95A60B68653}" srcOrd="0" destOrd="0" presId="urn:microsoft.com/office/officeart/2016/7/layout/VerticalHollowActionList"/>
    <dgm:cxn modelId="{7A975308-5BA3-42BC-A8E7-F45319F23D20}" type="presParOf" srcId="{461BCEF0-C735-48A4-9EDB-1BD854ADB43A}" destId="{B5FDE5C2-46DA-4050-B5BF-AA13F37A7DFB}" srcOrd="1" destOrd="0" presId="urn:microsoft.com/office/officeart/2016/7/layout/VerticalHollowActionList"/>
    <dgm:cxn modelId="{F5ECE7CC-A32C-48F6-A9A9-7BAED7EC9CB0}" type="presParOf" srcId="{C20E074B-FEBE-4C47-96A8-971BBD582F73}" destId="{36B52ED1-A88B-47E5-A351-20759D201680}" srcOrd="3" destOrd="0" presId="urn:microsoft.com/office/officeart/2016/7/layout/VerticalHollowActionList"/>
    <dgm:cxn modelId="{7B9E6230-3687-4264-BA39-AAA117B85948}" type="presParOf" srcId="{C20E074B-FEBE-4C47-96A8-971BBD582F73}" destId="{023E5059-43F0-4996-B02A-D5D26318ADF3}" srcOrd="4" destOrd="0" presId="urn:microsoft.com/office/officeart/2016/7/layout/VerticalHollowActionList"/>
    <dgm:cxn modelId="{3962E735-CA11-455B-A0C3-442EF5272380}" type="presParOf" srcId="{023E5059-43F0-4996-B02A-D5D26318ADF3}" destId="{B896707D-622A-41DB-BA10-74E1AF81D47E}" srcOrd="0" destOrd="0" presId="urn:microsoft.com/office/officeart/2016/7/layout/VerticalHollowActionList"/>
    <dgm:cxn modelId="{F3BE4AEB-1E76-4308-898E-EBC88DBB1BFB}" type="presParOf" srcId="{023E5059-43F0-4996-B02A-D5D26318ADF3}" destId="{FC3B2B3A-C2E1-4377-843C-CEEF43ADB48E}" srcOrd="1" destOrd="0" presId="urn:microsoft.com/office/officeart/2016/7/layout/VerticalHollowActionList"/>
    <dgm:cxn modelId="{874FBAD3-1FEA-45F2-A32D-A8445C55B86D}" type="presParOf" srcId="{C20E074B-FEBE-4C47-96A8-971BBD582F73}" destId="{2B9DE628-CFE0-42AA-9759-A0840BE14327}" srcOrd="5" destOrd="0" presId="urn:microsoft.com/office/officeart/2016/7/layout/VerticalHollowActionList"/>
    <dgm:cxn modelId="{F1AA0500-4892-4005-9C72-289DBAC1BB4F}" type="presParOf" srcId="{C20E074B-FEBE-4C47-96A8-971BBD582F73}" destId="{A4C1B13E-81EE-4220-A9C4-D7AE9E5D4DB8}" srcOrd="6" destOrd="0" presId="urn:microsoft.com/office/officeart/2016/7/layout/VerticalHollowActionList"/>
    <dgm:cxn modelId="{6A84F2F5-2784-4C07-88D2-D39889828B28}" type="presParOf" srcId="{A4C1B13E-81EE-4220-A9C4-D7AE9E5D4DB8}" destId="{0AF15BFE-A8F6-461A-83CE-4B1C6E45AD6A}" srcOrd="0" destOrd="0" presId="urn:microsoft.com/office/officeart/2016/7/layout/VerticalHollowActionList"/>
    <dgm:cxn modelId="{7CD3C393-4EC0-41B2-881F-2F4678487F14}" type="presParOf" srcId="{A4C1B13E-81EE-4220-A9C4-D7AE9E5D4DB8}" destId="{0C3D8449-FFD4-4ED0-9939-C12FE4EB9F8A}" srcOrd="1" destOrd="0" presId="urn:microsoft.com/office/officeart/2016/7/layout/VerticalHollowActionList"/>
    <dgm:cxn modelId="{D58412D7-506A-459A-BD86-A7C78E437D78}" type="presParOf" srcId="{C20E074B-FEBE-4C47-96A8-971BBD582F73}" destId="{BF822CE6-5152-4737-B311-4EAA17F7BD97}" srcOrd="7" destOrd="0" presId="urn:microsoft.com/office/officeart/2016/7/layout/VerticalHollowActionList"/>
    <dgm:cxn modelId="{A9019EB8-4EA9-4EDD-9633-396FD41DC2FA}" type="presParOf" srcId="{C20E074B-FEBE-4C47-96A8-971BBD582F73}" destId="{6D79FB35-D604-4155-8257-0829FAAF0212}" srcOrd="8" destOrd="0" presId="urn:microsoft.com/office/officeart/2016/7/layout/VerticalHollowActionList"/>
    <dgm:cxn modelId="{F9402C2C-E886-48FE-B5AD-3CBD963B4526}" type="presParOf" srcId="{6D79FB35-D604-4155-8257-0829FAAF0212}" destId="{25E47359-FC9C-4859-8D9B-D06AA008594D}" srcOrd="0" destOrd="0" presId="urn:microsoft.com/office/officeart/2016/7/layout/VerticalHollowActionList"/>
    <dgm:cxn modelId="{0E466B07-9E2D-407C-BF9A-FD87633924C6}" type="presParOf" srcId="{6D79FB35-D604-4155-8257-0829FAAF0212}" destId="{B8A7C3B3-7EB2-4C5E-8DCE-74A0E7BFB7BE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3500C70-6AFF-4EC8-AB11-51ECAB9C264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262375-3ACB-49AF-BFCB-3A44D42916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Recap of key concepts</a:t>
          </a:r>
        </a:p>
      </dgm:t>
    </dgm:pt>
    <dgm:pt modelId="{A8CA009A-6BA8-40B7-A912-1A5F62710444}" type="parTrans" cxnId="{338BC47A-19C9-4FC0-A75A-79BD00FE7D9A}">
      <dgm:prSet/>
      <dgm:spPr/>
      <dgm:t>
        <a:bodyPr/>
        <a:lstStyle/>
        <a:p>
          <a:endParaRPr lang="en-US"/>
        </a:p>
      </dgm:t>
    </dgm:pt>
    <dgm:pt modelId="{3EAA0245-62D7-46C8-AB7E-717D61EF1736}" type="sibTrans" cxnId="{338BC47A-19C9-4FC0-A75A-79BD00FE7D9A}">
      <dgm:prSet/>
      <dgm:spPr/>
      <dgm:t>
        <a:bodyPr/>
        <a:lstStyle/>
        <a:p>
          <a:endParaRPr lang="en-US"/>
        </a:p>
      </dgm:t>
    </dgm:pt>
    <dgm:pt modelId="{5920046C-27A2-44F7-8CF4-D8488BE1BF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Share dashboards with classmates via Teams</a:t>
          </a:r>
        </a:p>
      </dgm:t>
    </dgm:pt>
    <dgm:pt modelId="{F3387F7E-80B6-4D50-B3BD-D174FF7CE6D3}" type="parTrans" cxnId="{05D3F528-387F-47D1-A03C-57433F23A05C}">
      <dgm:prSet/>
      <dgm:spPr/>
      <dgm:t>
        <a:bodyPr/>
        <a:lstStyle/>
        <a:p>
          <a:endParaRPr lang="en-US"/>
        </a:p>
      </dgm:t>
    </dgm:pt>
    <dgm:pt modelId="{ACEEF031-9195-41CB-8D72-1959ACC43495}" type="sibTrans" cxnId="{05D3F528-387F-47D1-A03C-57433F23A05C}">
      <dgm:prSet/>
      <dgm:spPr/>
      <dgm:t>
        <a:bodyPr/>
        <a:lstStyle/>
        <a:p>
          <a:endParaRPr lang="en-US"/>
        </a:p>
      </dgm:t>
    </dgm:pt>
    <dgm:pt modelId="{E4C0C771-B1A0-43EB-A6D6-116D2E9AB5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Practice with your own datasets for next session</a:t>
          </a:r>
        </a:p>
      </dgm:t>
    </dgm:pt>
    <dgm:pt modelId="{001C6760-A1FE-43BE-93DF-477D37F92F55}" type="parTrans" cxnId="{BE1AEACC-9817-4AE4-B87A-403D7C9B75A2}">
      <dgm:prSet/>
      <dgm:spPr/>
      <dgm:t>
        <a:bodyPr/>
        <a:lstStyle/>
        <a:p>
          <a:endParaRPr lang="en-US"/>
        </a:p>
      </dgm:t>
    </dgm:pt>
    <dgm:pt modelId="{EAF8028C-CD4B-47B3-9E3F-A5C72F588516}" type="sibTrans" cxnId="{BE1AEACC-9817-4AE4-B87A-403D7C9B75A2}">
      <dgm:prSet/>
      <dgm:spPr/>
      <dgm:t>
        <a:bodyPr/>
        <a:lstStyle/>
        <a:p>
          <a:endParaRPr lang="en-US"/>
        </a:p>
      </dgm:t>
    </dgm:pt>
    <dgm:pt modelId="{5A9A0CF2-40E7-4443-BD59-CB67D402A2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Thank you!</a:t>
          </a:r>
        </a:p>
      </dgm:t>
    </dgm:pt>
    <dgm:pt modelId="{4F4FCD57-E83C-4950-BC53-2B6380D9B6C1}" type="parTrans" cxnId="{0D02C9F3-A044-4175-B9DB-ED50EEBCC961}">
      <dgm:prSet/>
      <dgm:spPr/>
      <dgm:t>
        <a:bodyPr/>
        <a:lstStyle/>
        <a:p>
          <a:endParaRPr lang="en-US"/>
        </a:p>
      </dgm:t>
    </dgm:pt>
    <dgm:pt modelId="{F0A7B196-6549-4C98-A963-0286EA3BDFED}" type="sibTrans" cxnId="{0D02C9F3-A044-4175-B9DB-ED50EEBCC961}">
      <dgm:prSet/>
      <dgm:spPr/>
      <dgm:t>
        <a:bodyPr/>
        <a:lstStyle/>
        <a:p>
          <a:endParaRPr lang="en-US"/>
        </a:p>
      </dgm:t>
    </dgm:pt>
    <dgm:pt modelId="{5104158F-33B7-467E-BDDB-6DA7C625995C}" type="pres">
      <dgm:prSet presAssocID="{43500C70-6AFF-4EC8-AB11-51ECAB9C2642}" presName="root" presStyleCnt="0">
        <dgm:presLayoutVars>
          <dgm:dir/>
          <dgm:resizeHandles val="exact"/>
        </dgm:presLayoutVars>
      </dgm:prSet>
      <dgm:spPr/>
    </dgm:pt>
    <dgm:pt modelId="{3A34A8AC-187B-48E5-BC00-41A3D5F6BCE3}" type="pres">
      <dgm:prSet presAssocID="{49262375-3ACB-49AF-BFCB-3A44D42916C5}" presName="compNode" presStyleCnt="0"/>
      <dgm:spPr/>
    </dgm:pt>
    <dgm:pt modelId="{2BF71C86-168A-4D37-8BE6-223E9263980E}" type="pres">
      <dgm:prSet presAssocID="{49262375-3ACB-49AF-BFCB-3A44D42916C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FCC6615-CE94-4114-B517-9C6AAFADA673}" type="pres">
      <dgm:prSet presAssocID="{49262375-3ACB-49AF-BFCB-3A44D42916C5}" presName="spaceRect" presStyleCnt="0"/>
      <dgm:spPr/>
    </dgm:pt>
    <dgm:pt modelId="{58C5D810-5B28-4CA0-9005-2592F25C9367}" type="pres">
      <dgm:prSet presAssocID="{49262375-3ACB-49AF-BFCB-3A44D42916C5}" presName="textRect" presStyleLbl="revTx" presStyleIdx="0" presStyleCnt="4">
        <dgm:presLayoutVars>
          <dgm:chMax val="1"/>
          <dgm:chPref val="1"/>
        </dgm:presLayoutVars>
      </dgm:prSet>
      <dgm:spPr/>
    </dgm:pt>
    <dgm:pt modelId="{B8C00B2F-27BA-4A98-A9C3-A5EE1B548A3B}" type="pres">
      <dgm:prSet presAssocID="{3EAA0245-62D7-46C8-AB7E-717D61EF1736}" presName="sibTrans" presStyleCnt="0"/>
      <dgm:spPr/>
    </dgm:pt>
    <dgm:pt modelId="{27B57617-7B8F-4F05-9C6A-B8126931A1BE}" type="pres">
      <dgm:prSet presAssocID="{5920046C-27A2-44F7-8CF4-D8488BE1BFCD}" presName="compNode" presStyleCnt="0"/>
      <dgm:spPr/>
    </dgm:pt>
    <dgm:pt modelId="{0FD5CBD5-FF3D-41FA-A3CB-C0C7E0EC5975}" type="pres">
      <dgm:prSet presAssocID="{5920046C-27A2-44F7-8CF4-D8488BE1BFC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E9BB6A1-C22D-4ED6-83EB-1448DB7BCFDC}" type="pres">
      <dgm:prSet presAssocID="{5920046C-27A2-44F7-8CF4-D8488BE1BFCD}" presName="spaceRect" presStyleCnt="0"/>
      <dgm:spPr/>
    </dgm:pt>
    <dgm:pt modelId="{32C99B8E-C6AE-46C4-BC4E-0703BC6A6CDE}" type="pres">
      <dgm:prSet presAssocID="{5920046C-27A2-44F7-8CF4-D8488BE1BFCD}" presName="textRect" presStyleLbl="revTx" presStyleIdx="1" presStyleCnt="4">
        <dgm:presLayoutVars>
          <dgm:chMax val="1"/>
          <dgm:chPref val="1"/>
        </dgm:presLayoutVars>
      </dgm:prSet>
      <dgm:spPr/>
    </dgm:pt>
    <dgm:pt modelId="{09D6973D-5BA4-47AC-BB9E-69C2CCAFCD72}" type="pres">
      <dgm:prSet presAssocID="{ACEEF031-9195-41CB-8D72-1959ACC43495}" presName="sibTrans" presStyleCnt="0"/>
      <dgm:spPr/>
    </dgm:pt>
    <dgm:pt modelId="{7E0735CB-5E4D-49C4-9120-84570F938282}" type="pres">
      <dgm:prSet presAssocID="{E4C0C771-B1A0-43EB-A6D6-116D2E9AB57A}" presName="compNode" presStyleCnt="0"/>
      <dgm:spPr/>
    </dgm:pt>
    <dgm:pt modelId="{F4620E79-5F42-436B-9327-1DAF58439BEE}" type="pres">
      <dgm:prSet presAssocID="{E4C0C771-B1A0-43EB-A6D6-116D2E9AB57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E47DD71-9FED-4295-8378-A8C28318266A}" type="pres">
      <dgm:prSet presAssocID="{E4C0C771-B1A0-43EB-A6D6-116D2E9AB57A}" presName="spaceRect" presStyleCnt="0"/>
      <dgm:spPr/>
    </dgm:pt>
    <dgm:pt modelId="{B9C20CC0-FEC5-4A2E-9513-71AF88F578A6}" type="pres">
      <dgm:prSet presAssocID="{E4C0C771-B1A0-43EB-A6D6-116D2E9AB57A}" presName="textRect" presStyleLbl="revTx" presStyleIdx="2" presStyleCnt="4">
        <dgm:presLayoutVars>
          <dgm:chMax val="1"/>
          <dgm:chPref val="1"/>
        </dgm:presLayoutVars>
      </dgm:prSet>
      <dgm:spPr/>
    </dgm:pt>
    <dgm:pt modelId="{033C8103-1309-4E4E-9134-00B02D4C9CC3}" type="pres">
      <dgm:prSet presAssocID="{EAF8028C-CD4B-47B3-9E3F-A5C72F588516}" presName="sibTrans" presStyleCnt="0"/>
      <dgm:spPr/>
    </dgm:pt>
    <dgm:pt modelId="{63261B45-5BD0-4FC3-AEF8-FD00FBCD2AA9}" type="pres">
      <dgm:prSet presAssocID="{5A9A0CF2-40E7-4443-BD59-CB67D402A20D}" presName="compNode" presStyleCnt="0"/>
      <dgm:spPr/>
    </dgm:pt>
    <dgm:pt modelId="{51DBC628-0508-4E37-9ACF-895E0D200D59}" type="pres">
      <dgm:prSet presAssocID="{5A9A0CF2-40E7-4443-BD59-CB67D402A20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glasses Face with Solid Fill"/>
        </a:ext>
      </dgm:extLst>
    </dgm:pt>
    <dgm:pt modelId="{28DA27EB-F02E-4E8E-91D2-D24B62027504}" type="pres">
      <dgm:prSet presAssocID="{5A9A0CF2-40E7-4443-BD59-CB67D402A20D}" presName="spaceRect" presStyleCnt="0"/>
      <dgm:spPr/>
    </dgm:pt>
    <dgm:pt modelId="{6FF5C57C-B201-47CF-AE31-4A96453DB5B2}" type="pres">
      <dgm:prSet presAssocID="{5A9A0CF2-40E7-4443-BD59-CB67D402A20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02E022-02EF-4123-8AA4-C0D0699D1045}" type="presOf" srcId="{43500C70-6AFF-4EC8-AB11-51ECAB9C2642}" destId="{5104158F-33B7-467E-BDDB-6DA7C625995C}" srcOrd="0" destOrd="0" presId="urn:microsoft.com/office/officeart/2018/2/layout/IconLabelList"/>
    <dgm:cxn modelId="{05D3F528-387F-47D1-A03C-57433F23A05C}" srcId="{43500C70-6AFF-4EC8-AB11-51ECAB9C2642}" destId="{5920046C-27A2-44F7-8CF4-D8488BE1BFCD}" srcOrd="1" destOrd="0" parTransId="{F3387F7E-80B6-4D50-B3BD-D174FF7CE6D3}" sibTransId="{ACEEF031-9195-41CB-8D72-1959ACC43495}"/>
    <dgm:cxn modelId="{0213E95B-4E20-4044-B226-048863CC0A63}" type="presOf" srcId="{5A9A0CF2-40E7-4443-BD59-CB67D402A20D}" destId="{6FF5C57C-B201-47CF-AE31-4A96453DB5B2}" srcOrd="0" destOrd="0" presId="urn:microsoft.com/office/officeart/2018/2/layout/IconLabelList"/>
    <dgm:cxn modelId="{338BC47A-19C9-4FC0-A75A-79BD00FE7D9A}" srcId="{43500C70-6AFF-4EC8-AB11-51ECAB9C2642}" destId="{49262375-3ACB-49AF-BFCB-3A44D42916C5}" srcOrd="0" destOrd="0" parTransId="{A8CA009A-6BA8-40B7-A912-1A5F62710444}" sibTransId="{3EAA0245-62D7-46C8-AB7E-717D61EF1736}"/>
    <dgm:cxn modelId="{352FF88D-6BEC-4412-89B5-9AE435E9934F}" type="presOf" srcId="{49262375-3ACB-49AF-BFCB-3A44D42916C5}" destId="{58C5D810-5B28-4CA0-9005-2592F25C9367}" srcOrd="0" destOrd="0" presId="urn:microsoft.com/office/officeart/2018/2/layout/IconLabelList"/>
    <dgm:cxn modelId="{8B84B0C7-A6CD-4800-9FC0-3AEF8C2C6713}" type="presOf" srcId="{5920046C-27A2-44F7-8CF4-D8488BE1BFCD}" destId="{32C99B8E-C6AE-46C4-BC4E-0703BC6A6CDE}" srcOrd="0" destOrd="0" presId="urn:microsoft.com/office/officeart/2018/2/layout/IconLabelList"/>
    <dgm:cxn modelId="{BE1AEACC-9817-4AE4-B87A-403D7C9B75A2}" srcId="{43500C70-6AFF-4EC8-AB11-51ECAB9C2642}" destId="{E4C0C771-B1A0-43EB-A6D6-116D2E9AB57A}" srcOrd="2" destOrd="0" parTransId="{001C6760-A1FE-43BE-93DF-477D37F92F55}" sibTransId="{EAF8028C-CD4B-47B3-9E3F-A5C72F588516}"/>
    <dgm:cxn modelId="{00B759DB-FF09-4F84-A530-8C52247DE013}" type="presOf" srcId="{E4C0C771-B1A0-43EB-A6D6-116D2E9AB57A}" destId="{B9C20CC0-FEC5-4A2E-9513-71AF88F578A6}" srcOrd="0" destOrd="0" presId="urn:microsoft.com/office/officeart/2018/2/layout/IconLabelList"/>
    <dgm:cxn modelId="{0D02C9F3-A044-4175-B9DB-ED50EEBCC961}" srcId="{43500C70-6AFF-4EC8-AB11-51ECAB9C2642}" destId="{5A9A0CF2-40E7-4443-BD59-CB67D402A20D}" srcOrd="3" destOrd="0" parTransId="{4F4FCD57-E83C-4950-BC53-2B6380D9B6C1}" sibTransId="{F0A7B196-6549-4C98-A963-0286EA3BDFED}"/>
    <dgm:cxn modelId="{7384C4B3-AB2E-4D5A-ACF2-3739789EBB94}" type="presParOf" srcId="{5104158F-33B7-467E-BDDB-6DA7C625995C}" destId="{3A34A8AC-187B-48E5-BC00-41A3D5F6BCE3}" srcOrd="0" destOrd="0" presId="urn:microsoft.com/office/officeart/2018/2/layout/IconLabelList"/>
    <dgm:cxn modelId="{798855CB-987E-41F2-B4DD-D2130424B4FE}" type="presParOf" srcId="{3A34A8AC-187B-48E5-BC00-41A3D5F6BCE3}" destId="{2BF71C86-168A-4D37-8BE6-223E9263980E}" srcOrd="0" destOrd="0" presId="urn:microsoft.com/office/officeart/2018/2/layout/IconLabelList"/>
    <dgm:cxn modelId="{BBB12C40-4173-4854-A429-6A5C8B4A27B9}" type="presParOf" srcId="{3A34A8AC-187B-48E5-BC00-41A3D5F6BCE3}" destId="{FFCC6615-CE94-4114-B517-9C6AAFADA673}" srcOrd="1" destOrd="0" presId="urn:microsoft.com/office/officeart/2018/2/layout/IconLabelList"/>
    <dgm:cxn modelId="{0D0EF3A0-3BCF-4391-AFC7-F2C1BF733AA4}" type="presParOf" srcId="{3A34A8AC-187B-48E5-BC00-41A3D5F6BCE3}" destId="{58C5D810-5B28-4CA0-9005-2592F25C9367}" srcOrd="2" destOrd="0" presId="urn:microsoft.com/office/officeart/2018/2/layout/IconLabelList"/>
    <dgm:cxn modelId="{6CDA668C-C36E-44BF-9C51-4F0003A8925B}" type="presParOf" srcId="{5104158F-33B7-467E-BDDB-6DA7C625995C}" destId="{B8C00B2F-27BA-4A98-A9C3-A5EE1B548A3B}" srcOrd="1" destOrd="0" presId="urn:microsoft.com/office/officeart/2018/2/layout/IconLabelList"/>
    <dgm:cxn modelId="{582D1656-413A-45EE-8AF1-5DCCA59DF5F0}" type="presParOf" srcId="{5104158F-33B7-467E-BDDB-6DA7C625995C}" destId="{27B57617-7B8F-4F05-9C6A-B8126931A1BE}" srcOrd="2" destOrd="0" presId="urn:microsoft.com/office/officeart/2018/2/layout/IconLabelList"/>
    <dgm:cxn modelId="{E38B387B-8804-4B50-AB00-DF2B1DA275E1}" type="presParOf" srcId="{27B57617-7B8F-4F05-9C6A-B8126931A1BE}" destId="{0FD5CBD5-FF3D-41FA-A3CB-C0C7E0EC5975}" srcOrd="0" destOrd="0" presId="urn:microsoft.com/office/officeart/2018/2/layout/IconLabelList"/>
    <dgm:cxn modelId="{CFA5B3B3-C0CA-4744-B347-DB51A0BE5D5C}" type="presParOf" srcId="{27B57617-7B8F-4F05-9C6A-B8126931A1BE}" destId="{2E9BB6A1-C22D-4ED6-83EB-1448DB7BCFDC}" srcOrd="1" destOrd="0" presId="urn:microsoft.com/office/officeart/2018/2/layout/IconLabelList"/>
    <dgm:cxn modelId="{80330A2F-B28E-426B-BD2B-F17182194202}" type="presParOf" srcId="{27B57617-7B8F-4F05-9C6A-B8126931A1BE}" destId="{32C99B8E-C6AE-46C4-BC4E-0703BC6A6CDE}" srcOrd="2" destOrd="0" presId="urn:microsoft.com/office/officeart/2018/2/layout/IconLabelList"/>
    <dgm:cxn modelId="{24157078-9357-417A-913D-C2001A15146B}" type="presParOf" srcId="{5104158F-33B7-467E-BDDB-6DA7C625995C}" destId="{09D6973D-5BA4-47AC-BB9E-69C2CCAFCD72}" srcOrd="3" destOrd="0" presId="urn:microsoft.com/office/officeart/2018/2/layout/IconLabelList"/>
    <dgm:cxn modelId="{995D782C-2D83-4CF9-998D-7F3476BA853D}" type="presParOf" srcId="{5104158F-33B7-467E-BDDB-6DA7C625995C}" destId="{7E0735CB-5E4D-49C4-9120-84570F938282}" srcOrd="4" destOrd="0" presId="urn:microsoft.com/office/officeart/2018/2/layout/IconLabelList"/>
    <dgm:cxn modelId="{7ECC0814-7805-4508-ACDE-7AF1FC1F6A25}" type="presParOf" srcId="{7E0735CB-5E4D-49C4-9120-84570F938282}" destId="{F4620E79-5F42-436B-9327-1DAF58439BEE}" srcOrd="0" destOrd="0" presId="urn:microsoft.com/office/officeart/2018/2/layout/IconLabelList"/>
    <dgm:cxn modelId="{1FADBB51-F287-4B18-8228-8BBF3A4C1CBF}" type="presParOf" srcId="{7E0735CB-5E4D-49C4-9120-84570F938282}" destId="{2E47DD71-9FED-4295-8378-A8C28318266A}" srcOrd="1" destOrd="0" presId="urn:microsoft.com/office/officeart/2018/2/layout/IconLabelList"/>
    <dgm:cxn modelId="{4B118DE9-D6D7-4FC2-86AF-5D0A901BF91F}" type="presParOf" srcId="{7E0735CB-5E4D-49C4-9120-84570F938282}" destId="{B9C20CC0-FEC5-4A2E-9513-71AF88F578A6}" srcOrd="2" destOrd="0" presId="urn:microsoft.com/office/officeart/2018/2/layout/IconLabelList"/>
    <dgm:cxn modelId="{0479CDD5-2537-4674-AE5B-8478AF91B0EE}" type="presParOf" srcId="{5104158F-33B7-467E-BDDB-6DA7C625995C}" destId="{033C8103-1309-4E4E-9134-00B02D4C9CC3}" srcOrd="5" destOrd="0" presId="urn:microsoft.com/office/officeart/2018/2/layout/IconLabelList"/>
    <dgm:cxn modelId="{23DF0F86-F698-417D-A1D7-B1ECBCB1E349}" type="presParOf" srcId="{5104158F-33B7-467E-BDDB-6DA7C625995C}" destId="{63261B45-5BD0-4FC3-AEF8-FD00FBCD2AA9}" srcOrd="6" destOrd="0" presId="urn:microsoft.com/office/officeart/2018/2/layout/IconLabelList"/>
    <dgm:cxn modelId="{E6A6D05F-9B8A-4943-B382-D25BA07BEF4F}" type="presParOf" srcId="{63261B45-5BD0-4FC3-AEF8-FD00FBCD2AA9}" destId="{51DBC628-0508-4E37-9ACF-895E0D200D59}" srcOrd="0" destOrd="0" presId="urn:microsoft.com/office/officeart/2018/2/layout/IconLabelList"/>
    <dgm:cxn modelId="{83812255-7113-4906-AD76-6F8F27953431}" type="presParOf" srcId="{63261B45-5BD0-4FC3-AEF8-FD00FBCD2AA9}" destId="{28DA27EB-F02E-4E8E-91D2-D24B62027504}" srcOrd="1" destOrd="0" presId="urn:microsoft.com/office/officeart/2018/2/layout/IconLabelList"/>
    <dgm:cxn modelId="{CC4F5A0D-8CB2-4072-A65C-368F91EDC964}" type="presParOf" srcId="{63261B45-5BD0-4FC3-AEF8-FD00FBCD2AA9}" destId="{6FF5C57C-B201-47CF-AE31-4A96453DB5B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227D7-9531-4949-8E50-1E8BFCD46509}">
      <dsp:nvSpPr>
        <dsp:cNvPr id="0" name=""/>
        <dsp:cNvSpPr/>
      </dsp:nvSpPr>
      <dsp:spPr>
        <a:xfrm>
          <a:off x="925095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84DC0-57D9-4FBA-B038-9156C776579B}">
      <dsp:nvSpPr>
        <dsp:cNvPr id="0" name=""/>
        <dsp:cNvSpPr/>
      </dsp:nvSpPr>
      <dsp:spPr>
        <a:xfrm>
          <a:off x="483752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Understand the Power BI ecosystem</a:t>
          </a:r>
        </a:p>
      </dsp:txBody>
      <dsp:txXfrm>
        <a:off x="483752" y="1420418"/>
        <a:ext cx="1604882" cy="641953"/>
      </dsp:txXfrm>
    </dsp:sp>
    <dsp:sp modelId="{5452A700-8969-4340-8E29-5D95E36464C1}">
      <dsp:nvSpPr>
        <dsp:cNvPr id="0" name=""/>
        <dsp:cNvSpPr/>
      </dsp:nvSpPr>
      <dsp:spPr>
        <a:xfrm>
          <a:off x="2810832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23A2E-84D5-4586-8F63-C3448A7ED0E2}">
      <dsp:nvSpPr>
        <dsp:cNvPr id="0" name=""/>
        <dsp:cNvSpPr/>
      </dsp:nvSpPr>
      <dsp:spPr>
        <a:xfrm>
          <a:off x="2369489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Data Preparation (Import &amp; clean datasets using Power Query)</a:t>
          </a:r>
        </a:p>
      </dsp:txBody>
      <dsp:txXfrm>
        <a:off x="2369489" y="1420418"/>
        <a:ext cx="1604882" cy="641953"/>
      </dsp:txXfrm>
    </dsp:sp>
    <dsp:sp modelId="{0D7F256C-E3C4-4CA1-BD14-A8A6062129AD}">
      <dsp:nvSpPr>
        <dsp:cNvPr id="0" name=""/>
        <dsp:cNvSpPr/>
      </dsp:nvSpPr>
      <dsp:spPr>
        <a:xfrm>
          <a:off x="4696570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818FC-B2ED-4FAD-99BB-5C4BFEDDD347}">
      <dsp:nvSpPr>
        <dsp:cNvPr id="0" name=""/>
        <dsp:cNvSpPr/>
      </dsp:nvSpPr>
      <dsp:spPr>
        <a:xfrm>
          <a:off x="4255227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interactive visualizations</a:t>
          </a:r>
        </a:p>
      </dsp:txBody>
      <dsp:txXfrm>
        <a:off x="4255227" y="1420418"/>
        <a:ext cx="1604882" cy="641953"/>
      </dsp:txXfrm>
    </dsp:sp>
    <dsp:sp modelId="{E90EBDB2-A5A6-45D2-992B-EB6418E2E90B}">
      <dsp:nvSpPr>
        <dsp:cNvPr id="0" name=""/>
        <dsp:cNvSpPr/>
      </dsp:nvSpPr>
      <dsp:spPr>
        <a:xfrm>
          <a:off x="6582307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B4174-054A-4D70-8A34-1610ED4A8482}">
      <dsp:nvSpPr>
        <dsp:cNvPr id="0" name=""/>
        <dsp:cNvSpPr/>
      </dsp:nvSpPr>
      <dsp:spPr>
        <a:xfrm>
          <a:off x="6140964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 and publish a dashboard</a:t>
          </a:r>
        </a:p>
      </dsp:txBody>
      <dsp:txXfrm>
        <a:off x="6140964" y="1420418"/>
        <a:ext cx="1604882" cy="641953"/>
      </dsp:txXfrm>
    </dsp:sp>
    <dsp:sp modelId="{6D47080C-B474-455A-ACEE-88A1C347B619}">
      <dsp:nvSpPr>
        <dsp:cNvPr id="0" name=""/>
        <dsp:cNvSpPr/>
      </dsp:nvSpPr>
      <dsp:spPr>
        <a:xfrm>
          <a:off x="3753701" y="2463591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25050-6F74-44AE-983A-4637EF736BCA}">
      <dsp:nvSpPr>
        <dsp:cNvPr id="0" name=""/>
        <dsp:cNvSpPr/>
      </dsp:nvSpPr>
      <dsp:spPr>
        <a:xfrm>
          <a:off x="3312358" y="3457346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Apply filters, slicers, and formatting</a:t>
          </a:r>
        </a:p>
      </dsp:txBody>
      <dsp:txXfrm>
        <a:off x="3312358" y="3457346"/>
        <a:ext cx="1604882" cy="6419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C8A66A-14A1-4CFC-BC0D-2E2A65CB9F0C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3AA28-6353-4908-948B-17333F3A63C1}">
      <dsp:nvSpPr>
        <dsp:cNvPr id="0" name=""/>
        <dsp:cNvSpPr/>
      </dsp:nvSpPr>
      <dsp:spPr>
        <a:xfrm>
          <a:off x="0" y="552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Introduction to Power BI</a:t>
          </a:r>
        </a:p>
      </dsp:txBody>
      <dsp:txXfrm>
        <a:off x="0" y="552"/>
        <a:ext cx="8229600" cy="646408"/>
      </dsp:txXfrm>
    </dsp:sp>
    <dsp:sp modelId="{4EE45F84-96ED-45D5-B4DB-C2F946B0F221}">
      <dsp:nvSpPr>
        <dsp:cNvPr id="0" name=""/>
        <dsp:cNvSpPr/>
      </dsp:nvSpPr>
      <dsp:spPr>
        <a:xfrm>
          <a:off x="0" y="64696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0A5F6-E399-408B-8620-C0D380BF82FD}">
      <dsp:nvSpPr>
        <dsp:cNvPr id="0" name=""/>
        <dsp:cNvSpPr/>
      </dsp:nvSpPr>
      <dsp:spPr>
        <a:xfrm>
          <a:off x="0" y="646960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Importing and Cleaning Data</a:t>
          </a:r>
        </a:p>
      </dsp:txBody>
      <dsp:txXfrm>
        <a:off x="0" y="646960"/>
        <a:ext cx="8229600" cy="646408"/>
      </dsp:txXfrm>
    </dsp:sp>
    <dsp:sp modelId="{6F39D57B-9DF2-4146-B72D-9DB782B8C719}">
      <dsp:nvSpPr>
        <dsp:cNvPr id="0" name=""/>
        <dsp:cNvSpPr/>
      </dsp:nvSpPr>
      <dsp:spPr>
        <a:xfrm>
          <a:off x="0" y="129336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57FE9-A328-4242-A1D1-319D05D34DDC}">
      <dsp:nvSpPr>
        <dsp:cNvPr id="0" name=""/>
        <dsp:cNvSpPr/>
      </dsp:nvSpPr>
      <dsp:spPr>
        <a:xfrm>
          <a:off x="0" y="1293369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Creating Visualizations</a:t>
          </a:r>
        </a:p>
      </dsp:txBody>
      <dsp:txXfrm>
        <a:off x="0" y="1293369"/>
        <a:ext cx="8229600" cy="646408"/>
      </dsp:txXfrm>
    </dsp:sp>
    <dsp:sp modelId="{19D83837-485D-4BA8-83D9-4F829E67A35F}">
      <dsp:nvSpPr>
        <dsp:cNvPr id="0" name=""/>
        <dsp:cNvSpPr/>
      </dsp:nvSpPr>
      <dsp:spPr>
        <a:xfrm>
          <a:off x="0" y="193977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0AEE2-89F2-4E96-9421-15BBA65D17B7}">
      <dsp:nvSpPr>
        <dsp:cNvPr id="0" name=""/>
        <dsp:cNvSpPr/>
      </dsp:nvSpPr>
      <dsp:spPr>
        <a:xfrm>
          <a:off x="0" y="1939777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Activity 1 – Data Cleaning Task (20 mins)</a:t>
          </a:r>
        </a:p>
      </dsp:txBody>
      <dsp:txXfrm>
        <a:off x="0" y="1939777"/>
        <a:ext cx="8229600" cy="646408"/>
      </dsp:txXfrm>
    </dsp:sp>
    <dsp:sp modelId="{2BCE2755-0B98-44A4-B953-353117003355}">
      <dsp:nvSpPr>
        <dsp:cNvPr id="0" name=""/>
        <dsp:cNvSpPr/>
      </dsp:nvSpPr>
      <dsp:spPr>
        <a:xfrm>
          <a:off x="0" y="258618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17F45-BF82-4293-AE09-AF9ED6566E49}">
      <dsp:nvSpPr>
        <dsp:cNvPr id="0" name=""/>
        <dsp:cNvSpPr/>
      </dsp:nvSpPr>
      <dsp:spPr>
        <a:xfrm>
          <a:off x="0" y="2586185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Building Interactive Dashboards</a:t>
          </a:r>
        </a:p>
      </dsp:txBody>
      <dsp:txXfrm>
        <a:off x="0" y="2586185"/>
        <a:ext cx="8229600" cy="646408"/>
      </dsp:txXfrm>
    </dsp:sp>
    <dsp:sp modelId="{3568B111-F5B7-452E-A83E-9F1B71E690E8}">
      <dsp:nvSpPr>
        <dsp:cNvPr id="0" name=""/>
        <dsp:cNvSpPr/>
      </dsp:nvSpPr>
      <dsp:spPr>
        <a:xfrm>
          <a:off x="0" y="323259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99226-8417-477F-A783-C5F9C2C8791D}">
      <dsp:nvSpPr>
        <dsp:cNvPr id="0" name=""/>
        <dsp:cNvSpPr/>
      </dsp:nvSpPr>
      <dsp:spPr>
        <a:xfrm>
          <a:off x="0" y="3232593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Activity 2 – Dashboard Challenge (20 mins)</a:t>
          </a:r>
        </a:p>
      </dsp:txBody>
      <dsp:txXfrm>
        <a:off x="0" y="3232593"/>
        <a:ext cx="8229600" cy="646408"/>
      </dsp:txXfrm>
    </dsp:sp>
    <dsp:sp modelId="{92F95C90-3D94-45CB-936F-A2397588BDA0}">
      <dsp:nvSpPr>
        <dsp:cNvPr id="0" name=""/>
        <dsp:cNvSpPr/>
      </dsp:nvSpPr>
      <dsp:spPr>
        <a:xfrm>
          <a:off x="0" y="387900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0FD01-105A-4724-AA83-4F4ED2ED1B66}">
      <dsp:nvSpPr>
        <dsp:cNvPr id="0" name=""/>
        <dsp:cNvSpPr/>
      </dsp:nvSpPr>
      <dsp:spPr>
        <a:xfrm>
          <a:off x="0" y="3879002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Wrap-up and Q&amp;A (10 mins)</a:t>
          </a:r>
        </a:p>
      </dsp:txBody>
      <dsp:txXfrm>
        <a:off x="0" y="3879002"/>
        <a:ext cx="8229600" cy="6464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8F236-41B5-45EE-B23F-C8ACBFA83E6A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CBAA47-24EC-4E7C-9073-72268E171247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E1576-D413-4A17-B571-06EE6471230F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Business Intelligence and Data Visualization Tool</a:t>
          </a:r>
        </a:p>
      </dsp:txBody>
      <dsp:txXfrm>
        <a:off x="1099610" y="1878"/>
        <a:ext cx="7129989" cy="952043"/>
      </dsp:txXfrm>
    </dsp:sp>
    <dsp:sp modelId="{79126972-0270-4F25-8E35-EE8E5154AFA0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46BD3-E4C2-4DA3-8C46-D38294F85861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F8064-C946-4945-BE2B-C0FBBC93BA61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Developed by Microsoft</a:t>
          </a:r>
        </a:p>
      </dsp:txBody>
      <dsp:txXfrm>
        <a:off x="1099610" y="1191932"/>
        <a:ext cx="7129989" cy="952043"/>
      </dsp:txXfrm>
    </dsp:sp>
    <dsp:sp modelId="{DAEAAB62-DB54-4CB9-932A-B9AD9C5F2787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E7FB1-1232-4E10-9EF6-744C8863DF48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E45B3-F5A8-40FA-B88C-147D6B1F9174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Connects to Excel, SQL, Web APIs, CSV, and Cloud Data Sources</a:t>
          </a:r>
        </a:p>
      </dsp:txBody>
      <dsp:txXfrm>
        <a:off x="1099610" y="2381986"/>
        <a:ext cx="7129989" cy="952043"/>
      </dsp:txXfrm>
    </dsp:sp>
    <dsp:sp modelId="{FE8EDDC8-8B5A-4330-B028-840314FA0C70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7D861-CE4B-45D4-BC28-5E543899C0D6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5F8C9-901E-4628-9290-7C0877FF3970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Used for dashboards, KPIs, and reporting</a:t>
          </a:r>
        </a:p>
      </dsp:txBody>
      <dsp:txXfrm>
        <a:off x="1099610" y="3572041"/>
        <a:ext cx="7129989" cy="9520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3BF69C-8258-4F67-AB48-11653DB404F3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9BB90-387C-4E54-B5DC-271FE748259A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0426B-F5CB-4703-908E-9E04F92E9758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Power BI Desktop – report development</a:t>
          </a:r>
        </a:p>
      </dsp:txBody>
      <dsp:txXfrm>
        <a:off x="1612357" y="28723"/>
        <a:ext cx="2301898" cy="976563"/>
      </dsp:txXfrm>
    </dsp:sp>
    <dsp:sp modelId="{575E7B0F-5FDE-40F1-82F3-793D7A6FEB6C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1B80D-6741-409B-B66A-DC09C00F925B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6ACC6-C1BA-4794-A80A-662426AB76E4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Power BI Service – sharing and collaboration</a:t>
          </a:r>
        </a:p>
      </dsp:txBody>
      <dsp:txXfrm>
        <a:off x="5501170" y="28723"/>
        <a:ext cx="2301898" cy="976563"/>
      </dsp:txXfrm>
    </dsp:sp>
    <dsp:sp modelId="{F6445AEE-D94E-4173-9F0C-DD78B96834D8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632BFB-5849-444B-8876-EC7A2F616BE8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CDDDA-69AA-4389-BE7B-6BB7D5697C2C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Power BI Mobile – access dashboards on mobile devices</a:t>
          </a:r>
        </a:p>
      </dsp:txBody>
      <dsp:txXfrm>
        <a:off x="1612357" y="1774700"/>
        <a:ext cx="2301898" cy="976563"/>
      </dsp:txXfrm>
    </dsp:sp>
    <dsp:sp modelId="{FAC6FCC5-E0C1-48FF-A01B-589ECC599FD1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A8687-5F61-45B2-B95C-C2FDA25F06A9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7A2EE-3300-4CC5-809A-497C4977BD61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Power Query – data transformation tool</a:t>
          </a:r>
        </a:p>
      </dsp:txBody>
      <dsp:txXfrm>
        <a:off x="5501170" y="1774700"/>
        <a:ext cx="2301898" cy="976563"/>
      </dsp:txXfrm>
    </dsp:sp>
    <dsp:sp modelId="{56C3602B-1A1F-4105-87A8-05416F0DDDFA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E52C48-3880-4FD4-ABEE-FB728D53D932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21D53-743D-48FF-9101-851FACBF6DE9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DAX – calculation language</a:t>
          </a:r>
        </a:p>
      </dsp:txBody>
      <dsp:txXfrm>
        <a:off x="1612357" y="3520676"/>
        <a:ext cx="2301898" cy="9765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2CB83-38D7-4E9E-AC59-CF68B809368A}">
      <dsp:nvSpPr>
        <dsp:cNvPr id="0" name=""/>
        <dsp:cNvSpPr/>
      </dsp:nvSpPr>
      <dsp:spPr>
        <a:xfrm>
          <a:off x="0" y="3712270"/>
          <a:ext cx="2057400" cy="81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99136" rIns="146322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Explore</a:t>
          </a:r>
        </a:p>
      </dsp:txBody>
      <dsp:txXfrm>
        <a:off x="0" y="3712270"/>
        <a:ext cx="2057400" cy="812154"/>
      </dsp:txXfrm>
    </dsp:sp>
    <dsp:sp modelId="{9DD6CC7C-EBAF-4BE6-BB46-B174F9A5311F}">
      <dsp:nvSpPr>
        <dsp:cNvPr id="0" name=""/>
        <dsp:cNvSpPr/>
      </dsp:nvSpPr>
      <dsp:spPr>
        <a:xfrm>
          <a:off x="2057399" y="3712270"/>
          <a:ext cx="6172200" cy="8121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Explore Data View, Report View, and Model View</a:t>
          </a:r>
        </a:p>
      </dsp:txBody>
      <dsp:txXfrm>
        <a:off x="2057399" y="3712270"/>
        <a:ext cx="6172200" cy="812154"/>
      </dsp:txXfrm>
    </dsp:sp>
    <dsp:sp modelId="{5E3C5195-07D9-42F4-BA10-1A76996B21CC}">
      <dsp:nvSpPr>
        <dsp:cNvPr id="0" name=""/>
        <dsp:cNvSpPr/>
      </dsp:nvSpPr>
      <dsp:spPr>
        <a:xfrm rot="10800000">
          <a:off x="0" y="2475359"/>
          <a:ext cx="2057400" cy="124909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99136" rIns="146322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Import</a:t>
          </a:r>
        </a:p>
      </dsp:txBody>
      <dsp:txXfrm rot="-10800000">
        <a:off x="0" y="2475359"/>
        <a:ext cx="2057400" cy="811910"/>
      </dsp:txXfrm>
    </dsp:sp>
    <dsp:sp modelId="{21F1051F-2E3B-4E6C-AC98-E0B4A346B1D7}">
      <dsp:nvSpPr>
        <dsp:cNvPr id="0" name=""/>
        <dsp:cNvSpPr/>
      </dsp:nvSpPr>
      <dsp:spPr>
        <a:xfrm>
          <a:off x="2057399" y="2475359"/>
          <a:ext cx="6172200" cy="8119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Import Excel or CSV dataset</a:t>
          </a:r>
        </a:p>
      </dsp:txBody>
      <dsp:txXfrm>
        <a:off x="2057399" y="2475359"/>
        <a:ext cx="6172200" cy="811910"/>
      </dsp:txXfrm>
    </dsp:sp>
    <dsp:sp modelId="{0A0EB9F1-213F-4BF3-B066-05A223092733}">
      <dsp:nvSpPr>
        <dsp:cNvPr id="0" name=""/>
        <dsp:cNvSpPr/>
      </dsp:nvSpPr>
      <dsp:spPr>
        <a:xfrm rot="10800000">
          <a:off x="0" y="1238449"/>
          <a:ext cx="2057400" cy="124909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99136" rIns="146322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Select</a:t>
          </a:r>
        </a:p>
      </dsp:txBody>
      <dsp:txXfrm rot="-10800000">
        <a:off x="0" y="1238449"/>
        <a:ext cx="2057400" cy="811910"/>
      </dsp:txXfrm>
    </dsp:sp>
    <dsp:sp modelId="{49AAE944-4882-4A02-A5FF-90C315F1D43D}">
      <dsp:nvSpPr>
        <dsp:cNvPr id="0" name=""/>
        <dsp:cNvSpPr/>
      </dsp:nvSpPr>
      <dsp:spPr>
        <a:xfrm>
          <a:off x="2057399" y="1238449"/>
          <a:ext cx="6172200" cy="8119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Select Get Data</a:t>
          </a:r>
        </a:p>
      </dsp:txBody>
      <dsp:txXfrm>
        <a:off x="2057399" y="1238449"/>
        <a:ext cx="6172200" cy="811910"/>
      </dsp:txXfrm>
    </dsp:sp>
    <dsp:sp modelId="{D2F61A14-B8D8-41B1-A272-D0F7C7B4503B}">
      <dsp:nvSpPr>
        <dsp:cNvPr id="0" name=""/>
        <dsp:cNvSpPr/>
      </dsp:nvSpPr>
      <dsp:spPr>
        <a:xfrm rot="10800000">
          <a:off x="0" y="1538"/>
          <a:ext cx="2057400" cy="124909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99136" rIns="146322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Open</a:t>
          </a:r>
        </a:p>
      </dsp:txBody>
      <dsp:txXfrm rot="-10800000">
        <a:off x="0" y="1538"/>
        <a:ext cx="2057400" cy="811910"/>
      </dsp:txXfrm>
    </dsp:sp>
    <dsp:sp modelId="{E33AD49F-99A5-477A-AAD3-744AADF5F71A}">
      <dsp:nvSpPr>
        <dsp:cNvPr id="0" name=""/>
        <dsp:cNvSpPr/>
      </dsp:nvSpPr>
      <dsp:spPr>
        <a:xfrm>
          <a:off x="2057399" y="1538"/>
          <a:ext cx="6172200" cy="8119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Install &amp; Open Power BI Desktop</a:t>
          </a:r>
        </a:p>
      </dsp:txBody>
      <dsp:txXfrm>
        <a:off x="2057399" y="1538"/>
        <a:ext cx="6172200" cy="8119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ADED4-1922-4A2D-B899-78BBDC06FA83}">
      <dsp:nvSpPr>
        <dsp:cNvPr id="0" name=""/>
        <dsp:cNvSpPr/>
      </dsp:nvSpPr>
      <dsp:spPr>
        <a:xfrm>
          <a:off x="0" y="3886230"/>
          <a:ext cx="2057400" cy="637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20904" rIns="146322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Apply and load</a:t>
          </a:r>
        </a:p>
      </dsp:txBody>
      <dsp:txXfrm>
        <a:off x="0" y="3886230"/>
        <a:ext cx="2057400" cy="637568"/>
      </dsp:txXfrm>
    </dsp:sp>
    <dsp:sp modelId="{40CC091F-D840-42F9-9505-815F88A44688}">
      <dsp:nvSpPr>
        <dsp:cNvPr id="0" name=""/>
        <dsp:cNvSpPr/>
      </dsp:nvSpPr>
      <dsp:spPr>
        <a:xfrm>
          <a:off x="2057399" y="3886230"/>
          <a:ext cx="6172200" cy="6375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03200" rIns="12520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Apply and load cleaned data</a:t>
          </a:r>
        </a:p>
      </dsp:txBody>
      <dsp:txXfrm>
        <a:off x="2057399" y="3886230"/>
        <a:ext cx="6172200" cy="637568"/>
      </dsp:txXfrm>
    </dsp:sp>
    <dsp:sp modelId="{ABB3EC71-8566-428D-9FB6-BBE4EA809FD0}">
      <dsp:nvSpPr>
        <dsp:cNvPr id="0" name=""/>
        <dsp:cNvSpPr/>
      </dsp:nvSpPr>
      <dsp:spPr>
        <a:xfrm rot="10800000">
          <a:off x="0" y="2915214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20904" rIns="146322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Filter and transform</a:t>
          </a:r>
        </a:p>
      </dsp:txBody>
      <dsp:txXfrm rot="-10800000">
        <a:off x="0" y="2915214"/>
        <a:ext cx="2057400" cy="637377"/>
      </dsp:txXfrm>
    </dsp:sp>
    <dsp:sp modelId="{7F17B609-4EB0-47E3-A4B2-13331CB94D1C}">
      <dsp:nvSpPr>
        <dsp:cNvPr id="0" name=""/>
        <dsp:cNvSpPr/>
      </dsp:nvSpPr>
      <dsp:spPr>
        <a:xfrm>
          <a:off x="2057399" y="2915214"/>
          <a:ext cx="6172200" cy="6373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03200" rIns="12520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Filter and transform rows</a:t>
          </a:r>
        </a:p>
      </dsp:txBody>
      <dsp:txXfrm>
        <a:off x="2057399" y="2915214"/>
        <a:ext cx="6172200" cy="637377"/>
      </dsp:txXfrm>
    </dsp:sp>
    <dsp:sp modelId="{DFE20B5E-0C89-4353-9577-5C99A6EEB744}">
      <dsp:nvSpPr>
        <dsp:cNvPr id="0" name=""/>
        <dsp:cNvSpPr/>
      </dsp:nvSpPr>
      <dsp:spPr>
        <a:xfrm rot="10800000">
          <a:off x="0" y="1944197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20904" rIns="146322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Change</a:t>
          </a:r>
        </a:p>
      </dsp:txBody>
      <dsp:txXfrm rot="-10800000">
        <a:off x="0" y="1944197"/>
        <a:ext cx="2057400" cy="637377"/>
      </dsp:txXfrm>
    </dsp:sp>
    <dsp:sp modelId="{BD74C9AF-60BE-4EA1-A688-1B93E9DA1A15}">
      <dsp:nvSpPr>
        <dsp:cNvPr id="0" name=""/>
        <dsp:cNvSpPr/>
      </dsp:nvSpPr>
      <dsp:spPr>
        <a:xfrm>
          <a:off x="2057399" y="1944197"/>
          <a:ext cx="6172200" cy="6373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03200" rIns="12520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Change data types</a:t>
          </a:r>
        </a:p>
      </dsp:txBody>
      <dsp:txXfrm>
        <a:off x="2057399" y="1944197"/>
        <a:ext cx="6172200" cy="637377"/>
      </dsp:txXfrm>
    </dsp:sp>
    <dsp:sp modelId="{35FDEBF3-5F02-40C1-A6E5-F0588A34AF34}">
      <dsp:nvSpPr>
        <dsp:cNvPr id="0" name=""/>
        <dsp:cNvSpPr/>
      </dsp:nvSpPr>
      <dsp:spPr>
        <a:xfrm rot="10800000">
          <a:off x="0" y="973180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20904" rIns="146322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Remove</a:t>
          </a:r>
        </a:p>
      </dsp:txBody>
      <dsp:txXfrm rot="-10800000">
        <a:off x="0" y="973180"/>
        <a:ext cx="2057400" cy="637377"/>
      </dsp:txXfrm>
    </dsp:sp>
    <dsp:sp modelId="{A7A76E00-E95D-4199-90FF-8335988897B1}">
      <dsp:nvSpPr>
        <dsp:cNvPr id="0" name=""/>
        <dsp:cNvSpPr/>
      </dsp:nvSpPr>
      <dsp:spPr>
        <a:xfrm>
          <a:off x="2057399" y="973180"/>
          <a:ext cx="6172200" cy="6373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03200" rIns="12520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Remove duplicates and null values</a:t>
          </a:r>
        </a:p>
      </dsp:txBody>
      <dsp:txXfrm>
        <a:off x="2057399" y="973180"/>
        <a:ext cx="6172200" cy="637377"/>
      </dsp:txXfrm>
    </dsp:sp>
    <dsp:sp modelId="{60B7F9F5-49CA-46A8-AFD3-BAC405D6825B}">
      <dsp:nvSpPr>
        <dsp:cNvPr id="0" name=""/>
        <dsp:cNvSpPr/>
      </dsp:nvSpPr>
      <dsp:spPr>
        <a:xfrm rot="10800000">
          <a:off x="0" y="2163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20904" rIns="146322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Rename</a:t>
          </a:r>
        </a:p>
      </dsp:txBody>
      <dsp:txXfrm rot="-10800000">
        <a:off x="0" y="2163"/>
        <a:ext cx="2057400" cy="637377"/>
      </dsp:txXfrm>
    </dsp:sp>
    <dsp:sp modelId="{D82A7A22-A6AD-4FA8-8BCF-2E50635C0821}">
      <dsp:nvSpPr>
        <dsp:cNvPr id="0" name=""/>
        <dsp:cNvSpPr/>
      </dsp:nvSpPr>
      <dsp:spPr>
        <a:xfrm>
          <a:off x="2057399" y="2163"/>
          <a:ext cx="6172200" cy="6373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03200" rIns="12520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Rename columns</a:t>
          </a:r>
        </a:p>
      </dsp:txBody>
      <dsp:txXfrm>
        <a:off x="2057399" y="2163"/>
        <a:ext cx="6172200" cy="63737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4A1943-4E20-4E2A-860D-2FDEEF5EF0F9}">
      <dsp:nvSpPr>
        <dsp:cNvPr id="0" name=""/>
        <dsp:cNvSpPr/>
      </dsp:nvSpPr>
      <dsp:spPr>
        <a:xfrm>
          <a:off x="0" y="408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Objective: Clean a messy chocolate sales dataset</a:t>
          </a:r>
        </a:p>
      </dsp:txBody>
      <dsp:txXfrm>
        <a:off x="28100" y="68981"/>
        <a:ext cx="8173400" cy="519439"/>
      </dsp:txXfrm>
    </dsp:sp>
    <dsp:sp modelId="{FDF793DE-F69B-463F-A46E-100BCE0B3ACC}">
      <dsp:nvSpPr>
        <dsp:cNvPr id="0" name=""/>
        <dsp:cNvSpPr/>
      </dsp:nvSpPr>
      <dsp:spPr>
        <a:xfrm>
          <a:off x="0" y="6856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Tasks:</a:t>
          </a:r>
        </a:p>
      </dsp:txBody>
      <dsp:txXfrm>
        <a:off x="28100" y="713741"/>
        <a:ext cx="8173400" cy="519439"/>
      </dsp:txXfrm>
    </dsp:sp>
    <dsp:sp modelId="{3A14196B-41A7-461C-A904-C79E9D7CA174}">
      <dsp:nvSpPr>
        <dsp:cNvPr id="0" name=""/>
        <dsp:cNvSpPr/>
      </dsp:nvSpPr>
      <dsp:spPr>
        <a:xfrm>
          <a:off x="0" y="133040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Remove blank rows</a:t>
          </a:r>
        </a:p>
      </dsp:txBody>
      <dsp:txXfrm>
        <a:off x="28100" y="1358501"/>
        <a:ext cx="8173400" cy="519439"/>
      </dsp:txXfrm>
    </dsp:sp>
    <dsp:sp modelId="{821657F5-CB71-4298-BDA3-6843BEABB611}">
      <dsp:nvSpPr>
        <dsp:cNvPr id="0" name=""/>
        <dsp:cNvSpPr/>
      </dsp:nvSpPr>
      <dsp:spPr>
        <a:xfrm>
          <a:off x="0" y="197516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Rename columns</a:t>
          </a:r>
        </a:p>
      </dsp:txBody>
      <dsp:txXfrm>
        <a:off x="28100" y="2003261"/>
        <a:ext cx="8173400" cy="519439"/>
      </dsp:txXfrm>
    </dsp:sp>
    <dsp:sp modelId="{4A7E48DD-656F-4839-9863-7BB7D828EC6B}">
      <dsp:nvSpPr>
        <dsp:cNvPr id="0" name=""/>
        <dsp:cNvSpPr/>
      </dsp:nvSpPr>
      <dsp:spPr>
        <a:xfrm>
          <a:off x="0" y="261992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Correct data types</a:t>
          </a:r>
        </a:p>
      </dsp:txBody>
      <dsp:txXfrm>
        <a:off x="28100" y="2648021"/>
        <a:ext cx="8173400" cy="519439"/>
      </dsp:txXfrm>
    </dsp:sp>
    <dsp:sp modelId="{E907B057-7EB1-4243-BCA6-8C070749B9FE}">
      <dsp:nvSpPr>
        <dsp:cNvPr id="0" name=""/>
        <dsp:cNvSpPr/>
      </dsp:nvSpPr>
      <dsp:spPr>
        <a:xfrm>
          <a:off x="0" y="32646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Filter invalid values</a:t>
          </a:r>
        </a:p>
      </dsp:txBody>
      <dsp:txXfrm>
        <a:off x="28100" y="3292781"/>
        <a:ext cx="8173400" cy="519439"/>
      </dsp:txXfrm>
    </dsp:sp>
    <dsp:sp modelId="{7E5CCAE3-0FAC-42C6-8ECA-C29AB6759AC5}">
      <dsp:nvSpPr>
        <dsp:cNvPr id="0" name=""/>
        <dsp:cNvSpPr/>
      </dsp:nvSpPr>
      <dsp:spPr>
        <a:xfrm>
          <a:off x="0" y="39094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Expected Outcome: A clean dataset ready for reporting</a:t>
          </a:r>
        </a:p>
      </dsp:txBody>
      <dsp:txXfrm>
        <a:off x="28100" y="3937541"/>
        <a:ext cx="8173400" cy="5194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C6CBF-E6A6-4685-9F1B-457499D727EE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CF0D7-4EF9-4329-984D-89269AB230F8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32C47-F455-4F9C-A095-CDAD7DD7F6A9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 bar charts, line charts, and pie charts</a:t>
          </a:r>
        </a:p>
      </dsp:txBody>
      <dsp:txXfrm>
        <a:off x="1340173" y="795493"/>
        <a:ext cx="2552269" cy="1082781"/>
      </dsp:txXfrm>
    </dsp:sp>
    <dsp:sp modelId="{2ED231C3-A93F-495E-8C64-E09691B6A5B6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04F3AD-744C-4FF0-8FF0-E2C144EE9C16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4CD3D-4B65-4E26-B71E-A252E5747C8A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KPI cards for summary metrics</a:t>
          </a:r>
        </a:p>
      </dsp:txBody>
      <dsp:txXfrm>
        <a:off x="5651962" y="795493"/>
        <a:ext cx="2552269" cy="1082781"/>
      </dsp:txXfrm>
    </dsp:sp>
    <dsp:sp modelId="{EB1BF8BE-2CA5-40F6-B3DF-60D4C88F39CD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A7222-9EEE-4D79-A834-DE38F47C0ACF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5F06D-2A71-4EDF-A309-543B3A415EE3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Add slicers for interactivity</a:t>
          </a:r>
        </a:p>
      </dsp:txBody>
      <dsp:txXfrm>
        <a:off x="1340173" y="2647688"/>
        <a:ext cx="2552269" cy="1082781"/>
      </dsp:txXfrm>
    </dsp:sp>
    <dsp:sp modelId="{4986EEC8-37F3-4D38-81FB-FF6C14DC0E48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4D5AF-74D6-4736-96CA-240A588F5680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10397-8F5C-427E-BD19-F2C7AE053827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Customize titles, colors, and labels</a:t>
          </a:r>
        </a:p>
      </dsp:txBody>
      <dsp:txXfrm>
        <a:off x="5651962" y="2647688"/>
        <a:ext cx="2552269" cy="10827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D20C8-73E2-4CD5-B529-0889F0DC1618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F63C3-04CC-43B6-A244-3DD612AE0A2F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Create measures using DAX</a:t>
          </a:r>
        </a:p>
      </dsp:txBody>
      <dsp:txXfrm>
        <a:off x="0" y="552"/>
        <a:ext cx="8229600" cy="904971"/>
      </dsp:txXfrm>
    </dsp:sp>
    <dsp:sp modelId="{182027F2-8339-49C3-9FBA-32B6581321A8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D3184-B38F-45EB-A1FB-0F019BF0774B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Examples:</a:t>
          </a:r>
        </a:p>
      </dsp:txBody>
      <dsp:txXfrm>
        <a:off x="0" y="905524"/>
        <a:ext cx="8229600" cy="904971"/>
      </dsp:txXfrm>
    </dsp:sp>
    <dsp:sp modelId="{6BBFB917-4B95-4E62-A611-ADED3D0DE8EF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43F52-1F57-45D2-B3F2-D32FCA4B7E70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Total Sales = SUM(Sales[Amount])</a:t>
          </a:r>
        </a:p>
      </dsp:txBody>
      <dsp:txXfrm>
        <a:off x="0" y="1810495"/>
        <a:ext cx="8229600" cy="904971"/>
      </dsp:txXfrm>
    </dsp:sp>
    <dsp:sp modelId="{043D5E74-8F27-4678-B702-65701AB7FAE8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D69C3-2F1D-4A65-9EB9-296C02F8AAFB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Average Profit = AVERAGE(Sales[Profit])</a:t>
          </a:r>
        </a:p>
      </dsp:txBody>
      <dsp:txXfrm>
        <a:off x="0" y="2715467"/>
        <a:ext cx="8229600" cy="904971"/>
      </dsp:txXfrm>
    </dsp:sp>
    <dsp:sp modelId="{185864BD-B6BF-44B9-8249-9FFF7E0D9552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AA4A2-2896-463D-8D3E-23B8EFE2CBDE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Profit Margin = DIVIDE([Profit],[Sales])</a:t>
          </a:r>
        </a:p>
      </dsp:txBody>
      <dsp:txXfrm>
        <a:off x="0" y="3620438"/>
        <a:ext cx="8229600" cy="90497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FAF327-D989-4ED2-9261-C43001B1385C}">
      <dsp:nvSpPr>
        <dsp:cNvPr id="0" name=""/>
        <dsp:cNvSpPr/>
      </dsp:nvSpPr>
      <dsp:spPr>
        <a:xfrm>
          <a:off x="1645920" y="2088"/>
          <a:ext cx="6583680" cy="1081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74769" rIns="127742" bIns="27476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Arrange visuals into a report layout</a:t>
          </a:r>
        </a:p>
      </dsp:txBody>
      <dsp:txXfrm>
        <a:off x="1645920" y="2088"/>
        <a:ext cx="6583680" cy="1081767"/>
      </dsp:txXfrm>
    </dsp:sp>
    <dsp:sp modelId="{8CCCD438-3436-4328-907F-265E9099305B}">
      <dsp:nvSpPr>
        <dsp:cNvPr id="0" name=""/>
        <dsp:cNvSpPr/>
      </dsp:nvSpPr>
      <dsp:spPr>
        <a:xfrm>
          <a:off x="0" y="2088"/>
          <a:ext cx="1645920" cy="10817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06855" rIns="87097" bIns="10685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Arrange</a:t>
          </a:r>
        </a:p>
      </dsp:txBody>
      <dsp:txXfrm>
        <a:off x="0" y="2088"/>
        <a:ext cx="1645920" cy="1081767"/>
      </dsp:txXfrm>
    </dsp:sp>
    <dsp:sp modelId="{08495BCD-4E0E-4E8A-98BD-99711DA8E1CA}">
      <dsp:nvSpPr>
        <dsp:cNvPr id="0" name=""/>
        <dsp:cNvSpPr/>
      </dsp:nvSpPr>
      <dsp:spPr>
        <a:xfrm>
          <a:off x="1645920" y="1148761"/>
          <a:ext cx="6583680" cy="1081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74769" rIns="127742" bIns="27476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Add filters and slicers</a:t>
          </a:r>
        </a:p>
      </dsp:txBody>
      <dsp:txXfrm>
        <a:off x="1645920" y="1148761"/>
        <a:ext cx="6583680" cy="1081767"/>
      </dsp:txXfrm>
    </dsp:sp>
    <dsp:sp modelId="{137889A6-846D-4B51-9F49-2516678E8DE4}">
      <dsp:nvSpPr>
        <dsp:cNvPr id="0" name=""/>
        <dsp:cNvSpPr/>
      </dsp:nvSpPr>
      <dsp:spPr>
        <a:xfrm>
          <a:off x="0" y="1148761"/>
          <a:ext cx="1645920" cy="10817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06855" rIns="87097" bIns="10685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Add</a:t>
          </a:r>
        </a:p>
      </dsp:txBody>
      <dsp:txXfrm>
        <a:off x="0" y="1148761"/>
        <a:ext cx="1645920" cy="1081767"/>
      </dsp:txXfrm>
    </dsp:sp>
    <dsp:sp modelId="{9A94CD27-70E6-4301-9A7A-4F49CBF0F154}">
      <dsp:nvSpPr>
        <dsp:cNvPr id="0" name=""/>
        <dsp:cNvSpPr/>
      </dsp:nvSpPr>
      <dsp:spPr>
        <a:xfrm>
          <a:off x="1645920" y="2295434"/>
          <a:ext cx="6583680" cy="1081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74769" rIns="127742" bIns="27476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Enable drill-down functionality</a:t>
          </a:r>
        </a:p>
      </dsp:txBody>
      <dsp:txXfrm>
        <a:off x="1645920" y="2295434"/>
        <a:ext cx="6583680" cy="1081767"/>
      </dsp:txXfrm>
    </dsp:sp>
    <dsp:sp modelId="{E4DB5DF9-7296-4471-A360-50FD55CB7CE9}">
      <dsp:nvSpPr>
        <dsp:cNvPr id="0" name=""/>
        <dsp:cNvSpPr/>
      </dsp:nvSpPr>
      <dsp:spPr>
        <a:xfrm>
          <a:off x="0" y="2295434"/>
          <a:ext cx="1645920" cy="10817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06855" rIns="87097" bIns="10685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Enable</a:t>
          </a:r>
        </a:p>
      </dsp:txBody>
      <dsp:txXfrm>
        <a:off x="0" y="2295434"/>
        <a:ext cx="1645920" cy="1081767"/>
      </dsp:txXfrm>
    </dsp:sp>
    <dsp:sp modelId="{C39D8581-196A-4B6F-A860-90AA7ED1D5D3}">
      <dsp:nvSpPr>
        <dsp:cNvPr id="0" name=""/>
        <dsp:cNvSpPr/>
      </dsp:nvSpPr>
      <dsp:spPr>
        <a:xfrm>
          <a:off x="1645920" y="3442107"/>
          <a:ext cx="6583680" cy="1081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74769" rIns="127742" bIns="27476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bookmarks and navigation buttons</a:t>
          </a:r>
        </a:p>
      </dsp:txBody>
      <dsp:txXfrm>
        <a:off x="1645920" y="3442107"/>
        <a:ext cx="6583680" cy="1081767"/>
      </dsp:txXfrm>
    </dsp:sp>
    <dsp:sp modelId="{77B8330E-262C-4AE2-9BE0-35C39EB22076}">
      <dsp:nvSpPr>
        <dsp:cNvPr id="0" name=""/>
        <dsp:cNvSpPr/>
      </dsp:nvSpPr>
      <dsp:spPr>
        <a:xfrm>
          <a:off x="0" y="3442107"/>
          <a:ext cx="1645920" cy="10817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06855" rIns="87097" bIns="10685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</a:t>
          </a:r>
        </a:p>
      </dsp:txBody>
      <dsp:txXfrm>
        <a:off x="0" y="3442107"/>
        <a:ext cx="1645920" cy="108176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1EDAC-3850-4F35-A7AE-B2D59C790EB2}">
      <dsp:nvSpPr>
        <dsp:cNvPr id="0" name=""/>
        <dsp:cNvSpPr/>
      </dsp:nvSpPr>
      <dsp:spPr>
        <a:xfrm>
          <a:off x="0" y="408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Objective: Build an interactive dashboard</a:t>
          </a:r>
        </a:p>
      </dsp:txBody>
      <dsp:txXfrm>
        <a:off x="28100" y="68981"/>
        <a:ext cx="8173400" cy="519439"/>
      </dsp:txXfrm>
    </dsp:sp>
    <dsp:sp modelId="{B311A96E-3470-47AE-9E31-1C3A451B2BDC}">
      <dsp:nvSpPr>
        <dsp:cNvPr id="0" name=""/>
        <dsp:cNvSpPr/>
      </dsp:nvSpPr>
      <dsp:spPr>
        <a:xfrm>
          <a:off x="0" y="6856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Requirements:</a:t>
          </a:r>
        </a:p>
      </dsp:txBody>
      <dsp:txXfrm>
        <a:off x="28100" y="713741"/>
        <a:ext cx="8173400" cy="519439"/>
      </dsp:txXfrm>
    </dsp:sp>
    <dsp:sp modelId="{48630548-1BA9-472C-A362-9D7D17931E92}">
      <dsp:nvSpPr>
        <dsp:cNvPr id="0" name=""/>
        <dsp:cNvSpPr/>
      </dsp:nvSpPr>
      <dsp:spPr>
        <a:xfrm>
          <a:off x="0" y="133040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Add at least 3 visuals</a:t>
          </a:r>
        </a:p>
      </dsp:txBody>
      <dsp:txXfrm>
        <a:off x="28100" y="1358501"/>
        <a:ext cx="8173400" cy="519439"/>
      </dsp:txXfrm>
    </dsp:sp>
    <dsp:sp modelId="{A0371559-DCB9-4F88-927C-7044E2CC8808}">
      <dsp:nvSpPr>
        <dsp:cNvPr id="0" name=""/>
        <dsp:cNvSpPr/>
      </dsp:nvSpPr>
      <dsp:spPr>
        <a:xfrm>
          <a:off x="0" y="197516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Include one slicer</a:t>
          </a:r>
        </a:p>
      </dsp:txBody>
      <dsp:txXfrm>
        <a:off x="28100" y="2003261"/>
        <a:ext cx="8173400" cy="519439"/>
      </dsp:txXfrm>
    </dsp:sp>
    <dsp:sp modelId="{4053E266-9BD9-447F-A221-BBF8C85EBA35}">
      <dsp:nvSpPr>
        <dsp:cNvPr id="0" name=""/>
        <dsp:cNvSpPr/>
      </dsp:nvSpPr>
      <dsp:spPr>
        <a:xfrm>
          <a:off x="0" y="261992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Create one KPI card</a:t>
          </a:r>
        </a:p>
      </dsp:txBody>
      <dsp:txXfrm>
        <a:off x="28100" y="2648021"/>
        <a:ext cx="8173400" cy="519439"/>
      </dsp:txXfrm>
    </dsp:sp>
    <dsp:sp modelId="{DE567C3F-61D7-4986-A150-8AF195BD5130}">
      <dsp:nvSpPr>
        <dsp:cNvPr id="0" name=""/>
        <dsp:cNvSpPr/>
      </dsp:nvSpPr>
      <dsp:spPr>
        <a:xfrm>
          <a:off x="0" y="32646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Apply formatting and theme</a:t>
          </a:r>
        </a:p>
      </dsp:txBody>
      <dsp:txXfrm>
        <a:off x="28100" y="3292781"/>
        <a:ext cx="8173400" cy="519439"/>
      </dsp:txXfrm>
    </dsp:sp>
    <dsp:sp modelId="{4E8EAAB7-DAF0-47C3-9178-9470A3E990A3}">
      <dsp:nvSpPr>
        <dsp:cNvPr id="0" name=""/>
        <dsp:cNvSpPr/>
      </dsp:nvSpPr>
      <dsp:spPr>
        <a:xfrm>
          <a:off x="0" y="39094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Expected Outcome: Interactive dashboard presentation</a:t>
          </a:r>
        </a:p>
      </dsp:txBody>
      <dsp:txXfrm>
        <a:off x="28100" y="3937541"/>
        <a:ext cx="8173400" cy="51943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6758A-79EB-4F12-AC04-8F90FDB4A3AC}">
      <dsp:nvSpPr>
        <dsp:cNvPr id="0" name=""/>
        <dsp:cNvSpPr/>
      </dsp:nvSpPr>
      <dsp:spPr>
        <a:xfrm>
          <a:off x="1645920" y="1966"/>
          <a:ext cx="658368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Keep dashboards simple and readable</a:t>
          </a:r>
        </a:p>
      </dsp:txBody>
      <dsp:txXfrm>
        <a:off x="1645920" y="1966"/>
        <a:ext cx="6583680" cy="862982"/>
      </dsp:txXfrm>
    </dsp:sp>
    <dsp:sp modelId="{9526340E-AA9E-4218-AA55-47DDFEBA10A6}">
      <dsp:nvSpPr>
        <dsp:cNvPr id="0" name=""/>
        <dsp:cNvSpPr/>
      </dsp:nvSpPr>
      <dsp:spPr>
        <a:xfrm>
          <a:off x="0" y="1966"/>
          <a:ext cx="1645920" cy="8629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Keep</a:t>
          </a:r>
        </a:p>
      </dsp:txBody>
      <dsp:txXfrm>
        <a:off x="0" y="1966"/>
        <a:ext cx="1645920" cy="862982"/>
      </dsp:txXfrm>
    </dsp:sp>
    <dsp:sp modelId="{B5FDE5C2-46DA-4050-B5BF-AA13F37A7DFB}">
      <dsp:nvSpPr>
        <dsp:cNvPr id="0" name=""/>
        <dsp:cNvSpPr/>
      </dsp:nvSpPr>
      <dsp:spPr>
        <a:xfrm>
          <a:off x="1645920" y="916728"/>
          <a:ext cx="658368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consistent colors and formatting</a:t>
          </a:r>
        </a:p>
      </dsp:txBody>
      <dsp:txXfrm>
        <a:off x="1645920" y="916728"/>
        <a:ext cx="6583680" cy="862982"/>
      </dsp:txXfrm>
    </dsp:sp>
    <dsp:sp modelId="{FA4D5A03-BAB6-49F4-9331-B95A60B68653}">
      <dsp:nvSpPr>
        <dsp:cNvPr id="0" name=""/>
        <dsp:cNvSpPr/>
      </dsp:nvSpPr>
      <dsp:spPr>
        <a:xfrm>
          <a:off x="0" y="916728"/>
          <a:ext cx="1645920" cy="8629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</a:t>
          </a:r>
        </a:p>
      </dsp:txBody>
      <dsp:txXfrm>
        <a:off x="0" y="916728"/>
        <a:ext cx="1645920" cy="862982"/>
      </dsp:txXfrm>
    </dsp:sp>
    <dsp:sp modelId="{FC3B2B3A-C2E1-4377-843C-CEEF43ADB48E}">
      <dsp:nvSpPr>
        <dsp:cNvPr id="0" name=""/>
        <dsp:cNvSpPr/>
      </dsp:nvSpPr>
      <dsp:spPr>
        <a:xfrm>
          <a:off x="1645920" y="1831490"/>
          <a:ext cx="658368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Avoid cluttered visuals</a:t>
          </a:r>
        </a:p>
      </dsp:txBody>
      <dsp:txXfrm>
        <a:off x="1645920" y="1831490"/>
        <a:ext cx="6583680" cy="862982"/>
      </dsp:txXfrm>
    </dsp:sp>
    <dsp:sp modelId="{B896707D-622A-41DB-BA10-74E1AF81D47E}">
      <dsp:nvSpPr>
        <dsp:cNvPr id="0" name=""/>
        <dsp:cNvSpPr/>
      </dsp:nvSpPr>
      <dsp:spPr>
        <a:xfrm>
          <a:off x="0" y="1831490"/>
          <a:ext cx="1645920" cy="8629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Avoid</a:t>
          </a:r>
        </a:p>
      </dsp:txBody>
      <dsp:txXfrm>
        <a:off x="0" y="1831490"/>
        <a:ext cx="1645920" cy="862982"/>
      </dsp:txXfrm>
    </dsp:sp>
    <dsp:sp modelId="{0C3D8449-FFD4-4ED0-9939-C12FE4EB9F8A}">
      <dsp:nvSpPr>
        <dsp:cNvPr id="0" name=""/>
        <dsp:cNvSpPr/>
      </dsp:nvSpPr>
      <dsp:spPr>
        <a:xfrm>
          <a:off x="1645920" y="2746251"/>
          <a:ext cx="658368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Focus on key KPIs and business insights</a:t>
          </a:r>
        </a:p>
      </dsp:txBody>
      <dsp:txXfrm>
        <a:off x="1645920" y="2746251"/>
        <a:ext cx="6583680" cy="862982"/>
      </dsp:txXfrm>
    </dsp:sp>
    <dsp:sp modelId="{0AF15BFE-A8F6-461A-83CE-4B1C6E45AD6A}">
      <dsp:nvSpPr>
        <dsp:cNvPr id="0" name=""/>
        <dsp:cNvSpPr/>
      </dsp:nvSpPr>
      <dsp:spPr>
        <a:xfrm>
          <a:off x="0" y="2746251"/>
          <a:ext cx="1645920" cy="8629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Focus on</a:t>
          </a:r>
        </a:p>
      </dsp:txBody>
      <dsp:txXfrm>
        <a:off x="0" y="2746251"/>
        <a:ext cx="1645920" cy="862982"/>
      </dsp:txXfrm>
    </dsp:sp>
    <dsp:sp modelId="{B8A7C3B3-7EB2-4C5E-8DCE-74A0E7BFB7BE}">
      <dsp:nvSpPr>
        <dsp:cNvPr id="0" name=""/>
        <dsp:cNvSpPr/>
      </dsp:nvSpPr>
      <dsp:spPr>
        <a:xfrm>
          <a:off x="1645920" y="3661013"/>
          <a:ext cx="6583680" cy="862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19198" rIns="127742" bIns="21919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Test dashboard interactivity</a:t>
          </a:r>
        </a:p>
      </dsp:txBody>
      <dsp:txXfrm>
        <a:off x="1645920" y="3661013"/>
        <a:ext cx="6583680" cy="862982"/>
      </dsp:txXfrm>
    </dsp:sp>
    <dsp:sp modelId="{25E47359-FC9C-4859-8D9B-D06AA008594D}">
      <dsp:nvSpPr>
        <dsp:cNvPr id="0" name=""/>
        <dsp:cNvSpPr/>
      </dsp:nvSpPr>
      <dsp:spPr>
        <a:xfrm>
          <a:off x="0" y="3661013"/>
          <a:ext cx="1645920" cy="8629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85244" rIns="87097" bIns="8524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Test</a:t>
          </a:r>
        </a:p>
      </dsp:txBody>
      <dsp:txXfrm>
        <a:off x="0" y="3661013"/>
        <a:ext cx="1645920" cy="86298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71C86-168A-4D37-8BE6-223E9263980E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5D810-5B28-4CA0-9005-2592F25C9367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Recap of key concepts</a:t>
          </a:r>
        </a:p>
      </dsp:txBody>
      <dsp:txXfrm>
        <a:off x="42299" y="2443760"/>
        <a:ext cx="1800000" cy="720000"/>
      </dsp:txXfrm>
    </dsp:sp>
    <dsp:sp modelId="{0FD5CBD5-FF3D-41FA-A3CB-C0C7E0EC5975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99B8E-C6AE-46C4-BC4E-0703BC6A6CDE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Share dashboards with classmates via Teams</a:t>
          </a:r>
        </a:p>
      </dsp:txBody>
      <dsp:txXfrm>
        <a:off x="2157300" y="2443760"/>
        <a:ext cx="1800000" cy="720000"/>
      </dsp:txXfrm>
    </dsp:sp>
    <dsp:sp modelId="{F4620E79-5F42-436B-9327-1DAF58439BEE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20CC0-FEC5-4A2E-9513-71AF88F578A6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Practice with your own datasets for next session</a:t>
          </a:r>
        </a:p>
      </dsp:txBody>
      <dsp:txXfrm>
        <a:off x="4272300" y="2443760"/>
        <a:ext cx="1800000" cy="720000"/>
      </dsp:txXfrm>
    </dsp:sp>
    <dsp:sp modelId="{51DBC628-0508-4E37-9ACF-895E0D200D59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F5C57C-B201-47CF-AE31-4A96453DB5B2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Thank you!</a:t>
          </a:r>
        </a:p>
      </dsp:txBody>
      <dsp:txXfrm>
        <a:off x="6387300" y="244376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ECB53-B216-4D79-8641-B58DBEBFB00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1343E-6F8B-443B-AFFA-E3BC79D3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03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Help link: https://www.youtube.com/watch?v=VaOhNqNtGGE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1343E-6F8B-443B-AFFA-E3BC79D35F6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89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1343E-6F8B-443B-AFFA-E3BC79D35F6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27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1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browse/?products=power-b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ing.oreilly.com/library/view/analytics-engineering-with/9798341645868/" TargetMode="External"/><Relationship Id="rId5" Type="http://schemas.openxmlformats.org/officeDocument/2006/relationships/hyperlink" Target="https://learning.oreilly.com/library/view/the-definitive-guide/9780138244767/" TargetMode="External"/><Relationship Id="rId4" Type="http://schemas.openxmlformats.org/officeDocument/2006/relationships/hyperlink" Target="https://learning.oreilly.com/course/microsoft-power-bi/9781837634682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.oreilly.com/library/view/analytics-engineering-with/9798341645868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and spraying sanitizer">
            <a:extLst>
              <a:ext uri="{FF2B5EF4-FFF2-40B4-BE49-F238E27FC236}">
                <a16:creationId xmlns:a16="http://schemas.microsoft.com/office/drawing/2014/main" id="{F6EE58FF-B8A5-6BFA-662B-5BEDAEBBA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378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39219" y="271092"/>
            <a:ext cx="4065561" cy="9144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14594" y="623125"/>
            <a:ext cx="3067943" cy="180645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7794" y="4172881"/>
            <a:ext cx="5366057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407" y="1936866"/>
            <a:ext cx="4438594" cy="283927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Data Cleaning &amp; Visualization Using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4873600"/>
            <a:ext cx="3636783" cy="1183602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Yoobee Colleges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05052" y="-7619"/>
            <a:ext cx="746740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A046E4E-C086-3BF0-C6A4-A78B230AD0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65526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Agenda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972B2E7-095D-AC05-5DC0-3D1BCB599B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62800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Power BI?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4F6642A-9F3B-1AEE-1011-787EC4D58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Components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99AC8C1-B6B8-47CF-E6D2-E42BB59004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Getting Started with Power BI Desktop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735AF92-8EE5-5A99-8441-1F4D46D38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472819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with Power Query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6075206-843D-0C86-AD82-438DACBB5F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41571" cy="1143000"/>
          </a:xfrm>
        </p:spPr>
        <p:txBody>
          <a:bodyPr/>
          <a:lstStyle/>
          <a:p>
            <a:pPr algn="l"/>
            <a:r>
              <a:rPr dirty="0"/>
              <a:t>Activity 1 – Data Cleaning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EFB694B-4FB0-1513-F22F-8BF16043B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553503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Whittaker's Chocolate - NZ's Most Trusted Brand for Thirteen ...">
            <a:extLst>
              <a:ext uri="{FF2B5EF4-FFF2-40B4-BE49-F238E27FC236}">
                <a16:creationId xmlns:a16="http://schemas.microsoft.com/office/drawing/2014/main" id="{E1950158-BFE5-4B09-48A6-3DD437700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74638"/>
            <a:ext cx="2362200" cy="129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Creating Visualizations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19F62E7-81DA-A56E-A4AF-C81EF993B4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DAX Calculations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3D83D88-92B0-05DE-77A3-02969B4646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Interactive Dashboards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CB8F8C9-8878-BEBA-30B6-C1B2A3AFD5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Activity 2 – Dashboard Design Challenge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E775D05-C9C5-0861-FF90-17E7BD2CEE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Best Practices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6FB7267-80A1-43DB-C1CB-C05799A5B7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42D8A-AE35-6A7A-8514-17EBC9B3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Best Practices –Activity 1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C79830-DF53-DD2A-04D2-17F063973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451260"/>
            <a:ext cx="8178799" cy="284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30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45071-A47D-86FA-D1FD-72F53852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1E50E0-F282-F548-C077-D84741F1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Best Practices –Activity 2 – Sample 1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8E783BA-E723-5D6C-7443-E2C853E5D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715168"/>
            <a:ext cx="8178799" cy="431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46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29F0D-5A91-4935-60CB-259F8FAE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82CF6-9B24-7157-2EFE-CF5C89EE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Best Practices –Activity 2 – Sample 2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9BD802-063C-E5D6-1DF8-6A09685E4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439" y="1675227"/>
            <a:ext cx="770912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83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for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hlinkClick r:id="rId3"/>
              </a:rPr>
              <a:t>Microsoft Learn – Power BI</a:t>
            </a:r>
            <a:endParaRPr dirty="0"/>
          </a:p>
          <a:p>
            <a:r>
              <a:rPr dirty="0"/>
              <a:t>Practice </a:t>
            </a:r>
            <a:r>
              <a:rPr lang="en-US" dirty="0"/>
              <a:t>sample </a:t>
            </a:r>
            <a:r>
              <a:rPr dirty="0"/>
              <a:t>datasets from Kaggle</a:t>
            </a:r>
          </a:p>
          <a:p>
            <a:r>
              <a:rPr lang="en-US" dirty="0"/>
              <a:t>Tutorial &amp; eBook Oreilly: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hlinkClick r:id="rId4"/>
              </a:rPr>
              <a:t>https://learning.oreilly.com/course/microsoft-power-bi/9781837634682/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hlinkClick r:id="rId5"/>
              </a:rPr>
              <a:t>https://learning.oreilly.com/library/view/the-definitive-guide/9780138244767/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hlinkClick r:id="rId6"/>
              </a:rPr>
              <a:t>https://learning.oreilly.com/library/view/analytics-engineering-with/9798341645868/</a:t>
            </a:r>
            <a:endParaRPr lang="en-US" dirty="0"/>
          </a:p>
          <a:p>
            <a:pPr lvl="1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4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hlinkClick r:id="rId3"/>
            <a:extLst>
              <a:ext uri="{FF2B5EF4-FFF2-40B4-BE49-F238E27FC236}">
                <a16:creationId xmlns:a16="http://schemas.microsoft.com/office/drawing/2014/main" id="{98030833-0332-6F3F-D2BC-F8FCF902D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49569" y="643467"/>
            <a:ext cx="804486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40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and Wrap-Up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30AB60E-6089-C5D9-0348-6729E36F90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93693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553</Words>
  <Application>Microsoft Office PowerPoint</Application>
  <PresentationFormat>On-screen Show (4:3)</PresentationFormat>
  <Paragraphs>112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Wingdings</vt:lpstr>
      <vt:lpstr>Office Theme</vt:lpstr>
      <vt:lpstr>Data Cleaning &amp; Visualization Using Power BI</vt:lpstr>
      <vt:lpstr>Learning Outcomes</vt:lpstr>
      <vt:lpstr>Session Agenda</vt:lpstr>
      <vt:lpstr>What is Power BI?</vt:lpstr>
      <vt:lpstr>Power BI Components</vt:lpstr>
      <vt:lpstr>Getting Started with Power BI Desktop</vt:lpstr>
      <vt:lpstr>Data Cleaning with Power Query</vt:lpstr>
      <vt:lpstr>Activity 1 – Data Cleaning</vt:lpstr>
      <vt:lpstr>Creating Visualizations</vt:lpstr>
      <vt:lpstr>Basic DAX Calculations</vt:lpstr>
      <vt:lpstr>Building Interactive Dashboards</vt:lpstr>
      <vt:lpstr>Activity 2 – Dashboard Design Challenge</vt:lpstr>
      <vt:lpstr>Best Practices</vt:lpstr>
      <vt:lpstr>Best Practices –Activity 1</vt:lpstr>
      <vt:lpstr>Best Practices –Activity 2 – Sample 1</vt:lpstr>
      <vt:lpstr>Best Practices –Activity 2 – Sample 2</vt:lpstr>
      <vt:lpstr>Resources for Learning</vt:lpstr>
      <vt:lpstr>PowerPoint Presentation</vt:lpstr>
      <vt:lpstr>Q&amp;A and Wrap-Up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Norouzifard</cp:lastModifiedBy>
  <cp:revision>9</cp:revision>
  <dcterms:created xsi:type="dcterms:W3CDTF">2013-01-27T09:14:16Z</dcterms:created>
  <dcterms:modified xsi:type="dcterms:W3CDTF">2026-05-09T13:08:00Z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2026-05-09T12:35:42Z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4dff1524-010d-4723-9762-e08e847959fe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