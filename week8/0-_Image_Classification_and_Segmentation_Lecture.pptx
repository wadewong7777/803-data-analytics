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5" r:id="rId4"/>
    <p:sldId id="267" r:id="rId5"/>
    <p:sldId id="268" r:id="rId6"/>
    <p:sldId id="258" r:id="rId7"/>
    <p:sldId id="266" r:id="rId8"/>
    <p:sldId id="264" r:id="rId9"/>
    <p:sldId id="259" r:id="rId10"/>
    <p:sldId id="269" r:id="rId11"/>
    <p:sldId id="270" r:id="rId12"/>
    <p:sldId id="260" r:id="rId13"/>
    <p:sldId id="261" r:id="rId14"/>
    <p:sldId id="271" r:id="rId15"/>
    <p:sldId id="263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62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60121F-BE6D-443E-B12D-2732CF220A58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EF86CF4-DFF7-4C57-B10D-C51EAB54DFB9}">
      <dgm:prSet/>
      <dgm:spPr/>
      <dgm:t>
        <a:bodyPr/>
        <a:lstStyle/>
        <a:p>
          <a:r>
            <a:rPr lang="en-US"/>
            <a:t>• Contains 60,000 32x32 RGB images</a:t>
          </a:r>
        </a:p>
      </dgm:t>
    </dgm:pt>
    <dgm:pt modelId="{C04BBFBC-C672-4B5F-A955-5C0A5AFEC23C}" type="parTrans" cxnId="{ADA08570-C7B3-4CE2-A379-F49454A39E69}">
      <dgm:prSet/>
      <dgm:spPr/>
      <dgm:t>
        <a:bodyPr/>
        <a:lstStyle/>
        <a:p>
          <a:endParaRPr lang="en-US"/>
        </a:p>
      </dgm:t>
    </dgm:pt>
    <dgm:pt modelId="{67844FC5-9294-43BC-A56A-CD515EFDB172}" type="sibTrans" cxnId="{ADA08570-C7B3-4CE2-A379-F49454A39E69}">
      <dgm:prSet/>
      <dgm:spPr/>
      <dgm:t>
        <a:bodyPr/>
        <a:lstStyle/>
        <a:p>
          <a:endParaRPr lang="en-US"/>
        </a:p>
      </dgm:t>
    </dgm:pt>
    <dgm:pt modelId="{9EC8158F-029A-40AF-BFEA-93904488EA10}">
      <dgm:prSet/>
      <dgm:spPr/>
      <dgm:t>
        <a:bodyPr/>
        <a:lstStyle/>
        <a:p>
          <a:r>
            <a:rPr lang="en-US"/>
            <a:t>• 10 classes: airplanes, cars, birds, cats, deer, dogs, frogs, horses, ships, trucks</a:t>
          </a:r>
        </a:p>
      </dgm:t>
    </dgm:pt>
    <dgm:pt modelId="{3937255E-4CF8-4306-B60E-02AD7523BEB7}" type="parTrans" cxnId="{1D4EF936-C61E-4E5E-909F-E89609A13062}">
      <dgm:prSet/>
      <dgm:spPr/>
      <dgm:t>
        <a:bodyPr/>
        <a:lstStyle/>
        <a:p>
          <a:endParaRPr lang="en-US"/>
        </a:p>
      </dgm:t>
    </dgm:pt>
    <dgm:pt modelId="{3E85999A-3B87-47E1-8A8F-967554AC1FDE}" type="sibTrans" cxnId="{1D4EF936-C61E-4E5E-909F-E89609A13062}">
      <dgm:prSet/>
      <dgm:spPr/>
      <dgm:t>
        <a:bodyPr/>
        <a:lstStyle/>
        <a:p>
          <a:endParaRPr lang="en-US"/>
        </a:p>
      </dgm:t>
    </dgm:pt>
    <dgm:pt modelId="{D477DC33-2527-470A-887A-2103E382CCF3}">
      <dgm:prSet/>
      <dgm:spPr/>
      <dgm:t>
        <a:bodyPr/>
        <a:lstStyle/>
        <a:p>
          <a:r>
            <a:rPr lang="en-US"/>
            <a:t>• Used for benchmarking classification algorithms</a:t>
          </a:r>
        </a:p>
      </dgm:t>
    </dgm:pt>
    <dgm:pt modelId="{285BAB46-A156-42C4-B19B-AE03CD1744DC}" type="parTrans" cxnId="{9C705D09-1B1A-4107-A067-A46DE3E8B88C}">
      <dgm:prSet/>
      <dgm:spPr/>
      <dgm:t>
        <a:bodyPr/>
        <a:lstStyle/>
        <a:p>
          <a:endParaRPr lang="en-US"/>
        </a:p>
      </dgm:t>
    </dgm:pt>
    <dgm:pt modelId="{CA3C7CA9-5F9B-47F7-AD4B-1EC9FA0576BC}" type="sibTrans" cxnId="{9C705D09-1B1A-4107-A067-A46DE3E8B88C}">
      <dgm:prSet/>
      <dgm:spPr/>
      <dgm:t>
        <a:bodyPr/>
        <a:lstStyle/>
        <a:p>
          <a:endParaRPr lang="en-US"/>
        </a:p>
      </dgm:t>
    </dgm:pt>
    <dgm:pt modelId="{CBB11A45-226C-45B3-A223-5D5702C51843}" type="pres">
      <dgm:prSet presAssocID="{A660121F-BE6D-443E-B12D-2732CF220A5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725B4A2-45D3-445B-BA78-840C7F7CC6D2}" type="pres">
      <dgm:prSet presAssocID="{DEF86CF4-DFF7-4C57-B10D-C51EAB54DFB9}" presName="hierRoot1" presStyleCnt="0"/>
      <dgm:spPr/>
    </dgm:pt>
    <dgm:pt modelId="{8CCFDAAB-DE52-44B8-B8B1-B4195375C1EC}" type="pres">
      <dgm:prSet presAssocID="{DEF86CF4-DFF7-4C57-B10D-C51EAB54DFB9}" presName="composite" presStyleCnt="0"/>
      <dgm:spPr/>
    </dgm:pt>
    <dgm:pt modelId="{96EB847E-3A15-4C91-B3EA-07323ADE1EE9}" type="pres">
      <dgm:prSet presAssocID="{DEF86CF4-DFF7-4C57-B10D-C51EAB54DFB9}" presName="background" presStyleLbl="node0" presStyleIdx="0" presStyleCnt="3"/>
      <dgm:spPr/>
    </dgm:pt>
    <dgm:pt modelId="{F31B10D6-4C5B-48D0-B831-FFD56A973D4B}" type="pres">
      <dgm:prSet presAssocID="{DEF86CF4-DFF7-4C57-B10D-C51EAB54DFB9}" presName="text" presStyleLbl="fgAcc0" presStyleIdx="0" presStyleCnt="3">
        <dgm:presLayoutVars>
          <dgm:chPref val="3"/>
        </dgm:presLayoutVars>
      </dgm:prSet>
      <dgm:spPr/>
    </dgm:pt>
    <dgm:pt modelId="{DE15F47B-0A8A-4D06-8D3C-005092804F8E}" type="pres">
      <dgm:prSet presAssocID="{DEF86CF4-DFF7-4C57-B10D-C51EAB54DFB9}" presName="hierChild2" presStyleCnt="0"/>
      <dgm:spPr/>
    </dgm:pt>
    <dgm:pt modelId="{AD617A47-AEAA-4B37-BC23-30E822656787}" type="pres">
      <dgm:prSet presAssocID="{9EC8158F-029A-40AF-BFEA-93904488EA10}" presName="hierRoot1" presStyleCnt="0"/>
      <dgm:spPr/>
    </dgm:pt>
    <dgm:pt modelId="{2C3AF649-AAFE-4BC0-83B4-52CFBA890504}" type="pres">
      <dgm:prSet presAssocID="{9EC8158F-029A-40AF-BFEA-93904488EA10}" presName="composite" presStyleCnt="0"/>
      <dgm:spPr/>
    </dgm:pt>
    <dgm:pt modelId="{1BB4B7CA-024B-4101-B79D-48295796D68B}" type="pres">
      <dgm:prSet presAssocID="{9EC8158F-029A-40AF-BFEA-93904488EA10}" presName="background" presStyleLbl="node0" presStyleIdx="1" presStyleCnt="3"/>
      <dgm:spPr/>
    </dgm:pt>
    <dgm:pt modelId="{3157402D-2868-4949-8B2B-4035DB57275B}" type="pres">
      <dgm:prSet presAssocID="{9EC8158F-029A-40AF-BFEA-93904488EA10}" presName="text" presStyleLbl="fgAcc0" presStyleIdx="1" presStyleCnt="3">
        <dgm:presLayoutVars>
          <dgm:chPref val="3"/>
        </dgm:presLayoutVars>
      </dgm:prSet>
      <dgm:spPr/>
    </dgm:pt>
    <dgm:pt modelId="{E1695012-360D-454F-82F7-5AE576258FBB}" type="pres">
      <dgm:prSet presAssocID="{9EC8158F-029A-40AF-BFEA-93904488EA10}" presName="hierChild2" presStyleCnt="0"/>
      <dgm:spPr/>
    </dgm:pt>
    <dgm:pt modelId="{E4DEB593-5DA4-428D-BECA-654375CCB9BA}" type="pres">
      <dgm:prSet presAssocID="{D477DC33-2527-470A-887A-2103E382CCF3}" presName="hierRoot1" presStyleCnt="0"/>
      <dgm:spPr/>
    </dgm:pt>
    <dgm:pt modelId="{7BCE6743-6108-4543-A67E-C414A0029DD1}" type="pres">
      <dgm:prSet presAssocID="{D477DC33-2527-470A-887A-2103E382CCF3}" presName="composite" presStyleCnt="0"/>
      <dgm:spPr/>
    </dgm:pt>
    <dgm:pt modelId="{687A6375-D57F-449F-9FC1-7E20F8D206F7}" type="pres">
      <dgm:prSet presAssocID="{D477DC33-2527-470A-887A-2103E382CCF3}" presName="background" presStyleLbl="node0" presStyleIdx="2" presStyleCnt="3"/>
      <dgm:spPr/>
    </dgm:pt>
    <dgm:pt modelId="{1E899B93-028A-43A1-A363-3D55933F243F}" type="pres">
      <dgm:prSet presAssocID="{D477DC33-2527-470A-887A-2103E382CCF3}" presName="text" presStyleLbl="fgAcc0" presStyleIdx="2" presStyleCnt="3">
        <dgm:presLayoutVars>
          <dgm:chPref val="3"/>
        </dgm:presLayoutVars>
      </dgm:prSet>
      <dgm:spPr/>
    </dgm:pt>
    <dgm:pt modelId="{8F79FD52-3A6D-4C8B-8276-097DB3CB1D2B}" type="pres">
      <dgm:prSet presAssocID="{D477DC33-2527-470A-887A-2103E382CCF3}" presName="hierChild2" presStyleCnt="0"/>
      <dgm:spPr/>
    </dgm:pt>
  </dgm:ptLst>
  <dgm:cxnLst>
    <dgm:cxn modelId="{9C705D09-1B1A-4107-A067-A46DE3E8B88C}" srcId="{A660121F-BE6D-443E-B12D-2732CF220A58}" destId="{D477DC33-2527-470A-887A-2103E382CCF3}" srcOrd="2" destOrd="0" parTransId="{285BAB46-A156-42C4-B19B-AE03CD1744DC}" sibTransId="{CA3C7CA9-5F9B-47F7-AD4B-1EC9FA0576BC}"/>
    <dgm:cxn modelId="{B5A2950F-41B9-400A-AA3B-6148E948CC3E}" type="presOf" srcId="{DEF86CF4-DFF7-4C57-B10D-C51EAB54DFB9}" destId="{F31B10D6-4C5B-48D0-B831-FFD56A973D4B}" srcOrd="0" destOrd="0" presId="urn:microsoft.com/office/officeart/2005/8/layout/hierarchy1"/>
    <dgm:cxn modelId="{1D4EF936-C61E-4E5E-909F-E89609A13062}" srcId="{A660121F-BE6D-443E-B12D-2732CF220A58}" destId="{9EC8158F-029A-40AF-BFEA-93904488EA10}" srcOrd="1" destOrd="0" parTransId="{3937255E-4CF8-4306-B60E-02AD7523BEB7}" sibTransId="{3E85999A-3B87-47E1-8A8F-967554AC1FDE}"/>
    <dgm:cxn modelId="{1699375B-D6CD-40E4-87F6-F4D0B54EED33}" type="presOf" srcId="{A660121F-BE6D-443E-B12D-2732CF220A58}" destId="{CBB11A45-226C-45B3-A223-5D5702C51843}" srcOrd="0" destOrd="0" presId="urn:microsoft.com/office/officeart/2005/8/layout/hierarchy1"/>
    <dgm:cxn modelId="{E705BB62-BA51-4F5E-99E4-B029642D190D}" type="presOf" srcId="{D477DC33-2527-470A-887A-2103E382CCF3}" destId="{1E899B93-028A-43A1-A363-3D55933F243F}" srcOrd="0" destOrd="0" presId="urn:microsoft.com/office/officeart/2005/8/layout/hierarchy1"/>
    <dgm:cxn modelId="{ADA08570-C7B3-4CE2-A379-F49454A39E69}" srcId="{A660121F-BE6D-443E-B12D-2732CF220A58}" destId="{DEF86CF4-DFF7-4C57-B10D-C51EAB54DFB9}" srcOrd="0" destOrd="0" parTransId="{C04BBFBC-C672-4B5F-A955-5C0A5AFEC23C}" sibTransId="{67844FC5-9294-43BC-A56A-CD515EFDB172}"/>
    <dgm:cxn modelId="{07B1D5BB-E22F-430D-B3CB-F333EBB511AD}" type="presOf" srcId="{9EC8158F-029A-40AF-BFEA-93904488EA10}" destId="{3157402D-2868-4949-8B2B-4035DB57275B}" srcOrd="0" destOrd="0" presId="urn:microsoft.com/office/officeart/2005/8/layout/hierarchy1"/>
    <dgm:cxn modelId="{05FFEC8C-95AB-41AF-AD96-4A3BA1BE5EB6}" type="presParOf" srcId="{CBB11A45-226C-45B3-A223-5D5702C51843}" destId="{6725B4A2-45D3-445B-BA78-840C7F7CC6D2}" srcOrd="0" destOrd="0" presId="urn:microsoft.com/office/officeart/2005/8/layout/hierarchy1"/>
    <dgm:cxn modelId="{5497C4AD-6110-4A71-9BBD-E1C00D9919A5}" type="presParOf" srcId="{6725B4A2-45D3-445B-BA78-840C7F7CC6D2}" destId="{8CCFDAAB-DE52-44B8-B8B1-B4195375C1EC}" srcOrd="0" destOrd="0" presId="urn:microsoft.com/office/officeart/2005/8/layout/hierarchy1"/>
    <dgm:cxn modelId="{151B90AE-0B2C-4D02-8E27-F29F04D4E6DB}" type="presParOf" srcId="{8CCFDAAB-DE52-44B8-B8B1-B4195375C1EC}" destId="{96EB847E-3A15-4C91-B3EA-07323ADE1EE9}" srcOrd="0" destOrd="0" presId="urn:microsoft.com/office/officeart/2005/8/layout/hierarchy1"/>
    <dgm:cxn modelId="{EDD90A87-E22E-49F1-B83A-B3AA55AD2BC7}" type="presParOf" srcId="{8CCFDAAB-DE52-44B8-B8B1-B4195375C1EC}" destId="{F31B10D6-4C5B-48D0-B831-FFD56A973D4B}" srcOrd="1" destOrd="0" presId="urn:microsoft.com/office/officeart/2005/8/layout/hierarchy1"/>
    <dgm:cxn modelId="{C2C7E3A3-51B4-4E06-B629-856379F68F29}" type="presParOf" srcId="{6725B4A2-45D3-445B-BA78-840C7F7CC6D2}" destId="{DE15F47B-0A8A-4D06-8D3C-005092804F8E}" srcOrd="1" destOrd="0" presId="urn:microsoft.com/office/officeart/2005/8/layout/hierarchy1"/>
    <dgm:cxn modelId="{B4CB0781-435F-4009-84B4-4FE952A36E4F}" type="presParOf" srcId="{CBB11A45-226C-45B3-A223-5D5702C51843}" destId="{AD617A47-AEAA-4B37-BC23-30E822656787}" srcOrd="1" destOrd="0" presId="urn:microsoft.com/office/officeart/2005/8/layout/hierarchy1"/>
    <dgm:cxn modelId="{85C2DA7A-5EDA-4AC0-B12C-326EA8AF5973}" type="presParOf" srcId="{AD617A47-AEAA-4B37-BC23-30E822656787}" destId="{2C3AF649-AAFE-4BC0-83B4-52CFBA890504}" srcOrd="0" destOrd="0" presId="urn:microsoft.com/office/officeart/2005/8/layout/hierarchy1"/>
    <dgm:cxn modelId="{D1BDBAB1-4561-4C5C-AFB3-F8C105646DCF}" type="presParOf" srcId="{2C3AF649-AAFE-4BC0-83B4-52CFBA890504}" destId="{1BB4B7CA-024B-4101-B79D-48295796D68B}" srcOrd="0" destOrd="0" presId="urn:microsoft.com/office/officeart/2005/8/layout/hierarchy1"/>
    <dgm:cxn modelId="{061BCF6C-5628-40FB-9A9A-B0DAED0AA110}" type="presParOf" srcId="{2C3AF649-AAFE-4BC0-83B4-52CFBA890504}" destId="{3157402D-2868-4949-8B2B-4035DB57275B}" srcOrd="1" destOrd="0" presId="urn:microsoft.com/office/officeart/2005/8/layout/hierarchy1"/>
    <dgm:cxn modelId="{559D7548-F4FA-4413-9442-4B653B404FBF}" type="presParOf" srcId="{AD617A47-AEAA-4B37-BC23-30E822656787}" destId="{E1695012-360D-454F-82F7-5AE576258FBB}" srcOrd="1" destOrd="0" presId="urn:microsoft.com/office/officeart/2005/8/layout/hierarchy1"/>
    <dgm:cxn modelId="{98B5D24A-B378-4570-A2CF-E139C86ABBCD}" type="presParOf" srcId="{CBB11A45-226C-45B3-A223-5D5702C51843}" destId="{E4DEB593-5DA4-428D-BECA-654375CCB9BA}" srcOrd="2" destOrd="0" presId="urn:microsoft.com/office/officeart/2005/8/layout/hierarchy1"/>
    <dgm:cxn modelId="{64C43CCB-5B9B-44ED-B19C-6C7325CBE22B}" type="presParOf" srcId="{E4DEB593-5DA4-428D-BECA-654375CCB9BA}" destId="{7BCE6743-6108-4543-A67E-C414A0029DD1}" srcOrd="0" destOrd="0" presId="urn:microsoft.com/office/officeart/2005/8/layout/hierarchy1"/>
    <dgm:cxn modelId="{88660636-1361-4827-8133-CF1AAE12D754}" type="presParOf" srcId="{7BCE6743-6108-4543-A67E-C414A0029DD1}" destId="{687A6375-D57F-449F-9FC1-7E20F8D206F7}" srcOrd="0" destOrd="0" presId="urn:microsoft.com/office/officeart/2005/8/layout/hierarchy1"/>
    <dgm:cxn modelId="{C3A36A98-BBCC-460E-8E0D-DE105779A862}" type="presParOf" srcId="{7BCE6743-6108-4543-A67E-C414A0029DD1}" destId="{1E899B93-028A-43A1-A363-3D55933F243F}" srcOrd="1" destOrd="0" presId="urn:microsoft.com/office/officeart/2005/8/layout/hierarchy1"/>
    <dgm:cxn modelId="{283F2B7F-FF5F-43D9-9BD4-CC6340FFFE4B}" type="presParOf" srcId="{E4DEB593-5DA4-428D-BECA-654375CCB9BA}" destId="{8F79FD52-3A6D-4C8B-8276-097DB3CB1D2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3DC02CA-9DCF-4EA0-BE66-B91E6AB475F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F9C5256-C8C1-4F3B-9C15-371C0CDF6848}">
      <dgm:prSet/>
      <dgm:spPr/>
      <dgm:t>
        <a:bodyPr/>
        <a:lstStyle/>
        <a:p>
          <a:pPr>
            <a:defRPr cap="all"/>
          </a:pPr>
          <a:r>
            <a:rPr lang="en-US" dirty="0"/>
            <a:t>• Semantic segmentation classifies each pixel of an image</a:t>
          </a:r>
        </a:p>
      </dgm:t>
    </dgm:pt>
    <dgm:pt modelId="{F1396E80-00DB-4AA8-A270-EC648DF7A4E3}" type="parTrans" cxnId="{4FB79DEE-F002-4869-B359-2F8401CFCCCE}">
      <dgm:prSet/>
      <dgm:spPr/>
      <dgm:t>
        <a:bodyPr/>
        <a:lstStyle/>
        <a:p>
          <a:endParaRPr lang="en-US"/>
        </a:p>
      </dgm:t>
    </dgm:pt>
    <dgm:pt modelId="{48F26D2E-58CA-44AF-B7B2-95781C3E96D8}" type="sibTrans" cxnId="{4FB79DEE-F002-4869-B359-2F8401CFCCCE}">
      <dgm:prSet/>
      <dgm:spPr/>
      <dgm:t>
        <a:bodyPr/>
        <a:lstStyle/>
        <a:p>
          <a:endParaRPr lang="en-US"/>
        </a:p>
      </dgm:t>
    </dgm:pt>
    <dgm:pt modelId="{E40F4441-6599-41F7-9491-188A2EF66CCD}">
      <dgm:prSet/>
      <dgm:spPr/>
      <dgm:t>
        <a:bodyPr/>
        <a:lstStyle/>
        <a:p>
          <a:pPr>
            <a:defRPr cap="all"/>
          </a:pPr>
          <a:r>
            <a:rPr lang="en-US" dirty="0"/>
            <a:t>• U-Net architecture is widely used:</a:t>
          </a:r>
        </a:p>
      </dgm:t>
    </dgm:pt>
    <dgm:pt modelId="{706D723D-79A7-4718-A899-971E97F8467F}" type="parTrans" cxnId="{35378699-4AB7-4029-A961-D234E1A7E5E9}">
      <dgm:prSet/>
      <dgm:spPr/>
      <dgm:t>
        <a:bodyPr/>
        <a:lstStyle/>
        <a:p>
          <a:endParaRPr lang="en-US"/>
        </a:p>
      </dgm:t>
    </dgm:pt>
    <dgm:pt modelId="{F9B5ACA2-91C0-4759-8E75-BF74F796FB79}" type="sibTrans" cxnId="{35378699-4AB7-4029-A961-D234E1A7E5E9}">
      <dgm:prSet/>
      <dgm:spPr/>
      <dgm:t>
        <a:bodyPr/>
        <a:lstStyle/>
        <a:p>
          <a:endParaRPr lang="en-US"/>
        </a:p>
      </dgm:t>
    </dgm:pt>
    <dgm:pt modelId="{24EAB4FB-62A4-4768-B911-299AC3959627}">
      <dgm:prSet/>
      <dgm:spPr/>
      <dgm:t>
        <a:bodyPr/>
        <a:lstStyle/>
        <a:p>
          <a:pPr>
            <a:defRPr cap="all"/>
          </a:pPr>
          <a:r>
            <a:rPr lang="en-US"/>
            <a:t>- Encoder-decoder structure</a:t>
          </a:r>
        </a:p>
      </dgm:t>
    </dgm:pt>
    <dgm:pt modelId="{3B5521D4-4F42-4329-8C96-F1E4646D64D7}" type="parTrans" cxnId="{5D7D1A03-51D8-423B-B4BA-BEF116194CAB}">
      <dgm:prSet/>
      <dgm:spPr/>
      <dgm:t>
        <a:bodyPr/>
        <a:lstStyle/>
        <a:p>
          <a:endParaRPr lang="en-US"/>
        </a:p>
      </dgm:t>
    </dgm:pt>
    <dgm:pt modelId="{0010C7F0-A8D0-47E9-A2AB-AFEC35C8D2FA}" type="sibTrans" cxnId="{5D7D1A03-51D8-423B-B4BA-BEF116194CAB}">
      <dgm:prSet/>
      <dgm:spPr/>
      <dgm:t>
        <a:bodyPr/>
        <a:lstStyle/>
        <a:p>
          <a:endParaRPr lang="en-US"/>
        </a:p>
      </dgm:t>
    </dgm:pt>
    <dgm:pt modelId="{7CFE38FB-F579-4907-87B9-B6B6F8309F68}">
      <dgm:prSet/>
      <dgm:spPr/>
      <dgm:t>
        <a:bodyPr/>
        <a:lstStyle/>
        <a:p>
          <a:pPr>
            <a:defRPr cap="all"/>
          </a:pPr>
          <a:r>
            <a:rPr lang="en-US"/>
            <a:t>- Skip connections for precise localization</a:t>
          </a:r>
        </a:p>
      </dgm:t>
    </dgm:pt>
    <dgm:pt modelId="{EF32A70B-480B-4826-B35D-BFFFF0E85835}" type="parTrans" cxnId="{47041155-6EB6-4233-8FFC-01DFEFB638C7}">
      <dgm:prSet/>
      <dgm:spPr/>
      <dgm:t>
        <a:bodyPr/>
        <a:lstStyle/>
        <a:p>
          <a:endParaRPr lang="en-US"/>
        </a:p>
      </dgm:t>
    </dgm:pt>
    <dgm:pt modelId="{753738D8-21FB-4E83-A737-E9B7E282154E}" type="sibTrans" cxnId="{47041155-6EB6-4233-8FFC-01DFEFB638C7}">
      <dgm:prSet/>
      <dgm:spPr/>
      <dgm:t>
        <a:bodyPr/>
        <a:lstStyle/>
        <a:p>
          <a:endParaRPr lang="en-US"/>
        </a:p>
      </dgm:t>
    </dgm:pt>
    <dgm:pt modelId="{0CF1C02F-FC51-4694-B4AB-33A1BAC7E78C}">
      <dgm:prSet/>
      <dgm:spPr/>
      <dgm:t>
        <a:bodyPr/>
        <a:lstStyle/>
        <a:p>
          <a:pPr>
            <a:defRPr cap="all"/>
          </a:pPr>
          <a:r>
            <a:rPr lang="en-US"/>
            <a:t>• Particularly useful in medical imaging</a:t>
          </a:r>
        </a:p>
      </dgm:t>
    </dgm:pt>
    <dgm:pt modelId="{C093CB0C-8B1C-4B5C-B95F-72024E04DD85}" type="parTrans" cxnId="{53602FDB-916B-4CF1-BF69-D4DEB964EB10}">
      <dgm:prSet/>
      <dgm:spPr/>
      <dgm:t>
        <a:bodyPr/>
        <a:lstStyle/>
        <a:p>
          <a:endParaRPr lang="en-US"/>
        </a:p>
      </dgm:t>
    </dgm:pt>
    <dgm:pt modelId="{2DF6F5CD-9F75-4EC8-BA8A-98C877816F92}" type="sibTrans" cxnId="{53602FDB-916B-4CF1-BF69-D4DEB964EB10}">
      <dgm:prSet/>
      <dgm:spPr/>
      <dgm:t>
        <a:bodyPr/>
        <a:lstStyle/>
        <a:p>
          <a:endParaRPr lang="en-US"/>
        </a:p>
      </dgm:t>
    </dgm:pt>
    <dgm:pt modelId="{4A314FC5-9668-4778-B246-CDFED99F317B}" type="pres">
      <dgm:prSet presAssocID="{53DC02CA-9DCF-4EA0-BE66-B91E6AB475F0}" presName="root" presStyleCnt="0">
        <dgm:presLayoutVars>
          <dgm:dir/>
          <dgm:resizeHandles val="exact"/>
        </dgm:presLayoutVars>
      </dgm:prSet>
      <dgm:spPr/>
    </dgm:pt>
    <dgm:pt modelId="{09BB3222-DD83-4A4F-9476-544A62AC74BE}" type="pres">
      <dgm:prSet presAssocID="{3F9C5256-C8C1-4F3B-9C15-371C0CDF6848}" presName="compNode" presStyleCnt="0"/>
      <dgm:spPr/>
    </dgm:pt>
    <dgm:pt modelId="{4500BCA4-A828-4FDE-93A4-36E15BEABCD0}" type="pres">
      <dgm:prSet presAssocID="{3F9C5256-C8C1-4F3B-9C15-371C0CDF6848}" presName="iconBgRect" presStyleLbl="bgShp" presStyleIdx="0" presStyleCnt="5"/>
      <dgm:spPr/>
    </dgm:pt>
    <dgm:pt modelId="{C9395E07-7EB8-47A8-AC29-4E443A9C4AB3}" type="pres">
      <dgm:prSet presAssocID="{3F9C5256-C8C1-4F3B-9C15-371C0CDF684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EA7D6DF-5A83-4438-8B71-254A0327997D}" type="pres">
      <dgm:prSet presAssocID="{3F9C5256-C8C1-4F3B-9C15-371C0CDF6848}" presName="spaceRect" presStyleCnt="0"/>
      <dgm:spPr/>
    </dgm:pt>
    <dgm:pt modelId="{EF4B2A9F-D6A1-45DC-8526-559241E8E235}" type="pres">
      <dgm:prSet presAssocID="{3F9C5256-C8C1-4F3B-9C15-371C0CDF6848}" presName="textRect" presStyleLbl="revTx" presStyleIdx="0" presStyleCnt="5">
        <dgm:presLayoutVars>
          <dgm:chMax val="1"/>
          <dgm:chPref val="1"/>
        </dgm:presLayoutVars>
      </dgm:prSet>
      <dgm:spPr/>
    </dgm:pt>
    <dgm:pt modelId="{8E6B261A-91C5-4761-9C53-481CFA601203}" type="pres">
      <dgm:prSet presAssocID="{48F26D2E-58CA-44AF-B7B2-95781C3E96D8}" presName="sibTrans" presStyleCnt="0"/>
      <dgm:spPr/>
    </dgm:pt>
    <dgm:pt modelId="{82F8E965-ED22-4653-9589-D5075623A221}" type="pres">
      <dgm:prSet presAssocID="{E40F4441-6599-41F7-9491-188A2EF66CCD}" presName="compNode" presStyleCnt="0"/>
      <dgm:spPr/>
    </dgm:pt>
    <dgm:pt modelId="{DA69112D-583C-4C7C-A0DF-BBEE4BB911F0}" type="pres">
      <dgm:prSet presAssocID="{E40F4441-6599-41F7-9491-188A2EF66CCD}" presName="iconBgRect" presStyleLbl="bgShp" presStyleIdx="1" presStyleCnt="5"/>
      <dgm:spPr/>
    </dgm:pt>
    <dgm:pt modelId="{515F16A8-9E21-48BC-BDA2-60E778264994}" type="pres">
      <dgm:prSet presAssocID="{E40F4441-6599-41F7-9491-188A2EF66CC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4E3C4E4E-9962-4255-ABA1-FC8DB13AFF73}" type="pres">
      <dgm:prSet presAssocID="{E40F4441-6599-41F7-9491-188A2EF66CCD}" presName="spaceRect" presStyleCnt="0"/>
      <dgm:spPr/>
    </dgm:pt>
    <dgm:pt modelId="{2C81D478-2038-4FA0-BEC2-DF7B6A4E739F}" type="pres">
      <dgm:prSet presAssocID="{E40F4441-6599-41F7-9491-188A2EF66CCD}" presName="textRect" presStyleLbl="revTx" presStyleIdx="1" presStyleCnt="5">
        <dgm:presLayoutVars>
          <dgm:chMax val="1"/>
          <dgm:chPref val="1"/>
        </dgm:presLayoutVars>
      </dgm:prSet>
      <dgm:spPr/>
    </dgm:pt>
    <dgm:pt modelId="{312F37B9-9017-4C1E-A742-A66433F7D2DE}" type="pres">
      <dgm:prSet presAssocID="{F9B5ACA2-91C0-4759-8E75-BF74F796FB79}" presName="sibTrans" presStyleCnt="0"/>
      <dgm:spPr/>
    </dgm:pt>
    <dgm:pt modelId="{0A296EC4-F02E-413E-A939-E741FCAA892E}" type="pres">
      <dgm:prSet presAssocID="{24EAB4FB-62A4-4768-B911-299AC3959627}" presName="compNode" presStyleCnt="0"/>
      <dgm:spPr/>
    </dgm:pt>
    <dgm:pt modelId="{9B78B1FE-A6D1-4D73-9857-92AA1C8B774D}" type="pres">
      <dgm:prSet presAssocID="{24EAB4FB-62A4-4768-B911-299AC3959627}" presName="iconBgRect" presStyleLbl="bgShp" presStyleIdx="2" presStyleCnt="5"/>
      <dgm:spPr/>
    </dgm:pt>
    <dgm:pt modelId="{9DEE677B-BB53-4A35-94DC-2E0F213A2DBC}" type="pres">
      <dgm:prSet presAssocID="{24EAB4FB-62A4-4768-B911-299AC395962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tellite dish"/>
        </a:ext>
      </dgm:extLst>
    </dgm:pt>
    <dgm:pt modelId="{E5D1C0D0-7F19-4285-A86D-12A35CAAF590}" type="pres">
      <dgm:prSet presAssocID="{24EAB4FB-62A4-4768-B911-299AC3959627}" presName="spaceRect" presStyleCnt="0"/>
      <dgm:spPr/>
    </dgm:pt>
    <dgm:pt modelId="{88425D33-6E67-4EBB-A5F8-4D2966BEED7B}" type="pres">
      <dgm:prSet presAssocID="{24EAB4FB-62A4-4768-B911-299AC3959627}" presName="textRect" presStyleLbl="revTx" presStyleIdx="2" presStyleCnt="5">
        <dgm:presLayoutVars>
          <dgm:chMax val="1"/>
          <dgm:chPref val="1"/>
        </dgm:presLayoutVars>
      </dgm:prSet>
      <dgm:spPr/>
    </dgm:pt>
    <dgm:pt modelId="{8B6D1EE4-4680-4D5C-BAFF-021F9B6C42A7}" type="pres">
      <dgm:prSet presAssocID="{0010C7F0-A8D0-47E9-A2AB-AFEC35C8D2FA}" presName="sibTrans" presStyleCnt="0"/>
      <dgm:spPr/>
    </dgm:pt>
    <dgm:pt modelId="{1809B7AE-45D0-4E87-83DB-4A86E6368DE0}" type="pres">
      <dgm:prSet presAssocID="{7CFE38FB-F579-4907-87B9-B6B6F8309F68}" presName="compNode" presStyleCnt="0"/>
      <dgm:spPr/>
    </dgm:pt>
    <dgm:pt modelId="{42234142-6F2A-4469-A5A7-BBD89595639D}" type="pres">
      <dgm:prSet presAssocID="{7CFE38FB-F579-4907-87B9-B6B6F8309F68}" presName="iconBgRect" presStyleLbl="bgShp" presStyleIdx="3" presStyleCnt="5"/>
      <dgm:spPr/>
    </dgm:pt>
    <dgm:pt modelId="{CD506A90-367B-460F-8843-F2B834F44C84}" type="pres">
      <dgm:prSet presAssocID="{7CFE38FB-F579-4907-87B9-B6B6F8309F6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459A8FFF-F966-4FAD-B1C1-6C86E915014D}" type="pres">
      <dgm:prSet presAssocID="{7CFE38FB-F579-4907-87B9-B6B6F8309F68}" presName="spaceRect" presStyleCnt="0"/>
      <dgm:spPr/>
    </dgm:pt>
    <dgm:pt modelId="{19C3CCA1-5905-4D67-8802-AE458B8BAD4D}" type="pres">
      <dgm:prSet presAssocID="{7CFE38FB-F579-4907-87B9-B6B6F8309F68}" presName="textRect" presStyleLbl="revTx" presStyleIdx="3" presStyleCnt="5">
        <dgm:presLayoutVars>
          <dgm:chMax val="1"/>
          <dgm:chPref val="1"/>
        </dgm:presLayoutVars>
      </dgm:prSet>
      <dgm:spPr/>
    </dgm:pt>
    <dgm:pt modelId="{94D125F3-6438-4A72-BA14-50F7A6703420}" type="pres">
      <dgm:prSet presAssocID="{753738D8-21FB-4E83-A737-E9B7E282154E}" presName="sibTrans" presStyleCnt="0"/>
      <dgm:spPr/>
    </dgm:pt>
    <dgm:pt modelId="{60EA317B-E195-4A7D-BDA2-9DFFCA44394D}" type="pres">
      <dgm:prSet presAssocID="{0CF1C02F-FC51-4694-B4AB-33A1BAC7E78C}" presName="compNode" presStyleCnt="0"/>
      <dgm:spPr/>
    </dgm:pt>
    <dgm:pt modelId="{D8CA7DF2-EBD0-4273-AC56-C9963B9A2A84}" type="pres">
      <dgm:prSet presAssocID="{0CF1C02F-FC51-4694-B4AB-33A1BAC7E78C}" presName="iconBgRect" presStyleLbl="bgShp" presStyleIdx="4" presStyleCnt="5"/>
      <dgm:spPr/>
    </dgm:pt>
    <dgm:pt modelId="{95DACDF5-717C-4EB9-A296-1F44D3D0F464}" type="pres">
      <dgm:prSet presAssocID="{0CF1C02F-FC51-4694-B4AB-33A1BAC7E78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72487835-6A91-4470-A92E-A0E9C2C035F1}" type="pres">
      <dgm:prSet presAssocID="{0CF1C02F-FC51-4694-B4AB-33A1BAC7E78C}" presName="spaceRect" presStyleCnt="0"/>
      <dgm:spPr/>
    </dgm:pt>
    <dgm:pt modelId="{8ED569F0-3D3F-4DAC-B924-2907BD3314ED}" type="pres">
      <dgm:prSet presAssocID="{0CF1C02F-FC51-4694-B4AB-33A1BAC7E78C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C9FE5201-397F-4B9A-87F2-D47B6D415ADD}" type="presOf" srcId="{7CFE38FB-F579-4907-87B9-B6B6F8309F68}" destId="{19C3CCA1-5905-4D67-8802-AE458B8BAD4D}" srcOrd="0" destOrd="0" presId="urn:microsoft.com/office/officeart/2018/5/layout/IconCircleLabelList"/>
    <dgm:cxn modelId="{5D7D1A03-51D8-423B-B4BA-BEF116194CAB}" srcId="{53DC02CA-9DCF-4EA0-BE66-B91E6AB475F0}" destId="{24EAB4FB-62A4-4768-B911-299AC3959627}" srcOrd="2" destOrd="0" parTransId="{3B5521D4-4F42-4329-8C96-F1E4646D64D7}" sibTransId="{0010C7F0-A8D0-47E9-A2AB-AFEC35C8D2FA}"/>
    <dgm:cxn modelId="{7B0C5667-AEFD-4D4A-B853-A519876068F1}" type="presOf" srcId="{24EAB4FB-62A4-4768-B911-299AC3959627}" destId="{88425D33-6E67-4EBB-A5F8-4D2966BEED7B}" srcOrd="0" destOrd="0" presId="urn:microsoft.com/office/officeart/2018/5/layout/IconCircleLabelList"/>
    <dgm:cxn modelId="{9E944F74-D7EE-4B1C-BF18-496C0C3A7F25}" type="presOf" srcId="{3F9C5256-C8C1-4F3B-9C15-371C0CDF6848}" destId="{EF4B2A9F-D6A1-45DC-8526-559241E8E235}" srcOrd="0" destOrd="0" presId="urn:microsoft.com/office/officeart/2018/5/layout/IconCircleLabelList"/>
    <dgm:cxn modelId="{47041155-6EB6-4233-8FFC-01DFEFB638C7}" srcId="{53DC02CA-9DCF-4EA0-BE66-B91E6AB475F0}" destId="{7CFE38FB-F579-4907-87B9-B6B6F8309F68}" srcOrd="3" destOrd="0" parTransId="{EF32A70B-480B-4826-B35D-BFFFF0E85835}" sibTransId="{753738D8-21FB-4E83-A737-E9B7E282154E}"/>
    <dgm:cxn modelId="{F15AC994-9A1B-4B2D-8EF5-2EA7B83282C8}" type="presOf" srcId="{53DC02CA-9DCF-4EA0-BE66-B91E6AB475F0}" destId="{4A314FC5-9668-4778-B246-CDFED99F317B}" srcOrd="0" destOrd="0" presId="urn:microsoft.com/office/officeart/2018/5/layout/IconCircleLabelList"/>
    <dgm:cxn modelId="{35378699-4AB7-4029-A961-D234E1A7E5E9}" srcId="{53DC02CA-9DCF-4EA0-BE66-B91E6AB475F0}" destId="{E40F4441-6599-41F7-9491-188A2EF66CCD}" srcOrd="1" destOrd="0" parTransId="{706D723D-79A7-4718-A899-971E97F8467F}" sibTransId="{F9B5ACA2-91C0-4759-8E75-BF74F796FB79}"/>
    <dgm:cxn modelId="{B4AD16C2-2909-4AF9-8FA5-C0B91B38B84A}" type="presOf" srcId="{0CF1C02F-FC51-4694-B4AB-33A1BAC7E78C}" destId="{8ED569F0-3D3F-4DAC-B924-2907BD3314ED}" srcOrd="0" destOrd="0" presId="urn:microsoft.com/office/officeart/2018/5/layout/IconCircleLabelList"/>
    <dgm:cxn modelId="{819BD1CD-0B43-4473-A011-F0E6B68629AC}" type="presOf" srcId="{E40F4441-6599-41F7-9491-188A2EF66CCD}" destId="{2C81D478-2038-4FA0-BEC2-DF7B6A4E739F}" srcOrd="0" destOrd="0" presId="urn:microsoft.com/office/officeart/2018/5/layout/IconCircleLabelList"/>
    <dgm:cxn modelId="{53602FDB-916B-4CF1-BF69-D4DEB964EB10}" srcId="{53DC02CA-9DCF-4EA0-BE66-B91E6AB475F0}" destId="{0CF1C02F-FC51-4694-B4AB-33A1BAC7E78C}" srcOrd="4" destOrd="0" parTransId="{C093CB0C-8B1C-4B5C-B95F-72024E04DD85}" sibTransId="{2DF6F5CD-9F75-4EC8-BA8A-98C877816F92}"/>
    <dgm:cxn modelId="{4FB79DEE-F002-4869-B359-2F8401CFCCCE}" srcId="{53DC02CA-9DCF-4EA0-BE66-B91E6AB475F0}" destId="{3F9C5256-C8C1-4F3B-9C15-371C0CDF6848}" srcOrd="0" destOrd="0" parTransId="{F1396E80-00DB-4AA8-A270-EC648DF7A4E3}" sibTransId="{48F26D2E-58CA-44AF-B7B2-95781C3E96D8}"/>
    <dgm:cxn modelId="{F99B81F1-D986-48DD-9198-E5F9548B2678}" type="presParOf" srcId="{4A314FC5-9668-4778-B246-CDFED99F317B}" destId="{09BB3222-DD83-4A4F-9476-544A62AC74BE}" srcOrd="0" destOrd="0" presId="urn:microsoft.com/office/officeart/2018/5/layout/IconCircleLabelList"/>
    <dgm:cxn modelId="{1A652845-8F3B-47D7-9DE5-3A8C71D8E42C}" type="presParOf" srcId="{09BB3222-DD83-4A4F-9476-544A62AC74BE}" destId="{4500BCA4-A828-4FDE-93A4-36E15BEABCD0}" srcOrd="0" destOrd="0" presId="urn:microsoft.com/office/officeart/2018/5/layout/IconCircleLabelList"/>
    <dgm:cxn modelId="{5D6E236A-8041-4833-96FE-A270B093E9D0}" type="presParOf" srcId="{09BB3222-DD83-4A4F-9476-544A62AC74BE}" destId="{C9395E07-7EB8-47A8-AC29-4E443A9C4AB3}" srcOrd="1" destOrd="0" presId="urn:microsoft.com/office/officeart/2018/5/layout/IconCircleLabelList"/>
    <dgm:cxn modelId="{89DD1972-753A-46AD-9755-5A5E94AF630F}" type="presParOf" srcId="{09BB3222-DD83-4A4F-9476-544A62AC74BE}" destId="{AEA7D6DF-5A83-4438-8B71-254A0327997D}" srcOrd="2" destOrd="0" presId="urn:microsoft.com/office/officeart/2018/5/layout/IconCircleLabelList"/>
    <dgm:cxn modelId="{E1A1908D-C52F-42A3-A113-7A2D89E9B350}" type="presParOf" srcId="{09BB3222-DD83-4A4F-9476-544A62AC74BE}" destId="{EF4B2A9F-D6A1-45DC-8526-559241E8E235}" srcOrd="3" destOrd="0" presId="urn:microsoft.com/office/officeart/2018/5/layout/IconCircleLabelList"/>
    <dgm:cxn modelId="{C78CD6B6-33E5-4E4F-A4EF-753D263133D3}" type="presParOf" srcId="{4A314FC5-9668-4778-B246-CDFED99F317B}" destId="{8E6B261A-91C5-4761-9C53-481CFA601203}" srcOrd="1" destOrd="0" presId="urn:microsoft.com/office/officeart/2018/5/layout/IconCircleLabelList"/>
    <dgm:cxn modelId="{DE04A4CF-2FC6-43E7-8CA2-28C92E552F98}" type="presParOf" srcId="{4A314FC5-9668-4778-B246-CDFED99F317B}" destId="{82F8E965-ED22-4653-9589-D5075623A221}" srcOrd="2" destOrd="0" presId="urn:microsoft.com/office/officeart/2018/5/layout/IconCircleLabelList"/>
    <dgm:cxn modelId="{64B5E417-1B02-4D46-9178-D1319A8AED90}" type="presParOf" srcId="{82F8E965-ED22-4653-9589-D5075623A221}" destId="{DA69112D-583C-4C7C-A0DF-BBEE4BB911F0}" srcOrd="0" destOrd="0" presId="urn:microsoft.com/office/officeart/2018/5/layout/IconCircleLabelList"/>
    <dgm:cxn modelId="{6C511A3C-3A75-4FC2-9746-BE033B9356BB}" type="presParOf" srcId="{82F8E965-ED22-4653-9589-D5075623A221}" destId="{515F16A8-9E21-48BC-BDA2-60E778264994}" srcOrd="1" destOrd="0" presId="urn:microsoft.com/office/officeart/2018/5/layout/IconCircleLabelList"/>
    <dgm:cxn modelId="{B0225D2E-44DD-482C-9044-5E1CC61AF89F}" type="presParOf" srcId="{82F8E965-ED22-4653-9589-D5075623A221}" destId="{4E3C4E4E-9962-4255-ABA1-FC8DB13AFF73}" srcOrd="2" destOrd="0" presId="urn:microsoft.com/office/officeart/2018/5/layout/IconCircleLabelList"/>
    <dgm:cxn modelId="{BBD38255-8E31-42B8-BACF-6E2134416A18}" type="presParOf" srcId="{82F8E965-ED22-4653-9589-D5075623A221}" destId="{2C81D478-2038-4FA0-BEC2-DF7B6A4E739F}" srcOrd="3" destOrd="0" presId="urn:microsoft.com/office/officeart/2018/5/layout/IconCircleLabelList"/>
    <dgm:cxn modelId="{38E3CD0F-B057-4484-8A92-A62581AE7AE6}" type="presParOf" srcId="{4A314FC5-9668-4778-B246-CDFED99F317B}" destId="{312F37B9-9017-4C1E-A742-A66433F7D2DE}" srcOrd="3" destOrd="0" presId="urn:microsoft.com/office/officeart/2018/5/layout/IconCircleLabelList"/>
    <dgm:cxn modelId="{9407BA5C-5CB2-47E4-A83E-AA6009CD2A11}" type="presParOf" srcId="{4A314FC5-9668-4778-B246-CDFED99F317B}" destId="{0A296EC4-F02E-413E-A939-E741FCAA892E}" srcOrd="4" destOrd="0" presId="urn:microsoft.com/office/officeart/2018/5/layout/IconCircleLabelList"/>
    <dgm:cxn modelId="{DFEF089F-E6F7-43EF-B361-CD30F1A8924E}" type="presParOf" srcId="{0A296EC4-F02E-413E-A939-E741FCAA892E}" destId="{9B78B1FE-A6D1-4D73-9857-92AA1C8B774D}" srcOrd="0" destOrd="0" presId="urn:microsoft.com/office/officeart/2018/5/layout/IconCircleLabelList"/>
    <dgm:cxn modelId="{4094CAF0-E98D-4567-B0F1-48FC8AC7412D}" type="presParOf" srcId="{0A296EC4-F02E-413E-A939-E741FCAA892E}" destId="{9DEE677B-BB53-4A35-94DC-2E0F213A2DBC}" srcOrd="1" destOrd="0" presId="urn:microsoft.com/office/officeart/2018/5/layout/IconCircleLabelList"/>
    <dgm:cxn modelId="{004018B3-0753-4D28-9B87-4B291850417B}" type="presParOf" srcId="{0A296EC4-F02E-413E-A939-E741FCAA892E}" destId="{E5D1C0D0-7F19-4285-A86D-12A35CAAF590}" srcOrd="2" destOrd="0" presId="urn:microsoft.com/office/officeart/2018/5/layout/IconCircleLabelList"/>
    <dgm:cxn modelId="{E44559A9-C24B-4CD3-9F0F-AA4F00BB2F8C}" type="presParOf" srcId="{0A296EC4-F02E-413E-A939-E741FCAA892E}" destId="{88425D33-6E67-4EBB-A5F8-4D2966BEED7B}" srcOrd="3" destOrd="0" presId="urn:microsoft.com/office/officeart/2018/5/layout/IconCircleLabelList"/>
    <dgm:cxn modelId="{7C4B8DF8-8B3F-4D01-B590-67032DCCB434}" type="presParOf" srcId="{4A314FC5-9668-4778-B246-CDFED99F317B}" destId="{8B6D1EE4-4680-4D5C-BAFF-021F9B6C42A7}" srcOrd="5" destOrd="0" presId="urn:microsoft.com/office/officeart/2018/5/layout/IconCircleLabelList"/>
    <dgm:cxn modelId="{5C3FE7D2-E474-4F03-80A0-77FFBC8E56A9}" type="presParOf" srcId="{4A314FC5-9668-4778-B246-CDFED99F317B}" destId="{1809B7AE-45D0-4E87-83DB-4A86E6368DE0}" srcOrd="6" destOrd="0" presId="urn:microsoft.com/office/officeart/2018/5/layout/IconCircleLabelList"/>
    <dgm:cxn modelId="{AA17EFEC-1315-4179-9DF4-B10DD62B9CDF}" type="presParOf" srcId="{1809B7AE-45D0-4E87-83DB-4A86E6368DE0}" destId="{42234142-6F2A-4469-A5A7-BBD89595639D}" srcOrd="0" destOrd="0" presId="urn:microsoft.com/office/officeart/2018/5/layout/IconCircleLabelList"/>
    <dgm:cxn modelId="{C7BFC6A3-8534-420E-9822-699802D352A7}" type="presParOf" srcId="{1809B7AE-45D0-4E87-83DB-4A86E6368DE0}" destId="{CD506A90-367B-460F-8843-F2B834F44C84}" srcOrd="1" destOrd="0" presId="urn:microsoft.com/office/officeart/2018/5/layout/IconCircleLabelList"/>
    <dgm:cxn modelId="{BDC684BD-70F1-4DC8-84DF-396A716D69C4}" type="presParOf" srcId="{1809B7AE-45D0-4E87-83DB-4A86E6368DE0}" destId="{459A8FFF-F966-4FAD-B1C1-6C86E915014D}" srcOrd="2" destOrd="0" presId="urn:microsoft.com/office/officeart/2018/5/layout/IconCircleLabelList"/>
    <dgm:cxn modelId="{F1F969B4-154B-4876-9CF6-41EF3020F488}" type="presParOf" srcId="{1809B7AE-45D0-4E87-83DB-4A86E6368DE0}" destId="{19C3CCA1-5905-4D67-8802-AE458B8BAD4D}" srcOrd="3" destOrd="0" presId="urn:microsoft.com/office/officeart/2018/5/layout/IconCircleLabelList"/>
    <dgm:cxn modelId="{A54044EB-147D-444C-90EE-A556CBEE2DF1}" type="presParOf" srcId="{4A314FC5-9668-4778-B246-CDFED99F317B}" destId="{94D125F3-6438-4A72-BA14-50F7A6703420}" srcOrd="7" destOrd="0" presId="urn:microsoft.com/office/officeart/2018/5/layout/IconCircleLabelList"/>
    <dgm:cxn modelId="{6FD8E250-2CC0-4FA3-A5E4-3946BCC701C9}" type="presParOf" srcId="{4A314FC5-9668-4778-B246-CDFED99F317B}" destId="{60EA317B-E195-4A7D-BDA2-9DFFCA44394D}" srcOrd="8" destOrd="0" presId="urn:microsoft.com/office/officeart/2018/5/layout/IconCircleLabelList"/>
    <dgm:cxn modelId="{0783AC61-5548-4B5B-9835-D055FCC1B816}" type="presParOf" srcId="{60EA317B-E195-4A7D-BDA2-9DFFCA44394D}" destId="{D8CA7DF2-EBD0-4273-AC56-C9963B9A2A84}" srcOrd="0" destOrd="0" presId="urn:microsoft.com/office/officeart/2018/5/layout/IconCircleLabelList"/>
    <dgm:cxn modelId="{71927D9C-0706-4919-99FD-E9B8FD8FDC62}" type="presParOf" srcId="{60EA317B-E195-4A7D-BDA2-9DFFCA44394D}" destId="{95DACDF5-717C-4EB9-A296-1F44D3D0F464}" srcOrd="1" destOrd="0" presId="urn:microsoft.com/office/officeart/2018/5/layout/IconCircleLabelList"/>
    <dgm:cxn modelId="{540D2A0D-2235-435D-B8AB-EA5B8C1885FD}" type="presParOf" srcId="{60EA317B-E195-4A7D-BDA2-9DFFCA44394D}" destId="{72487835-6A91-4470-A92E-A0E9C2C035F1}" srcOrd="2" destOrd="0" presId="urn:microsoft.com/office/officeart/2018/5/layout/IconCircleLabelList"/>
    <dgm:cxn modelId="{C4D4F6C7-FAA9-48EC-BF1B-A59886F634E3}" type="presParOf" srcId="{60EA317B-E195-4A7D-BDA2-9DFFCA44394D}" destId="{8ED569F0-3D3F-4DAC-B924-2907BD3314E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D6B0A83-2876-4069-9E88-4C7F22F92E6E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B99CA7F-983E-44A1-819F-2B5F1E37D509}">
      <dgm:prSet/>
      <dgm:spPr/>
      <dgm:t>
        <a:bodyPr/>
        <a:lstStyle/>
        <a:p>
          <a:r>
            <a:rPr lang="en-US"/>
            <a:t>• Walkthrough of provided notebooks:</a:t>
          </a:r>
        </a:p>
      </dgm:t>
    </dgm:pt>
    <dgm:pt modelId="{4EF3654A-B973-448C-8F2A-63F4ACFE79A8}" type="parTrans" cxnId="{4D4C9E6B-FD73-4049-86C0-4C8638546337}">
      <dgm:prSet/>
      <dgm:spPr/>
      <dgm:t>
        <a:bodyPr/>
        <a:lstStyle/>
        <a:p>
          <a:endParaRPr lang="en-US"/>
        </a:p>
      </dgm:t>
    </dgm:pt>
    <dgm:pt modelId="{918BB6E4-1FAA-4DD8-83FA-4E23E1C3825E}" type="sibTrans" cxnId="{4D4C9E6B-FD73-4049-86C0-4C8638546337}">
      <dgm:prSet/>
      <dgm:spPr/>
      <dgm:t>
        <a:bodyPr/>
        <a:lstStyle/>
        <a:p>
          <a:endParaRPr lang="en-US"/>
        </a:p>
      </dgm:t>
    </dgm:pt>
    <dgm:pt modelId="{ABD10BD5-0E78-484C-9160-E3F889793769}">
      <dgm:prSet/>
      <dgm:spPr/>
      <dgm:t>
        <a:bodyPr/>
        <a:lstStyle/>
        <a:p>
          <a:r>
            <a:rPr lang="en-US"/>
            <a:t>- CIFAR-10 classification results</a:t>
          </a:r>
        </a:p>
      </dgm:t>
    </dgm:pt>
    <dgm:pt modelId="{C42410C6-0ED8-40F7-A266-722122F78BD8}" type="parTrans" cxnId="{60941330-1E48-4F99-A18D-DD12B1CAC10E}">
      <dgm:prSet/>
      <dgm:spPr/>
      <dgm:t>
        <a:bodyPr/>
        <a:lstStyle/>
        <a:p>
          <a:endParaRPr lang="en-US"/>
        </a:p>
      </dgm:t>
    </dgm:pt>
    <dgm:pt modelId="{FCB7235D-F85A-48DF-B879-E85D56F716C0}" type="sibTrans" cxnId="{60941330-1E48-4F99-A18D-DD12B1CAC10E}">
      <dgm:prSet/>
      <dgm:spPr/>
      <dgm:t>
        <a:bodyPr/>
        <a:lstStyle/>
        <a:p>
          <a:endParaRPr lang="en-US"/>
        </a:p>
      </dgm:t>
    </dgm:pt>
    <dgm:pt modelId="{A6840706-082E-40B3-A28B-D2CE270BF787}">
      <dgm:prSet/>
      <dgm:spPr/>
      <dgm:t>
        <a:bodyPr/>
        <a:lstStyle/>
        <a:p>
          <a:r>
            <a:rPr lang="en-US"/>
            <a:t>- U-Net segmentation results</a:t>
          </a:r>
        </a:p>
      </dgm:t>
    </dgm:pt>
    <dgm:pt modelId="{706E5991-3DD8-4727-8706-A731B36EE00A}" type="parTrans" cxnId="{116E934C-CE6C-4B73-A939-74F0FD4C5A93}">
      <dgm:prSet/>
      <dgm:spPr/>
      <dgm:t>
        <a:bodyPr/>
        <a:lstStyle/>
        <a:p>
          <a:endParaRPr lang="en-US"/>
        </a:p>
      </dgm:t>
    </dgm:pt>
    <dgm:pt modelId="{F71C6BCA-632A-4818-87AA-16F5DCC333D4}" type="sibTrans" cxnId="{116E934C-CE6C-4B73-A939-74F0FD4C5A93}">
      <dgm:prSet/>
      <dgm:spPr/>
      <dgm:t>
        <a:bodyPr/>
        <a:lstStyle/>
        <a:p>
          <a:endParaRPr lang="en-US"/>
        </a:p>
      </dgm:t>
    </dgm:pt>
    <dgm:pt modelId="{C6026C46-0BDC-45FC-936E-92867AED2F5C}">
      <dgm:prSet/>
      <dgm:spPr/>
      <dgm:t>
        <a:bodyPr/>
        <a:lstStyle/>
        <a:p>
          <a:r>
            <a:rPr lang="en-US"/>
            <a:t>• Interpretation of output metrics</a:t>
          </a:r>
        </a:p>
      </dgm:t>
    </dgm:pt>
    <dgm:pt modelId="{2924DF2C-C743-4F67-9FA7-EA4E48B579D5}" type="parTrans" cxnId="{7C12F14F-77F2-4F9C-9E5E-7AAC9BFA7520}">
      <dgm:prSet/>
      <dgm:spPr/>
      <dgm:t>
        <a:bodyPr/>
        <a:lstStyle/>
        <a:p>
          <a:endParaRPr lang="en-US"/>
        </a:p>
      </dgm:t>
    </dgm:pt>
    <dgm:pt modelId="{CAB0BC81-2170-460E-83DC-ABEDA0079CEA}" type="sibTrans" cxnId="{7C12F14F-77F2-4F9C-9E5E-7AAC9BFA7520}">
      <dgm:prSet/>
      <dgm:spPr/>
      <dgm:t>
        <a:bodyPr/>
        <a:lstStyle/>
        <a:p>
          <a:endParaRPr lang="en-US"/>
        </a:p>
      </dgm:t>
    </dgm:pt>
    <dgm:pt modelId="{92C1D506-012E-4BCD-BC47-EC68D6D45140}">
      <dgm:prSet/>
      <dgm:spPr/>
      <dgm:t>
        <a:bodyPr/>
        <a:lstStyle/>
        <a:p>
          <a:r>
            <a:rPr lang="en-US"/>
            <a:t>• Visualization of predictions</a:t>
          </a:r>
        </a:p>
      </dgm:t>
    </dgm:pt>
    <dgm:pt modelId="{D52AA302-4B35-4F31-8B23-9A9CC5373744}" type="parTrans" cxnId="{A697C3EB-3FD0-402B-BBB2-A0B3B4DB4C93}">
      <dgm:prSet/>
      <dgm:spPr/>
      <dgm:t>
        <a:bodyPr/>
        <a:lstStyle/>
        <a:p>
          <a:endParaRPr lang="en-US"/>
        </a:p>
      </dgm:t>
    </dgm:pt>
    <dgm:pt modelId="{0276B29C-9092-409B-8CAE-94A2941C5F39}" type="sibTrans" cxnId="{A697C3EB-3FD0-402B-BBB2-A0B3B4DB4C93}">
      <dgm:prSet/>
      <dgm:spPr/>
      <dgm:t>
        <a:bodyPr/>
        <a:lstStyle/>
        <a:p>
          <a:endParaRPr lang="en-US"/>
        </a:p>
      </dgm:t>
    </dgm:pt>
    <dgm:pt modelId="{32295F97-CB1A-48ED-8273-846284F5BF74}" type="pres">
      <dgm:prSet presAssocID="{0D6B0A83-2876-4069-9E88-4C7F22F92E6E}" presName="diagram" presStyleCnt="0">
        <dgm:presLayoutVars>
          <dgm:dir/>
          <dgm:resizeHandles val="exact"/>
        </dgm:presLayoutVars>
      </dgm:prSet>
      <dgm:spPr/>
    </dgm:pt>
    <dgm:pt modelId="{D4069996-C78C-41E0-939F-1AD35F88DC2C}" type="pres">
      <dgm:prSet presAssocID="{2B99CA7F-983E-44A1-819F-2B5F1E37D509}" presName="node" presStyleLbl="node1" presStyleIdx="0" presStyleCnt="5">
        <dgm:presLayoutVars>
          <dgm:bulletEnabled val="1"/>
        </dgm:presLayoutVars>
      </dgm:prSet>
      <dgm:spPr/>
    </dgm:pt>
    <dgm:pt modelId="{28D2713F-BB25-46EB-91CC-EDA1D32DE4E7}" type="pres">
      <dgm:prSet presAssocID="{918BB6E4-1FAA-4DD8-83FA-4E23E1C3825E}" presName="sibTrans" presStyleLbl="sibTrans2D1" presStyleIdx="0" presStyleCnt="4"/>
      <dgm:spPr/>
    </dgm:pt>
    <dgm:pt modelId="{E59F5073-7A69-4855-AD45-CC48564F3E50}" type="pres">
      <dgm:prSet presAssocID="{918BB6E4-1FAA-4DD8-83FA-4E23E1C3825E}" presName="connectorText" presStyleLbl="sibTrans2D1" presStyleIdx="0" presStyleCnt="4"/>
      <dgm:spPr/>
    </dgm:pt>
    <dgm:pt modelId="{5EC96C4A-28EA-4D3B-BD06-11A28EED1DDE}" type="pres">
      <dgm:prSet presAssocID="{ABD10BD5-0E78-484C-9160-E3F889793769}" presName="node" presStyleLbl="node1" presStyleIdx="1" presStyleCnt="5">
        <dgm:presLayoutVars>
          <dgm:bulletEnabled val="1"/>
        </dgm:presLayoutVars>
      </dgm:prSet>
      <dgm:spPr/>
    </dgm:pt>
    <dgm:pt modelId="{6079610E-8DF3-4ABC-B4FA-8EA7C9F46544}" type="pres">
      <dgm:prSet presAssocID="{FCB7235D-F85A-48DF-B879-E85D56F716C0}" presName="sibTrans" presStyleLbl="sibTrans2D1" presStyleIdx="1" presStyleCnt="4"/>
      <dgm:spPr/>
    </dgm:pt>
    <dgm:pt modelId="{16273561-50AD-4EB5-B340-FE92EB5A4BA1}" type="pres">
      <dgm:prSet presAssocID="{FCB7235D-F85A-48DF-B879-E85D56F716C0}" presName="connectorText" presStyleLbl="sibTrans2D1" presStyleIdx="1" presStyleCnt="4"/>
      <dgm:spPr/>
    </dgm:pt>
    <dgm:pt modelId="{C24F02A3-5E30-4B11-A593-8BE2BB74EDFB}" type="pres">
      <dgm:prSet presAssocID="{A6840706-082E-40B3-A28B-D2CE270BF787}" presName="node" presStyleLbl="node1" presStyleIdx="2" presStyleCnt="5">
        <dgm:presLayoutVars>
          <dgm:bulletEnabled val="1"/>
        </dgm:presLayoutVars>
      </dgm:prSet>
      <dgm:spPr/>
    </dgm:pt>
    <dgm:pt modelId="{1FF99638-BE3A-4DC4-A23F-B40751CAF74D}" type="pres">
      <dgm:prSet presAssocID="{F71C6BCA-632A-4818-87AA-16F5DCC333D4}" presName="sibTrans" presStyleLbl="sibTrans2D1" presStyleIdx="2" presStyleCnt="4"/>
      <dgm:spPr/>
    </dgm:pt>
    <dgm:pt modelId="{3E3186E7-B723-4758-B5A9-8F94C8CD1602}" type="pres">
      <dgm:prSet presAssocID="{F71C6BCA-632A-4818-87AA-16F5DCC333D4}" presName="connectorText" presStyleLbl="sibTrans2D1" presStyleIdx="2" presStyleCnt="4"/>
      <dgm:spPr/>
    </dgm:pt>
    <dgm:pt modelId="{D091F3E0-7517-4417-9D15-4C29CE6EA997}" type="pres">
      <dgm:prSet presAssocID="{C6026C46-0BDC-45FC-936E-92867AED2F5C}" presName="node" presStyleLbl="node1" presStyleIdx="3" presStyleCnt="5">
        <dgm:presLayoutVars>
          <dgm:bulletEnabled val="1"/>
        </dgm:presLayoutVars>
      </dgm:prSet>
      <dgm:spPr/>
    </dgm:pt>
    <dgm:pt modelId="{1E25C79A-5CF0-4EFC-B399-57967386CC09}" type="pres">
      <dgm:prSet presAssocID="{CAB0BC81-2170-460E-83DC-ABEDA0079CEA}" presName="sibTrans" presStyleLbl="sibTrans2D1" presStyleIdx="3" presStyleCnt="4"/>
      <dgm:spPr/>
    </dgm:pt>
    <dgm:pt modelId="{D05291AD-7DD5-43BC-8E34-90CA90755E67}" type="pres">
      <dgm:prSet presAssocID="{CAB0BC81-2170-460E-83DC-ABEDA0079CEA}" presName="connectorText" presStyleLbl="sibTrans2D1" presStyleIdx="3" presStyleCnt="4"/>
      <dgm:spPr/>
    </dgm:pt>
    <dgm:pt modelId="{D84DFA26-FE04-44E0-8E0E-47B4F699BC2C}" type="pres">
      <dgm:prSet presAssocID="{92C1D506-012E-4BCD-BC47-EC68D6D45140}" presName="node" presStyleLbl="node1" presStyleIdx="4" presStyleCnt="5">
        <dgm:presLayoutVars>
          <dgm:bulletEnabled val="1"/>
        </dgm:presLayoutVars>
      </dgm:prSet>
      <dgm:spPr/>
    </dgm:pt>
  </dgm:ptLst>
  <dgm:cxnLst>
    <dgm:cxn modelId="{60941330-1E48-4F99-A18D-DD12B1CAC10E}" srcId="{0D6B0A83-2876-4069-9E88-4C7F22F92E6E}" destId="{ABD10BD5-0E78-484C-9160-E3F889793769}" srcOrd="1" destOrd="0" parTransId="{C42410C6-0ED8-40F7-A266-722122F78BD8}" sibTransId="{FCB7235D-F85A-48DF-B879-E85D56F716C0}"/>
    <dgm:cxn modelId="{8311E565-B6C4-48E2-9D70-B6E51D716971}" type="presOf" srcId="{92C1D506-012E-4BCD-BC47-EC68D6D45140}" destId="{D84DFA26-FE04-44E0-8E0E-47B4F699BC2C}" srcOrd="0" destOrd="0" presId="urn:microsoft.com/office/officeart/2005/8/layout/process5"/>
    <dgm:cxn modelId="{4D4C9E6B-FD73-4049-86C0-4C8638546337}" srcId="{0D6B0A83-2876-4069-9E88-4C7F22F92E6E}" destId="{2B99CA7F-983E-44A1-819F-2B5F1E37D509}" srcOrd="0" destOrd="0" parTransId="{4EF3654A-B973-448C-8F2A-63F4ACFE79A8}" sibTransId="{918BB6E4-1FAA-4DD8-83FA-4E23E1C3825E}"/>
    <dgm:cxn modelId="{116E934C-CE6C-4B73-A939-74F0FD4C5A93}" srcId="{0D6B0A83-2876-4069-9E88-4C7F22F92E6E}" destId="{A6840706-082E-40B3-A28B-D2CE270BF787}" srcOrd="2" destOrd="0" parTransId="{706E5991-3DD8-4727-8706-A731B36EE00A}" sibTransId="{F71C6BCA-632A-4818-87AA-16F5DCC333D4}"/>
    <dgm:cxn modelId="{7C12F14F-77F2-4F9C-9E5E-7AAC9BFA7520}" srcId="{0D6B0A83-2876-4069-9E88-4C7F22F92E6E}" destId="{C6026C46-0BDC-45FC-936E-92867AED2F5C}" srcOrd="3" destOrd="0" parTransId="{2924DF2C-C743-4F67-9FA7-EA4E48B579D5}" sibTransId="{CAB0BC81-2170-460E-83DC-ABEDA0079CEA}"/>
    <dgm:cxn modelId="{7188A287-AF6E-4826-B19D-06CF9EE92541}" type="presOf" srcId="{0D6B0A83-2876-4069-9E88-4C7F22F92E6E}" destId="{32295F97-CB1A-48ED-8273-846284F5BF74}" srcOrd="0" destOrd="0" presId="urn:microsoft.com/office/officeart/2005/8/layout/process5"/>
    <dgm:cxn modelId="{B84AF88C-D4D6-4F56-BABC-1F7FF614AC9B}" type="presOf" srcId="{F71C6BCA-632A-4818-87AA-16F5DCC333D4}" destId="{3E3186E7-B723-4758-B5A9-8F94C8CD1602}" srcOrd="1" destOrd="0" presId="urn:microsoft.com/office/officeart/2005/8/layout/process5"/>
    <dgm:cxn modelId="{8611BAA5-7612-44D6-A993-899F00BAA2BB}" type="presOf" srcId="{C6026C46-0BDC-45FC-936E-92867AED2F5C}" destId="{D091F3E0-7517-4417-9D15-4C29CE6EA997}" srcOrd="0" destOrd="0" presId="urn:microsoft.com/office/officeart/2005/8/layout/process5"/>
    <dgm:cxn modelId="{60BB41A6-3562-4D07-9F3E-60BD97EA5429}" type="presOf" srcId="{FCB7235D-F85A-48DF-B879-E85D56F716C0}" destId="{16273561-50AD-4EB5-B340-FE92EB5A4BA1}" srcOrd="1" destOrd="0" presId="urn:microsoft.com/office/officeart/2005/8/layout/process5"/>
    <dgm:cxn modelId="{F8A8A5B2-3884-4A74-A6B4-7FFD322F1731}" type="presOf" srcId="{FCB7235D-F85A-48DF-B879-E85D56F716C0}" destId="{6079610E-8DF3-4ABC-B4FA-8EA7C9F46544}" srcOrd="0" destOrd="0" presId="urn:microsoft.com/office/officeart/2005/8/layout/process5"/>
    <dgm:cxn modelId="{2CA619C0-5BB3-4A7A-9CB3-4EE4E956422A}" type="presOf" srcId="{CAB0BC81-2170-460E-83DC-ABEDA0079CEA}" destId="{1E25C79A-5CF0-4EFC-B399-57967386CC09}" srcOrd="0" destOrd="0" presId="urn:microsoft.com/office/officeart/2005/8/layout/process5"/>
    <dgm:cxn modelId="{914961CB-4900-4C43-BF65-6000B37E36CC}" type="presOf" srcId="{ABD10BD5-0E78-484C-9160-E3F889793769}" destId="{5EC96C4A-28EA-4D3B-BD06-11A28EED1DDE}" srcOrd="0" destOrd="0" presId="urn:microsoft.com/office/officeart/2005/8/layout/process5"/>
    <dgm:cxn modelId="{3B238DD8-D25E-459E-A212-C45B7FD66DEA}" type="presOf" srcId="{CAB0BC81-2170-460E-83DC-ABEDA0079CEA}" destId="{D05291AD-7DD5-43BC-8E34-90CA90755E67}" srcOrd="1" destOrd="0" presId="urn:microsoft.com/office/officeart/2005/8/layout/process5"/>
    <dgm:cxn modelId="{A749A7D9-C030-4E2C-AE07-7A672073B92A}" type="presOf" srcId="{F71C6BCA-632A-4818-87AA-16F5DCC333D4}" destId="{1FF99638-BE3A-4DC4-A23F-B40751CAF74D}" srcOrd="0" destOrd="0" presId="urn:microsoft.com/office/officeart/2005/8/layout/process5"/>
    <dgm:cxn modelId="{9EC084DA-C5E4-4090-A4C8-8120E478E742}" type="presOf" srcId="{2B99CA7F-983E-44A1-819F-2B5F1E37D509}" destId="{D4069996-C78C-41E0-939F-1AD35F88DC2C}" srcOrd="0" destOrd="0" presId="urn:microsoft.com/office/officeart/2005/8/layout/process5"/>
    <dgm:cxn modelId="{4F933EDE-46D9-4D5F-94F3-E478A9D377DC}" type="presOf" srcId="{A6840706-082E-40B3-A28B-D2CE270BF787}" destId="{C24F02A3-5E30-4B11-A593-8BE2BB74EDFB}" srcOrd="0" destOrd="0" presId="urn:microsoft.com/office/officeart/2005/8/layout/process5"/>
    <dgm:cxn modelId="{A697C3EB-3FD0-402B-BBB2-A0B3B4DB4C93}" srcId="{0D6B0A83-2876-4069-9E88-4C7F22F92E6E}" destId="{92C1D506-012E-4BCD-BC47-EC68D6D45140}" srcOrd="4" destOrd="0" parTransId="{D52AA302-4B35-4F31-8B23-9A9CC5373744}" sibTransId="{0276B29C-9092-409B-8CAE-94A2941C5F39}"/>
    <dgm:cxn modelId="{371EB3EC-40A7-4EEF-9C36-F13F7626C316}" type="presOf" srcId="{918BB6E4-1FAA-4DD8-83FA-4E23E1C3825E}" destId="{28D2713F-BB25-46EB-91CC-EDA1D32DE4E7}" srcOrd="0" destOrd="0" presId="urn:microsoft.com/office/officeart/2005/8/layout/process5"/>
    <dgm:cxn modelId="{D57358F4-539E-48A9-BB60-BB01C2FA5E60}" type="presOf" srcId="{918BB6E4-1FAA-4DD8-83FA-4E23E1C3825E}" destId="{E59F5073-7A69-4855-AD45-CC48564F3E50}" srcOrd="1" destOrd="0" presId="urn:microsoft.com/office/officeart/2005/8/layout/process5"/>
    <dgm:cxn modelId="{51850581-98F0-4AE4-837C-52F539367F6D}" type="presParOf" srcId="{32295F97-CB1A-48ED-8273-846284F5BF74}" destId="{D4069996-C78C-41E0-939F-1AD35F88DC2C}" srcOrd="0" destOrd="0" presId="urn:microsoft.com/office/officeart/2005/8/layout/process5"/>
    <dgm:cxn modelId="{959AF94B-2252-4966-ADBD-9F003B38C186}" type="presParOf" srcId="{32295F97-CB1A-48ED-8273-846284F5BF74}" destId="{28D2713F-BB25-46EB-91CC-EDA1D32DE4E7}" srcOrd="1" destOrd="0" presId="urn:microsoft.com/office/officeart/2005/8/layout/process5"/>
    <dgm:cxn modelId="{57C8BDD6-0B0F-48E7-A02C-7FAA13CD7CED}" type="presParOf" srcId="{28D2713F-BB25-46EB-91CC-EDA1D32DE4E7}" destId="{E59F5073-7A69-4855-AD45-CC48564F3E50}" srcOrd="0" destOrd="0" presId="urn:microsoft.com/office/officeart/2005/8/layout/process5"/>
    <dgm:cxn modelId="{D4133C6B-F87D-426F-B3E7-FB25AD6DFE77}" type="presParOf" srcId="{32295F97-CB1A-48ED-8273-846284F5BF74}" destId="{5EC96C4A-28EA-4D3B-BD06-11A28EED1DDE}" srcOrd="2" destOrd="0" presId="urn:microsoft.com/office/officeart/2005/8/layout/process5"/>
    <dgm:cxn modelId="{3B612383-CE3C-4AC5-9670-48FDB541D2D5}" type="presParOf" srcId="{32295F97-CB1A-48ED-8273-846284F5BF74}" destId="{6079610E-8DF3-4ABC-B4FA-8EA7C9F46544}" srcOrd="3" destOrd="0" presId="urn:microsoft.com/office/officeart/2005/8/layout/process5"/>
    <dgm:cxn modelId="{030924FC-946F-43DB-8129-346AF46F828E}" type="presParOf" srcId="{6079610E-8DF3-4ABC-B4FA-8EA7C9F46544}" destId="{16273561-50AD-4EB5-B340-FE92EB5A4BA1}" srcOrd="0" destOrd="0" presId="urn:microsoft.com/office/officeart/2005/8/layout/process5"/>
    <dgm:cxn modelId="{E9AD6EFC-34DC-48FC-8A51-2907B144FCA5}" type="presParOf" srcId="{32295F97-CB1A-48ED-8273-846284F5BF74}" destId="{C24F02A3-5E30-4B11-A593-8BE2BB74EDFB}" srcOrd="4" destOrd="0" presId="urn:microsoft.com/office/officeart/2005/8/layout/process5"/>
    <dgm:cxn modelId="{20CA4AEF-7818-472C-9A5A-E7DA01E0603F}" type="presParOf" srcId="{32295F97-CB1A-48ED-8273-846284F5BF74}" destId="{1FF99638-BE3A-4DC4-A23F-B40751CAF74D}" srcOrd="5" destOrd="0" presId="urn:microsoft.com/office/officeart/2005/8/layout/process5"/>
    <dgm:cxn modelId="{90A6F615-7ABF-4ECD-B1D8-A7C5046AC6EB}" type="presParOf" srcId="{1FF99638-BE3A-4DC4-A23F-B40751CAF74D}" destId="{3E3186E7-B723-4758-B5A9-8F94C8CD1602}" srcOrd="0" destOrd="0" presId="urn:microsoft.com/office/officeart/2005/8/layout/process5"/>
    <dgm:cxn modelId="{07F71CDC-41FD-47CE-B5BD-35F5D1569997}" type="presParOf" srcId="{32295F97-CB1A-48ED-8273-846284F5BF74}" destId="{D091F3E0-7517-4417-9D15-4C29CE6EA997}" srcOrd="6" destOrd="0" presId="urn:microsoft.com/office/officeart/2005/8/layout/process5"/>
    <dgm:cxn modelId="{D9EC6073-4CCC-41A6-A1EF-0EB151C2C67B}" type="presParOf" srcId="{32295F97-CB1A-48ED-8273-846284F5BF74}" destId="{1E25C79A-5CF0-4EFC-B399-57967386CC09}" srcOrd="7" destOrd="0" presId="urn:microsoft.com/office/officeart/2005/8/layout/process5"/>
    <dgm:cxn modelId="{0A188715-4ADF-47FC-ADA6-B7197A542C23}" type="presParOf" srcId="{1E25C79A-5CF0-4EFC-B399-57967386CC09}" destId="{D05291AD-7DD5-43BC-8E34-90CA90755E67}" srcOrd="0" destOrd="0" presId="urn:microsoft.com/office/officeart/2005/8/layout/process5"/>
    <dgm:cxn modelId="{3A865022-2AAB-46E3-A0A1-577F7C5ED541}" type="presParOf" srcId="{32295F97-CB1A-48ED-8273-846284F5BF74}" destId="{D84DFA26-FE04-44E0-8E0E-47B4F699BC2C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EB847E-3A15-4C91-B3EA-07323ADE1EE9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1B10D6-4C5B-48D0-B831-FFD56A973D4B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Contains 60,000 32x32 RGB images</a:t>
          </a:r>
        </a:p>
      </dsp:txBody>
      <dsp:txXfrm>
        <a:off x="298991" y="1277365"/>
        <a:ext cx="2219346" cy="1377989"/>
      </dsp:txXfrm>
    </dsp:sp>
    <dsp:sp modelId="{1BB4B7CA-024B-4101-B79D-48295796D68B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57402D-2868-4949-8B2B-4035DB57275B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10 classes: airplanes, cars, birds, cats, deer, dogs, frogs, horses, ships, trucks</a:t>
          </a:r>
        </a:p>
      </dsp:txBody>
      <dsp:txXfrm>
        <a:off x="3116322" y="1277365"/>
        <a:ext cx="2219346" cy="1377989"/>
      </dsp:txXfrm>
    </dsp:sp>
    <dsp:sp modelId="{687A6375-D57F-449F-9FC1-7E20F8D206F7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899B93-028A-43A1-A363-3D55933F243F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Used for benchmarking classification algorithms</a:t>
          </a:r>
        </a:p>
      </dsp:txBody>
      <dsp:txXfrm>
        <a:off x="5933653" y="1277365"/>
        <a:ext cx="2219346" cy="13779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00BCA4-A828-4FDE-93A4-36E15BEABCD0}">
      <dsp:nvSpPr>
        <dsp:cNvPr id="0" name=""/>
        <dsp:cNvSpPr/>
      </dsp:nvSpPr>
      <dsp:spPr>
        <a:xfrm>
          <a:off x="548934" y="288"/>
          <a:ext cx="1001496" cy="100149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395E07-7EB8-47A8-AC29-4E443A9C4AB3}">
      <dsp:nvSpPr>
        <dsp:cNvPr id="0" name=""/>
        <dsp:cNvSpPr/>
      </dsp:nvSpPr>
      <dsp:spPr>
        <a:xfrm>
          <a:off x="762368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4B2A9F-D6A1-45DC-8526-559241E8E235}">
      <dsp:nvSpPr>
        <dsp:cNvPr id="0" name=""/>
        <dsp:cNvSpPr/>
      </dsp:nvSpPr>
      <dsp:spPr>
        <a:xfrm>
          <a:off x="228784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• Semantic segmentation classifies each pixel of an image</a:t>
          </a:r>
        </a:p>
      </dsp:txBody>
      <dsp:txXfrm>
        <a:off x="228784" y="1313725"/>
        <a:ext cx="1641796" cy="656718"/>
      </dsp:txXfrm>
    </dsp:sp>
    <dsp:sp modelId="{DA69112D-583C-4C7C-A0DF-BBEE4BB911F0}">
      <dsp:nvSpPr>
        <dsp:cNvPr id="0" name=""/>
        <dsp:cNvSpPr/>
      </dsp:nvSpPr>
      <dsp:spPr>
        <a:xfrm>
          <a:off x="2478046" y="288"/>
          <a:ext cx="1001496" cy="100149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5F16A8-9E21-48BC-BDA2-60E778264994}">
      <dsp:nvSpPr>
        <dsp:cNvPr id="0" name=""/>
        <dsp:cNvSpPr/>
      </dsp:nvSpPr>
      <dsp:spPr>
        <a:xfrm>
          <a:off x="2691479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81D478-2038-4FA0-BEC2-DF7B6A4E739F}">
      <dsp:nvSpPr>
        <dsp:cNvPr id="0" name=""/>
        <dsp:cNvSpPr/>
      </dsp:nvSpPr>
      <dsp:spPr>
        <a:xfrm>
          <a:off x="2157895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• U-Net architecture is widely used:</a:t>
          </a:r>
        </a:p>
      </dsp:txBody>
      <dsp:txXfrm>
        <a:off x="2157895" y="1313725"/>
        <a:ext cx="1641796" cy="656718"/>
      </dsp:txXfrm>
    </dsp:sp>
    <dsp:sp modelId="{9B78B1FE-A6D1-4D73-9857-92AA1C8B774D}">
      <dsp:nvSpPr>
        <dsp:cNvPr id="0" name=""/>
        <dsp:cNvSpPr/>
      </dsp:nvSpPr>
      <dsp:spPr>
        <a:xfrm>
          <a:off x="4407157" y="288"/>
          <a:ext cx="1001496" cy="100149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EE677B-BB53-4A35-94DC-2E0F213A2DBC}">
      <dsp:nvSpPr>
        <dsp:cNvPr id="0" name=""/>
        <dsp:cNvSpPr/>
      </dsp:nvSpPr>
      <dsp:spPr>
        <a:xfrm>
          <a:off x="4620591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425D33-6E67-4EBB-A5F8-4D2966BEED7B}">
      <dsp:nvSpPr>
        <dsp:cNvPr id="0" name=""/>
        <dsp:cNvSpPr/>
      </dsp:nvSpPr>
      <dsp:spPr>
        <a:xfrm>
          <a:off x="4087007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- Encoder-decoder structure</a:t>
          </a:r>
        </a:p>
      </dsp:txBody>
      <dsp:txXfrm>
        <a:off x="4087007" y="1313725"/>
        <a:ext cx="1641796" cy="656718"/>
      </dsp:txXfrm>
    </dsp:sp>
    <dsp:sp modelId="{42234142-6F2A-4469-A5A7-BBD89595639D}">
      <dsp:nvSpPr>
        <dsp:cNvPr id="0" name=""/>
        <dsp:cNvSpPr/>
      </dsp:nvSpPr>
      <dsp:spPr>
        <a:xfrm>
          <a:off x="6336268" y="288"/>
          <a:ext cx="1001496" cy="100149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506A90-367B-460F-8843-F2B834F44C84}">
      <dsp:nvSpPr>
        <dsp:cNvPr id="0" name=""/>
        <dsp:cNvSpPr/>
      </dsp:nvSpPr>
      <dsp:spPr>
        <a:xfrm>
          <a:off x="6549702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C3CCA1-5905-4D67-8802-AE458B8BAD4D}">
      <dsp:nvSpPr>
        <dsp:cNvPr id="0" name=""/>
        <dsp:cNvSpPr/>
      </dsp:nvSpPr>
      <dsp:spPr>
        <a:xfrm>
          <a:off x="6016118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- Skip connections for precise localization</a:t>
          </a:r>
        </a:p>
      </dsp:txBody>
      <dsp:txXfrm>
        <a:off x="6016118" y="1313725"/>
        <a:ext cx="1641796" cy="656718"/>
      </dsp:txXfrm>
    </dsp:sp>
    <dsp:sp modelId="{D8CA7DF2-EBD0-4273-AC56-C9963B9A2A84}">
      <dsp:nvSpPr>
        <dsp:cNvPr id="0" name=""/>
        <dsp:cNvSpPr/>
      </dsp:nvSpPr>
      <dsp:spPr>
        <a:xfrm>
          <a:off x="3442601" y="2380893"/>
          <a:ext cx="1001496" cy="100149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DACDF5-717C-4EB9-A296-1F44D3D0F464}">
      <dsp:nvSpPr>
        <dsp:cNvPr id="0" name=""/>
        <dsp:cNvSpPr/>
      </dsp:nvSpPr>
      <dsp:spPr>
        <a:xfrm>
          <a:off x="3656035" y="2594327"/>
          <a:ext cx="574628" cy="57462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D569F0-3D3F-4DAC-B924-2907BD3314ED}">
      <dsp:nvSpPr>
        <dsp:cNvPr id="0" name=""/>
        <dsp:cNvSpPr/>
      </dsp:nvSpPr>
      <dsp:spPr>
        <a:xfrm>
          <a:off x="3122451" y="3694331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Particularly useful in medical imaging</a:t>
          </a:r>
        </a:p>
      </dsp:txBody>
      <dsp:txXfrm>
        <a:off x="3122451" y="3694331"/>
        <a:ext cx="1641796" cy="6567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069996-C78C-41E0-939F-1AD35F88DC2C}">
      <dsp:nvSpPr>
        <dsp:cNvPr id="0" name=""/>
        <dsp:cNvSpPr/>
      </dsp:nvSpPr>
      <dsp:spPr>
        <a:xfrm>
          <a:off x="7203" y="373988"/>
          <a:ext cx="2153016" cy="12918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Walkthrough of provided notebooks:</a:t>
          </a:r>
        </a:p>
      </dsp:txBody>
      <dsp:txXfrm>
        <a:off x="45039" y="411824"/>
        <a:ext cx="2077344" cy="1216138"/>
      </dsp:txXfrm>
    </dsp:sp>
    <dsp:sp modelId="{28D2713F-BB25-46EB-91CC-EDA1D32DE4E7}">
      <dsp:nvSpPr>
        <dsp:cNvPr id="0" name=""/>
        <dsp:cNvSpPr/>
      </dsp:nvSpPr>
      <dsp:spPr>
        <a:xfrm>
          <a:off x="2349685" y="752919"/>
          <a:ext cx="456439" cy="5339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2349685" y="859709"/>
        <a:ext cx="319507" cy="320368"/>
      </dsp:txXfrm>
    </dsp:sp>
    <dsp:sp modelId="{5EC96C4A-28EA-4D3B-BD06-11A28EED1DDE}">
      <dsp:nvSpPr>
        <dsp:cNvPr id="0" name=""/>
        <dsp:cNvSpPr/>
      </dsp:nvSpPr>
      <dsp:spPr>
        <a:xfrm>
          <a:off x="3021427" y="373988"/>
          <a:ext cx="2153016" cy="12918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CIFAR-10 classification results</a:t>
          </a:r>
        </a:p>
      </dsp:txBody>
      <dsp:txXfrm>
        <a:off x="3059263" y="411824"/>
        <a:ext cx="2077344" cy="1216138"/>
      </dsp:txXfrm>
    </dsp:sp>
    <dsp:sp modelId="{6079610E-8DF3-4ABC-B4FA-8EA7C9F46544}">
      <dsp:nvSpPr>
        <dsp:cNvPr id="0" name=""/>
        <dsp:cNvSpPr/>
      </dsp:nvSpPr>
      <dsp:spPr>
        <a:xfrm>
          <a:off x="5363909" y="752919"/>
          <a:ext cx="456439" cy="5339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5363909" y="859709"/>
        <a:ext cx="319507" cy="320368"/>
      </dsp:txXfrm>
    </dsp:sp>
    <dsp:sp modelId="{C24F02A3-5E30-4B11-A593-8BE2BB74EDFB}">
      <dsp:nvSpPr>
        <dsp:cNvPr id="0" name=""/>
        <dsp:cNvSpPr/>
      </dsp:nvSpPr>
      <dsp:spPr>
        <a:xfrm>
          <a:off x="6035650" y="373988"/>
          <a:ext cx="2153016" cy="12918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U-Net segmentation results</a:t>
          </a:r>
        </a:p>
      </dsp:txBody>
      <dsp:txXfrm>
        <a:off x="6073486" y="411824"/>
        <a:ext cx="2077344" cy="1216138"/>
      </dsp:txXfrm>
    </dsp:sp>
    <dsp:sp modelId="{1FF99638-BE3A-4DC4-A23F-B40751CAF74D}">
      <dsp:nvSpPr>
        <dsp:cNvPr id="0" name=""/>
        <dsp:cNvSpPr/>
      </dsp:nvSpPr>
      <dsp:spPr>
        <a:xfrm rot="5400000">
          <a:off x="6883939" y="1816510"/>
          <a:ext cx="456439" cy="5339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-5400000">
        <a:off x="6951975" y="1855264"/>
        <a:ext cx="320368" cy="319507"/>
      </dsp:txXfrm>
    </dsp:sp>
    <dsp:sp modelId="{D091F3E0-7517-4417-9D15-4C29CE6EA997}">
      <dsp:nvSpPr>
        <dsp:cNvPr id="0" name=""/>
        <dsp:cNvSpPr/>
      </dsp:nvSpPr>
      <dsp:spPr>
        <a:xfrm>
          <a:off x="6035650" y="2527005"/>
          <a:ext cx="2153016" cy="12918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Interpretation of output metrics</a:t>
          </a:r>
        </a:p>
      </dsp:txBody>
      <dsp:txXfrm>
        <a:off x="6073486" y="2564841"/>
        <a:ext cx="2077344" cy="1216138"/>
      </dsp:txXfrm>
    </dsp:sp>
    <dsp:sp modelId="{1E25C79A-5CF0-4EFC-B399-57967386CC09}">
      <dsp:nvSpPr>
        <dsp:cNvPr id="0" name=""/>
        <dsp:cNvSpPr/>
      </dsp:nvSpPr>
      <dsp:spPr>
        <a:xfrm rot="10800000">
          <a:off x="5389745" y="2905936"/>
          <a:ext cx="456439" cy="5339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10800000">
        <a:off x="5526677" y="3012726"/>
        <a:ext cx="319507" cy="320368"/>
      </dsp:txXfrm>
    </dsp:sp>
    <dsp:sp modelId="{D84DFA26-FE04-44E0-8E0E-47B4F699BC2C}">
      <dsp:nvSpPr>
        <dsp:cNvPr id="0" name=""/>
        <dsp:cNvSpPr/>
      </dsp:nvSpPr>
      <dsp:spPr>
        <a:xfrm>
          <a:off x="3021427" y="2527005"/>
          <a:ext cx="2153016" cy="12918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Visualization of predictions</a:t>
          </a:r>
        </a:p>
      </dsp:txBody>
      <dsp:txXfrm>
        <a:off x="3059263" y="2564841"/>
        <a:ext cx="2077344" cy="12161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40A9CA-50D7-42A5-9E1C-1A3085374682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C5471C-06A3-4657-AB4C-14B473D23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850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dx.doi.org/10.1007/s11042-023-14757-8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FFFFFF"/>
                </a:solidFill>
              </a:rPr>
              <a:t>Using CIFAR-10 and U-Net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C5471C-06A3-4657-AB4C-14B473D234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198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Ref: </a:t>
            </a:r>
            <a:r>
              <a:rPr lang="en-US" b="0" i="0" u="sng" dirty="0">
                <a:effectLst/>
                <a:latin typeface="Roboto" panose="02000000000000000000" pitchFamily="2" charset="0"/>
                <a:hlinkClick r:id="rId3"/>
              </a:rPr>
              <a:t>10.1007/s11042-023-14757-8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C5471C-06A3-4657-AB4C-14B473D2340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580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nydbXLcuA6W6ghe7rYczZAgx4y5V103Y#scrollTo=5CA4LafI6i4R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Box Packages">
            <a:extLst>
              <a:ext uri="{FF2B5EF4-FFF2-40B4-BE49-F238E27FC236}">
                <a16:creationId xmlns:a16="http://schemas.microsoft.com/office/drawing/2014/main" id="{19518DCE-8F9F-69D3-29DC-01FC1228AB5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12811" r="11975" b="-1"/>
          <a:stretch/>
        </p:blipFill>
        <p:spPr>
          <a:xfrm>
            <a:off x="-2285" y="10"/>
            <a:ext cx="9143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9143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325550"/>
            <a:ext cx="75438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4500">
                <a:solidFill>
                  <a:srgbClr val="FFFFFF"/>
                </a:solidFill>
              </a:rPr>
              <a:t>Image Classification and Semantic Segmentation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072043"/>
            <a:ext cx="75438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FFFFFF"/>
                </a:solidFill>
              </a:rPr>
              <a:t>YoobeeColleges</a:t>
            </a:r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8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5F55C16-BC21-49EF-A4FF-C3155BB93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6300" y="365125"/>
            <a:ext cx="3829048" cy="1952744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Outline: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C5F069E-AFE6-4825-8945-46F2918A5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4587427" cy="6858000"/>
          </a:xfrm>
          <a:custGeom>
            <a:avLst/>
            <a:gdLst>
              <a:gd name="connsiteX0" fmla="*/ 0 w 6116569"/>
              <a:gd name="connsiteY0" fmla="*/ 0 h 6879321"/>
              <a:gd name="connsiteX1" fmla="*/ 2935851 w 6116569"/>
              <a:gd name="connsiteY1" fmla="*/ 0 h 6879321"/>
              <a:gd name="connsiteX2" fmla="*/ 3238280 w 6116569"/>
              <a:gd name="connsiteY2" fmla="*/ 31980 h 6879321"/>
              <a:gd name="connsiteX3" fmla="*/ 3660541 w 6116569"/>
              <a:gd name="connsiteY3" fmla="*/ 550772 h 6879321"/>
              <a:gd name="connsiteX4" fmla="*/ 3808902 w 6116569"/>
              <a:gd name="connsiteY4" fmla="*/ 589860 h 6879321"/>
              <a:gd name="connsiteX5" fmla="*/ 4413762 w 6116569"/>
              <a:gd name="connsiteY5" fmla="*/ 625393 h 6879321"/>
              <a:gd name="connsiteX6" fmla="*/ 4567830 w 6116569"/>
              <a:gd name="connsiteY6" fmla="*/ 721333 h 6879321"/>
              <a:gd name="connsiteX7" fmla="*/ 4171247 w 6116569"/>
              <a:gd name="connsiteY7" fmla="*/ 792401 h 6879321"/>
              <a:gd name="connsiteX8" fmla="*/ 4376671 w 6116569"/>
              <a:gd name="connsiteY8" fmla="*/ 842148 h 6879321"/>
              <a:gd name="connsiteX9" fmla="*/ 4527887 w 6116569"/>
              <a:gd name="connsiteY9" fmla="*/ 813722 h 6879321"/>
              <a:gd name="connsiteX10" fmla="*/ 4633452 w 6116569"/>
              <a:gd name="connsiteY10" fmla="*/ 799508 h 6879321"/>
              <a:gd name="connsiteX11" fmla="*/ 4947293 w 6116569"/>
              <a:gd name="connsiteY11" fmla="*/ 870576 h 6879321"/>
              <a:gd name="connsiteX12" fmla="*/ 5263988 w 6116569"/>
              <a:gd name="connsiteY12" fmla="*/ 820828 h 6879321"/>
              <a:gd name="connsiteX13" fmla="*/ 5249723 w 6116569"/>
              <a:gd name="connsiteY13" fmla="*/ 895449 h 6879321"/>
              <a:gd name="connsiteX14" fmla="*/ 4744723 w 6116569"/>
              <a:gd name="connsiteY14" fmla="*/ 1197485 h 6879321"/>
              <a:gd name="connsiteX15" fmla="*/ 4767548 w 6116569"/>
              <a:gd name="connsiteY15" fmla="*/ 1346727 h 6879321"/>
              <a:gd name="connsiteX16" fmla="*/ 4539299 w 6116569"/>
              <a:gd name="connsiteY16" fmla="*/ 1421348 h 6879321"/>
              <a:gd name="connsiteX17" fmla="*/ 4607773 w 6116569"/>
              <a:gd name="connsiteY17" fmla="*/ 1485309 h 6879321"/>
              <a:gd name="connsiteX18" fmla="*/ 4579242 w 6116569"/>
              <a:gd name="connsiteY18" fmla="*/ 1535055 h 6879321"/>
              <a:gd name="connsiteX19" fmla="*/ 5278255 w 6116569"/>
              <a:gd name="connsiteY19" fmla="*/ 1609676 h 6879321"/>
              <a:gd name="connsiteX20" fmla="*/ 5771843 w 6116569"/>
              <a:gd name="connsiteY20" fmla="*/ 1630997 h 6879321"/>
              <a:gd name="connsiteX21" fmla="*/ 6105656 w 6116569"/>
              <a:gd name="connsiteY21" fmla="*/ 1748257 h 6879321"/>
              <a:gd name="connsiteX22" fmla="*/ 5691955 w 6116569"/>
              <a:gd name="connsiteY22" fmla="*/ 2167555 h 6879321"/>
              <a:gd name="connsiteX23" fmla="*/ 5475118 w 6116569"/>
              <a:gd name="connsiteY23" fmla="*/ 2348776 h 6879321"/>
              <a:gd name="connsiteX24" fmla="*/ 5826051 w 6116569"/>
              <a:gd name="connsiteY24" fmla="*/ 2291922 h 6879321"/>
              <a:gd name="connsiteX25" fmla="*/ 5552153 w 6116569"/>
              <a:gd name="connsiteY25" fmla="*/ 2597513 h 6879321"/>
              <a:gd name="connsiteX26" fmla="*/ 5603508 w 6116569"/>
              <a:gd name="connsiteY26" fmla="*/ 2647260 h 6879321"/>
              <a:gd name="connsiteX27" fmla="*/ 5700515 w 6116569"/>
              <a:gd name="connsiteY27" fmla="*/ 2679240 h 6879321"/>
              <a:gd name="connsiteX28" fmla="*/ 5246870 w 6116569"/>
              <a:gd name="connsiteY28" fmla="*/ 2888889 h 6879321"/>
              <a:gd name="connsiteX29" fmla="*/ 4836022 w 6116569"/>
              <a:gd name="connsiteY29" fmla="*/ 3169605 h 6879321"/>
              <a:gd name="connsiteX30" fmla="*/ 4736163 w 6116569"/>
              <a:gd name="connsiteY30" fmla="*/ 3233565 h 6879321"/>
              <a:gd name="connsiteX31" fmla="*/ 4853141 w 6116569"/>
              <a:gd name="connsiteY31" fmla="*/ 3233565 h 6879321"/>
              <a:gd name="connsiteX32" fmla="*/ 4944440 w 6116569"/>
              <a:gd name="connsiteY32" fmla="*/ 3226459 h 6879321"/>
              <a:gd name="connsiteX33" fmla="*/ 5109921 w 6116569"/>
              <a:gd name="connsiteY33" fmla="*/ 3283313 h 6879321"/>
              <a:gd name="connsiteX34" fmla="*/ 5694809 w 6116569"/>
              <a:gd name="connsiteY34" fmla="*/ 3141178 h 6879321"/>
              <a:gd name="connsiteX35" fmla="*/ 5566419 w 6116569"/>
              <a:gd name="connsiteY35" fmla="*/ 3301079 h 6879321"/>
              <a:gd name="connsiteX36" fmla="*/ 5415203 w 6116569"/>
              <a:gd name="connsiteY36" fmla="*/ 3397020 h 6879321"/>
              <a:gd name="connsiteX37" fmla="*/ 5612068 w 6116569"/>
              <a:gd name="connsiteY37" fmla="*/ 3432554 h 6879321"/>
              <a:gd name="connsiteX38" fmla="*/ 5206927 w 6116569"/>
              <a:gd name="connsiteY38" fmla="*/ 3599562 h 6879321"/>
              <a:gd name="connsiteX39" fmla="*/ 5301079 w 6116569"/>
              <a:gd name="connsiteY39" fmla="*/ 3723930 h 6879321"/>
              <a:gd name="connsiteX40" fmla="*/ 4507915 w 6116569"/>
              <a:gd name="connsiteY40" fmla="*/ 4306683 h 6879321"/>
              <a:gd name="connsiteX41" fmla="*/ 3982942 w 6116569"/>
              <a:gd name="connsiteY41" fmla="*/ 4587399 h 6879321"/>
              <a:gd name="connsiteX42" fmla="*/ 4185513 w 6116569"/>
              <a:gd name="connsiteY42" fmla="*/ 4541205 h 6879321"/>
              <a:gd name="connsiteX43" fmla="*/ 5212633 w 6116569"/>
              <a:gd name="connsiteY43" fmla="*/ 4455924 h 6879321"/>
              <a:gd name="connsiteX44" fmla="*/ 5312492 w 6116569"/>
              <a:gd name="connsiteY44" fmla="*/ 4473691 h 6879321"/>
              <a:gd name="connsiteX45" fmla="*/ 4596361 w 6116569"/>
              <a:gd name="connsiteY45" fmla="*/ 4818368 h 6879321"/>
              <a:gd name="connsiteX46" fmla="*/ 4873113 w 6116569"/>
              <a:gd name="connsiteY46" fmla="*/ 4885882 h 6879321"/>
              <a:gd name="connsiteX47" fmla="*/ 4935881 w 6116569"/>
              <a:gd name="connsiteY47" fmla="*/ 4914309 h 6879321"/>
              <a:gd name="connsiteX48" fmla="*/ 4873113 w 6116569"/>
              <a:gd name="connsiteY48" fmla="*/ 5003143 h 6879321"/>
              <a:gd name="connsiteX49" fmla="*/ 4721898 w 6116569"/>
              <a:gd name="connsiteY49" fmla="*/ 5095530 h 6879321"/>
              <a:gd name="connsiteX50" fmla="*/ 5132745 w 6116569"/>
              <a:gd name="connsiteY50" fmla="*/ 4949842 h 6879321"/>
              <a:gd name="connsiteX51" fmla="*/ 5101362 w 6116569"/>
              <a:gd name="connsiteY51" fmla="*/ 5081317 h 6879321"/>
              <a:gd name="connsiteX52" fmla="*/ 5138452 w 6116569"/>
              <a:gd name="connsiteY52" fmla="*/ 5198578 h 6879321"/>
              <a:gd name="connsiteX53" fmla="*/ 4904497 w 6116569"/>
              <a:gd name="connsiteY53" fmla="*/ 5362033 h 6879321"/>
              <a:gd name="connsiteX54" fmla="*/ 4579242 w 6116569"/>
              <a:gd name="connsiteY54" fmla="*/ 5674729 h 6879321"/>
              <a:gd name="connsiteX55" fmla="*/ 4253988 w 6116569"/>
              <a:gd name="connsiteY55" fmla="*/ 5884379 h 6879321"/>
              <a:gd name="connsiteX56" fmla="*/ 3985795 w 6116569"/>
              <a:gd name="connsiteY56" fmla="*/ 6069153 h 6879321"/>
              <a:gd name="connsiteX57" fmla="*/ 4231163 w 6116569"/>
              <a:gd name="connsiteY57" fmla="*/ 6030066 h 6879321"/>
              <a:gd name="connsiteX58" fmla="*/ 3814609 w 6116569"/>
              <a:gd name="connsiteY58" fmla="*/ 6317889 h 6879321"/>
              <a:gd name="connsiteX59" fmla="*/ 3751840 w 6116569"/>
              <a:gd name="connsiteY59" fmla="*/ 6339209 h 6879321"/>
              <a:gd name="connsiteX60" fmla="*/ 3089919 w 6116569"/>
              <a:gd name="connsiteY60" fmla="*/ 6563071 h 6879321"/>
              <a:gd name="connsiteX61" fmla="*/ 2961529 w 6116569"/>
              <a:gd name="connsiteY61" fmla="*/ 6662566 h 6879321"/>
              <a:gd name="connsiteX62" fmla="*/ 3107038 w 6116569"/>
              <a:gd name="connsiteY62" fmla="*/ 6673226 h 6879321"/>
              <a:gd name="connsiteX63" fmla="*/ 3594919 w 6116569"/>
              <a:gd name="connsiteY63" fmla="*/ 6591499 h 6879321"/>
              <a:gd name="connsiteX64" fmla="*/ 3261106 w 6116569"/>
              <a:gd name="connsiteY64" fmla="*/ 6726527 h 6879321"/>
              <a:gd name="connsiteX65" fmla="*/ 3620597 w 6116569"/>
              <a:gd name="connsiteY65" fmla="*/ 6740740 h 6879321"/>
              <a:gd name="connsiteX66" fmla="*/ 3703337 w 6116569"/>
              <a:gd name="connsiteY66" fmla="*/ 6826020 h 6879321"/>
              <a:gd name="connsiteX67" fmla="*/ 3689072 w 6116569"/>
              <a:gd name="connsiteY67" fmla="*/ 6879321 h 6879321"/>
              <a:gd name="connsiteX68" fmla="*/ 0 w 6116569"/>
              <a:gd name="connsiteY68" fmla="*/ 6879321 h 6879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19B9D2E1-CD5B-F831-4EBD-DB02E4E4EA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850" y="2317508"/>
            <a:ext cx="2396403" cy="239640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6300" y="2497257"/>
            <a:ext cx="3829048" cy="3679705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700" b="1" dirty="0"/>
              <a:t>• Introduction to Image Classification &amp; Semantic Segmentation</a:t>
            </a:r>
          </a:p>
          <a:p>
            <a:pPr marL="0" indent="0">
              <a:lnSpc>
                <a:spcPct val="90000"/>
              </a:lnSpc>
              <a:buNone/>
            </a:pPr>
            <a:endParaRPr lang="en-US" sz="1700" b="1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700" b="1" dirty="0"/>
              <a:t>• Overview of CIFAR-10 Dataset</a:t>
            </a:r>
          </a:p>
          <a:p>
            <a:pPr marL="0" indent="0">
              <a:lnSpc>
                <a:spcPct val="90000"/>
              </a:lnSpc>
              <a:buNone/>
            </a:pPr>
            <a:endParaRPr lang="en-US" sz="1700" b="1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700" b="1" dirty="0"/>
              <a:t>• U-Net Architecture for Semantic Segmentation</a:t>
            </a:r>
          </a:p>
          <a:p>
            <a:pPr marL="0" indent="0">
              <a:lnSpc>
                <a:spcPct val="90000"/>
              </a:lnSpc>
              <a:buNone/>
            </a:pPr>
            <a:endParaRPr lang="en-US" sz="1700" b="1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700" b="1" dirty="0"/>
              <a:t>• Practical Implementation</a:t>
            </a:r>
          </a:p>
          <a:p>
            <a:pPr marL="0" indent="0">
              <a:lnSpc>
                <a:spcPct val="90000"/>
              </a:lnSpc>
              <a:buNone/>
            </a:pPr>
            <a:endParaRPr lang="en-US" sz="1700" b="1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700" b="1" dirty="0"/>
              <a:t>• Results and Evaluation</a:t>
            </a:r>
          </a:p>
          <a:p>
            <a:pPr marL="0" indent="0">
              <a:lnSpc>
                <a:spcPct val="90000"/>
              </a:lnSpc>
              <a:buNone/>
            </a:pPr>
            <a:endParaRPr lang="en-US" sz="1700" b="1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700" b="1" dirty="0"/>
              <a:t>• Resources &amp; Further Reading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3D stairs design">
            <a:extLst>
              <a:ext uri="{FF2B5EF4-FFF2-40B4-BE49-F238E27FC236}">
                <a16:creationId xmlns:a16="http://schemas.microsoft.com/office/drawing/2014/main" id="{25F2B095-3C7C-6D95-1AA4-665C688B22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31A39F-3414-A977-D842-90BF3799A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539" y="877496"/>
            <a:ext cx="4935804" cy="2477043"/>
          </a:xfrm>
          <a:prstGeom prst="ellipse">
            <a:avLst/>
          </a:prstGeom>
          <a:solidFill>
            <a:srgbClr val="FFFFFF"/>
          </a:solidFill>
          <a:ln w="174625" cmpd="thinThick">
            <a:solidFill>
              <a:srgbClr val="FFFFFF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500" kern="1200" dirty="0">
                <a:solidFill>
                  <a:srgbClr val="262626"/>
                </a:solidFill>
                <a:latin typeface="+mj-lt"/>
                <a:ea typeface="+mj-ea"/>
                <a:cs typeface="+mj-cs"/>
              </a:rPr>
              <a:t>Image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786376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onnected lines and dots to form a network">
            <a:extLst>
              <a:ext uri="{FF2B5EF4-FFF2-40B4-BE49-F238E27FC236}">
                <a16:creationId xmlns:a16="http://schemas.microsoft.com/office/drawing/2014/main" id="{28E9C583-10DC-3CB6-BB67-BEA322D40D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169" r="383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870DEF6-46A2-D4F8-8BE6-91165D93E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950" y="1860919"/>
            <a:ext cx="3731460" cy="3108645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2FC6F9-0245-F4FF-C5E7-046E78AA0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7896" y="2299176"/>
            <a:ext cx="3098526" cy="15711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100"/>
              <a:t>CNN algorithms for image Classification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2632D6-DED9-FDEC-FD9F-09FF0A45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52377" y="403477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0693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D2A921-33C0-B38D-5241-5E9B3902B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677" y="949325"/>
            <a:ext cx="6053779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57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CIFAR-10 Dataset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8963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9144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216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Image Classification Using CIFAR-10 Dataset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F9A871D-E80B-6671-7DBA-F9C105AC6D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9405936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Formulas written on a blackboard">
            <a:extLst>
              <a:ext uri="{FF2B5EF4-FFF2-40B4-BE49-F238E27FC236}">
                <a16:creationId xmlns:a16="http://schemas.microsoft.com/office/drawing/2014/main" id="{FB67DB7E-349D-E50D-FC9D-DF7D017E904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3600" r="7398" b="-2"/>
          <a:stretch/>
        </p:blipFill>
        <p:spPr>
          <a:xfrm>
            <a:off x="20" y="1"/>
            <a:ext cx="9143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E60DAE-54D5-BB96-7715-2ECB59D3F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122362"/>
            <a:ext cx="6858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5100">
                <a:solidFill>
                  <a:srgbClr val="FFFFFF"/>
                </a:solidFill>
              </a:rPr>
              <a:t>Image calcification Activity using sample code based on CNN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60D30-19D9-4DF1-A747-DC421C1A4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4159404"/>
            <a:ext cx="6858000" cy="109839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>
                <a:solidFill>
                  <a:srgbClr val="FFFFFF"/>
                </a:solidFill>
              </a:rPr>
              <a:t>See file in BlackBoard</a:t>
            </a:r>
          </a:p>
        </p:txBody>
      </p:sp>
    </p:spTree>
    <p:extLst>
      <p:ext uri="{BB962C8B-B14F-4D97-AF65-F5344CB8AC3E}">
        <p14:creationId xmlns:p14="http://schemas.microsoft.com/office/powerpoint/2010/main" val="24413235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609FF9A-4FCE-468E-A86A-C9AB525EA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1E12D4-3A88-428D-8E5E-AF1AFD923D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3D abstract blue and gold cube illustration">
            <a:extLst>
              <a:ext uri="{FF2B5EF4-FFF2-40B4-BE49-F238E27FC236}">
                <a16:creationId xmlns:a16="http://schemas.microsoft.com/office/drawing/2014/main" id="{5043A538-D970-21F1-4DBF-F965B5D218D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l="1565" r="18435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06B0BE-92FA-198A-7B74-4C111080D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14402"/>
            <a:ext cx="7886700" cy="29859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500" dirty="0">
                <a:solidFill>
                  <a:srgbClr val="FFFFFF"/>
                </a:solidFill>
              </a:rPr>
              <a:t>Unstructured data segmentation</a:t>
            </a:r>
          </a:p>
        </p:txBody>
      </p:sp>
    </p:spTree>
    <p:extLst>
      <p:ext uri="{BB962C8B-B14F-4D97-AF65-F5344CB8AC3E}">
        <p14:creationId xmlns:p14="http://schemas.microsoft.com/office/powerpoint/2010/main" val="1717689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5D22F6-E205-718A-B686-EEF21D74801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4358" r="6640" b="-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</a:rPr>
              <a:t>Semantic Segmentation with 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U-Net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880081-63E0-6676-6943-2A46DF83C0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5951514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F90710-F642-F543-7EEC-D5F4CD22F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062" y="3113947"/>
            <a:ext cx="3604497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Schematic view of U-Net Algorithm</a:t>
            </a:r>
          </a:p>
        </p:txBody>
      </p:sp>
      <p:pic>
        <p:nvPicPr>
          <p:cNvPr id="15" name="Graphic 14" descr="Server">
            <a:extLst>
              <a:ext uri="{FF2B5EF4-FFF2-40B4-BE49-F238E27FC236}">
                <a16:creationId xmlns:a16="http://schemas.microsoft.com/office/drawing/2014/main" id="{8723C731-EF2B-003E-748A-9B039B55A2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688050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6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963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8" name="Color Cover">
            <a:extLst>
              <a:ext uri="{FF2B5EF4-FFF2-40B4-BE49-F238E27FC236}">
                <a16:creationId xmlns:a16="http://schemas.microsoft.com/office/drawing/2014/main" id="{8B2B1708-8CE4-4A20-94F5-55118AE2C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4119"/>
            <a:ext cx="914171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40" name="Group 1039">
            <a:extLst>
              <a:ext uri="{FF2B5EF4-FFF2-40B4-BE49-F238E27FC236}">
                <a16:creationId xmlns:a16="http://schemas.microsoft.com/office/drawing/2014/main" id="{5D095D3E-C464-41D5-87FA-07742698A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1714" cy="6858000"/>
            <a:chOff x="651279" y="598259"/>
            <a:chExt cx="10889442" cy="5680742"/>
          </a:xfrm>
        </p:grpSpPr>
        <p:sp>
          <p:nvSpPr>
            <p:cNvPr id="1041" name="Color">
              <a:extLst>
                <a:ext uri="{FF2B5EF4-FFF2-40B4-BE49-F238E27FC236}">
                  <a16:creationId xmlns:a16="http://schemas.microsoft.com/office/drawing/2014/main" id="{7722DCE9-76F1-42AC-AC0A-487CFB0873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2" name="Color">
              <a:extLst>
                <a:ext uri="{FF2B5EF4-FFF2-40B4-BE49-F238E27FC236}">
                  <a16:creationId xmlns:a16="http://schemas.microsoft.com/office/drawing/2014/main" id="{B29A5FA1-D0E7-448B-AB7D-032F01D5B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44" name="Color">
            <a:extLst>
              <a:ext uri="{FF2B5EF4-FFF2-40B4-BE49-F238E27FC236}">
                <a16:creationId xmlns:a16="http://schemas.microsoft.com/office/drawing/2014/main" id="{C58F402F-FDB5-409B-8818-B6FCE06E57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603" y="598259"/>
            <a:ext cx="8167081" cy="5680742"/>
          </a:xfrm>
          <a:prstGeom prst="rect">
            <a:avLst/>
          </a:prstGeom>
          <a:solidFill>
            <a:srgbClr val="FB45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Schematic diagram of the proposed U-Net based deep learning network to detect and classify breast cancer masses">
            <a:extLst>
              <a:ext uri="{FF2B5EF4-FFF2-40B4-BE49-F238E27FC236}">
                <a16:creationId xmlns:a16="http://schemas.microsoft.com/office/drawing/2014/main" id="{0198E784-1BCE-BEA7-A7EB-4BABD77091D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076" y="1953992"/>
            <a:ext cx="7351456" cy="4061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46" name="Group 1045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D4157D7-64A3-5662-A789-086883D92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483" y="842332"/>
            <a:ext cx="7666060" cy="1059999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300" b="0" i="0" kern="1200" dirty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  <a:t>Schematic diagram of the proposed U-Net based deep learning network to detect and classify breast cancer masses</a:t>
            </a:r>
            <a:br>
              <a:rPr lang="en-US" sz="2300" b="0" i="0" kern="1200" dirty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</a:br>
            <a:endParaRPr lang="en-US" sz="23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77836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Preprocessing and Augmentation</a:t>
            </a:r>
          </a:p>
          <a:p>
            <a:r>
              <a:t>• Choosing loss functions &amp; metrics</a:t>
            </a:r>
          </a:p>
          <a:p>
            <a:r>
              <a:t>• Training procedures</a:t>
            </a:r>
          </a:p>
          <a:p>
            <a:r>
              <a:t>• Evaluating model performance:</a:t>
            </a:r>
          </a:p>
          <a:p>
            <a:r>
              <a:t>  - Accuracy, Precision, Recall, F1-score (Classification)</a:t>
            </a:r>
          </a:p>
          <a:p>
            <a:r>
              <a:t>  - IoU (Intersection over Union), Dice coefficient (Segmentation)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Demo and Results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B8B9F40-34CB-F4D9-C97A-FE99996ABB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703789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F881BA-88CF-7D9B-A031-FE0220CEC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01221"/>
            <a:ext cx="7886700" cy="134806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300" dirty="0">
                <a:solidFill>
                  <a:srgbClr val="FFFFFF"/>
                </a:solidFill>
              </a:rPr>
              <a:t>Sample Code for Multi-level Image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3DC23-3B51-C511-716E-81A9AEAF6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586789"/>
            <a:ext cx="7886700" cy="3590174"/>
          </a:xfrm>
        </p:spPr>
        <p:txBody>
          <a:bodyPr>
            <a:normAutofit/>
          </a:bodyPr>
          <a:lstStyle/>
          <a:p>
            <a:r>
              <a:rPr lang="en-US" sz="1900"/>
              <a:t>See below link: </a:t>
            </a:r>
            <a:r>
              <a:rPr lang="en-US" sz="1900">
                <a:hlinkClick r:id="rId2"/>
              </a:rPr>
              <a:t>https://colab.research.google.com/drive/1nydbXLcuA6W6ghe7rYczZAgx4y5V103Y#scrollTo=5CA4LafI6i4R</a:t>
            </a:r>
            <a:r>
              <a:rPr lang="en-US" sz="19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01142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963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lor Cover">
            <a:extLst>
              <a:ext uri="{FF2B5EF4-FFF2-40B4-BE49-F238E27FC236}">
                <a16:creationId xmlns:a16="http://schemas.microsoft.com/office/drawing/2014/main" id="{8B2B1708-8CE4-4A20-94F5-55118AE2C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4119"/>
            <a:ext cx="914171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D095D3E-C464-41D5-87FA-07742698A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1714" cy="6858000"/>
            <a:chOff x="651279" y="598259"/>
            <a:chExt cx="10889442" cy="5680742"/>
          </a:xfrm>
        </p:grpSpPr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7722DCE9-76F1-42AC-AC0A-487CFB0873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B29A5FA1-D0E7-448B-AB7D-032F01D5B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8" name="Color">
            <a:extLst>
              <a:ext uri="{FF2B5EF4-FFF2-40B4-BE49-F238E27FC236}">
                <a16:creationId xmlns:a16="http://schemas.microsoft.com/office/drawing/2014/main" id="{C58F402F-FDB5-409B-8818-B6FCE06E57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603" y="598259"/>
            <a:ext cx="8167081" cy="56807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 descr="Help">
            <a:extLst>
              <a:ext uri="{FF2B5EF4-FFF2-40B4-BE49-F238E27FC236}">
                <a16:creationId xmlns:a16="http://schemas.microsoft.com/office/drawing/2014/main" id="{16C05BBB-0304-5184-1B33-60DC5381F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0480" y="906795"/>
            <a:ext cx="5033644" cy="5033644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9483" y="842332"/>
            <a:ext cx="2688835" cy="278205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9482" y="3604221"/>
            <a:ext cx="2688835" cy="24114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Feel free to ask questions about today's topics.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3088" y="0"/>
            <a:ext cx="7177823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280AB5-2F44-7BC2-A187-9156B1667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037" y="955309"/>
            <a:ext cx="5305926" cy="28989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5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80553-5B50-9519-7610-686E2B00A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1971" y="4533813"/>
            <a:ext cx="5551857" cy="938463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5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Develop a code to do the image sematic segmentation using U-Net model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0654" y="4173498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04711 w 3182692"/>
              <a:gd name="connsiteY1" fmla="*/ 0 h 18288"/>
              <a:gd name="connsiteX2" fmla="*/ 1241250 w 3182692"/>
              <a:gd name="connsiteY2" fmla="*/ 0 h 18288"/>
              <a:gd name="connsiteX3" fmla="*/ 1909615 w 3182692"/>
              <a:gd name="connsiteY3" fmla="*/ 0 h 18288"/>
              <a:gd name="connsiteX4" fmla="*/ 2577981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482500 w 3182692"/>
              <a:gd name="connsiteY7" fmla="*/ 18288 h 18288"/>
              <a:gd name="connsiteX8" fmla="*/ 1782308 w 3182692"/>
              <a:gd name="connsiteY8" fmla="*/ 18288 h 18288"/>
              <a:gd name="connsiteX9" fmla="*/ 1145769 w 3182692"/>
              <a:gd name="connsiteY9" fmla="*/ 18288 h 18288"/>
              <a:gd name="connsiteX10" fmla="*/ 0 w 3182692"/>
              <a:gd name="connsiteY10" fmla="*/ 18288 h 18288"/>
              <a:gd name="connsiteX11" fmla="*/ 0 w 3182692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307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299</Words>
  <Application>Microsoft Office PowerPoint</Application>
  <PresentationFormat>On-screen Show (4:3)</PresentationFormat>
  <Paragraphs>55</Paragraphs>
  <Slides>16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Roboto</vt:lpstr>
      <vt:lpstr>Office Theme</vt:lpstr>
      <vt:lpstr>Image Classification and Semantic Segmentation</vt:lpstr>
      <vt:lpstr>Outline:</vt:lpstr>
      <vt:lpstr>Image Classification</vt:lpstr>
      <vt:lpstr>CNN algorithms for image Classification</vt:lpstr>
      <vt:lpstr>CIFAR-10 Dataset</vt:lpstr>
      <vt:lpstr>Image Classification Using CIFAR-10 Dataset</vt:lpstr>
      <vt:lpstr>Image calcification Activity using sample code based on CNN algorithm</vt:lpstr>
      <vt:lpstr>Unstructured data segmentation</vt:lpstr>
      <vt:lpstr>Semantic Segmentation with  U-Net</vt:lpstr>
      <vt:lpstr>Schematic view of U-Net Algorithm</vt:lpstr>
      <vt:lpstr>Schematic diagram of the proposed U-Net based deep learning network to detect and classify breast cancer masses </vt:lpstr>
      <vt:lpstr>Practical Considerations</vt:lpstr>
      <vt:lpstr>Demo and Results</vt:lpstr>
      <vt:lpstr>Sample Code for Multi-level Image Classification</vt:lpstr>
      <vt:lpstr>Q&amp;A</vt:lpstr>
      <vt:lpstr>Activity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Mohammad Norouzifard</cp:lastModifiedBy>
  <cp:revision>12</cp:revision>
  <dcterms:created xsi:type="dcterms:W3CDTF">2013-01-27T09:14:16Z</dcterms:created>
  <dcterms:modified xsi:type="dcterms:W3CDTF">2025-03-11T06:57:53Z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6ed6d7-747c-41fd-b042-ff14484edc24_Enabled">
    <vt:lpwstr>true</vt:lpwstr>
  </property>
  <property fmtid="{D5CDD505-2E9C-101B-9397-08002B2CF9AE}" pid="3" name="MSIP_Label_c96ed6d7-747c-41fd-b042-ff14484edc24_SetDate">
    <vt:lpwstr>2025-03-11T05:00:13Z</vt:lpwstr>
  </property>
  <property fmtid="{D5CDD505-2E9C-101B-9397-08002B2CF9AE}" pid="4" name="MSIP_Label_c96ed6d7-747c-41fd-b042-ff14484edc24_Method">
    <vt:lpwstr>Standard</vt:lpwstr>
  </property>
  <property fmtid="{D5CDD505-2E9C-101B-9397-08002B2CF9AE}" pid="5" name="MSIP_Label_c96ed6d7-747c-41fd-b042-ff14484edc24_Name">
    <vt:lpwstr>defa4170-0d19-0005-0004-bc88714345d2</vt:lpwstr>
  </property>
  <property fmtid="{D5CDD505-2E9C-101B-9397-08002B2CF9AE}" pid="6" name="MSIP_Label_c96ed6d7-747c-41fd-b042-ff14484edc24_SiteId">
    <vt:lpwstr>6a425d0d-58f2-4e36-8689-10002b2ec567</vt:lpwstr>
  </property>
  <property fmtid="{D5CDD505-2E9C-101B-9397-08002B2CF9AE}" pid="7" name="MSIP_Label_c96ed6d7-747c-41fd-b042-ff14484edc24_ActionId">
    <vt:lpwstr>a3b5ba68-b6b1-4550-9bce-91ac58426a90</vt:lpwstr>
  </property>
  <property fmtid="{D5CDD505-2E9C-101B-9397-08002B2CF9AE}" pid="8" name="MSIP_Label_c96ed6d7-747c-41fd-b042-ff14484edc24_ContentBits">
    <vt:lpwstr>0</vt:lpwstr>
  </property>
  <property fmtid="{D5CDD505-2E9C-101B-9397-08002B2CF9AE}" pid="9" name="MSIP_Label_c96ed6d7-747c-41fd-b042-ff14484edc24_Tag">
    <vt:lpwstr>10, 3, 0, 1</vt:lpwstr>
  </property>
</Properties>
</file>