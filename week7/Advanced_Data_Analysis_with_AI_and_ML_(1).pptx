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68" r:id="rId1"/>
  </p:sldMasterIdLst>
  <p:notesMasterIdLst>
    <p:notesMasterId r:id="rId45"/>
  </p:notesMasterIdLst>
  <p:sldIdLst>
    <p:sldId id="256" r:id="rId2"/>
    <p:sldId id="273" r:id="rId3"/>
    <p:sldId id="289" r:id="rId4"/>
    <p:sldId id="344" r:id="rId5"/>
    <p:sldId id="318" r:id="rId6"/>
    <p:sldId id="319" r:id="rId7"/>
    <p:sldId id="321" r:id="rId8"/>
    <p:sldId id="388" r:id="rId9"/>
    <p:sldId id="346" r:id="rId10"/>
    <p:sldId id="347" r:id="rId11"/>
    <p:sldId id="348" r:id="rId12"/>
    <p:sldId id="345" r:id="rId13"/>
    <p:sldId id="349" r:id="rId14"/>
    <p:sldId id="351" r:id="rId15"/>
    <p:sldId id="350" r:id="rId16"/>
    <p:sldId id="352" r:id="rId17"/>
    <p:sldId id="354" r:id="rId18"/>
    <p:sldId id="355" r:id="rId19"/>
    <p:sldId id="356" r:id="rId20"/>
    <p:sldId id="357" r:id="rId21"/>
    <p:sldId id="360" r:id="rId22"/>
    <p:sldId id="290" r:id="rId23"/>
    <p:sldId id="358" r:id="rId24"/>
    <p:sldId id="359" r:id="rId25"/>
    <p:sldId id="362" r:id="rId26"/>
    <p:sldId id="361" r:id="rId27"/>
    <p:sldId id="363" r:id="rId28"/>
    <p:sldId id="364" r:id="rId29"/>
    <p:sldId id="366" r:id="rId30"/>
    <p:sldId id="367" r:id="rId31"/>
    <p:sldId id="368" r:id="rId32"/>
    <p:sldId id="371" r:id="rId33"/>
    <p:sldId id="374" r:id="rId34"/>
    <p:sldId id="386" r:id="rId35"/>
    <p:sldId id="376" r:id="rId36"/>
    <p:sldId id="379" r:id="rId37"/>
    <p:sldId id="387" r:id="rId38"/>
    <p:sldId id="380" r:id="rId39"/>
    <p:sldId id="381" r:id="rId40"/>
    <p:sldId id="382" r:id="rId41"/>
    <p:sldId id="383" r:id="rId42"/>
    <p:sldId id="305" r:id="rId43"/>
    <p:sldId id="316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2034"/>
    <a:srgbClr val="FF4A17"/>
    <a:srgbClr val="00BBD8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2774" autoAdjust="0"/>
  </p:normalViewPr>
  <p:slideViewPr>
    <p:cSldViewPr>
      <p:cViewPr varScale="1">
        <p:scale>
          <a:sx n="58" d="100"/>
          <a:sy n="58" d="100"/>
        </p:scale>
        <p:origin x="964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179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2990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ika Mohan" userId="9c97dccb-3b11-46db-940a-8dd6e1f2f096" providerId="ADAL" clId="{DFBC0136-3E64-4D03-BFC0-0F42DFA5744B}"/>
    <pc:docChg chg="undo redo custSel addSld delSld modSld sldOrd">
      <pc:chgData name="Deepika Mohan" userId="9c97dccb-3b11-46db-940a-8dd6e1f2f096" providerId="ADAL" clId="{DFBC0136-3E64-4D03-BFC0-0F42DFA5744B}" dt="2025-07-10T12:05:42.205" v="3509" actId="20577"/>
      <pc:docMkLst>
        <pc:docMk/>
      </pc:docMkLst>
      <pc:sldChg chg="modSp mod">
        <pc:chgData name="Deepika Mohan" userId="9c97dccb-3b11-46db-940a-8dd6e1f2f096" providerId="ADAL" clId="{DFBC0136-3E64-4D03-BFC0-0F42DFA5744B}" dt="2025-07-10T00:07:36.113" v="76" actId="20577"/>
        <pc:sldMkLst>
          <pc:docMk/>
          <pc:sldMk cId="2009129989" sldId="256"/>
        </pc:sldMkLst>
      </pc:sldChg>
      <pc:sldChg chg="modSp mod">
        <pc:chgData name="Deepika Mohan" userId="9c97dccb-3b11-46db-940a-8dd6e1f2f096" providerId="ADAL" clId="{DFBC0136-3E64-4D03-BFC0-0F42DFA5744B}" dt="2025-07-10T12:05:42.205" v="3509" actId="20577"/>
        <pc:sldMkLst>
          <pc:docMk/>
          <pc:sldMk cId="736733350" sldId="273"/>
        </pc:sldMkLst>
      </pc:sldChg>
      <pc:sldChg chg="addSp delSp modSp mod">
        <pc:chgData name="Deepika Mohan" userId="9c97dccb-3b11-46db-940a-8dd6e1f2f096" providerId="ADAL" clId="{DFBC0136-3E64-4D03-BFC0-0F42DFA5744B}" dt="2025-07-10T00:25:53.234" v="545" actId="478"/>
        <pc:sldMkLst>
          <pc:docMk/>
          <pc:sldMk cId="2805074428" sldId="289"/>
        </pc:sldMkLst>
      </pc:sldChg>
      <pc:sldChg chg="addSp delSp modSp del mod ord">
        <pc:chgData name="Deepika Mohan" userId="9c97dccb-3b11-46db-940a-8dd6e1f2f096" providerId="ADAL" clId="{DFBC0136-3E64-4D03-BFC0-0F42DFA5744B}" dt="2025-07-10T09:53:01.946" v="1624" actId="20577"/>
        <pc:sldMkLst>
          <pc:docMk/>
          <pc:sldMk cId="793229691" sldId="290"/>
        </pc:sldMkLst>
      </pc:sldChg>
      <pc:sldChg chg="addSp delSp modSp del mod">
        <pc:chgData name="Deepika Mohan" userId="9c97dccb-3b11-46db-940a-8dd6e1f2f096" providerId="ADAL" clId="{DFBC0136-3E64-4D03-BFC0-0F42DFA5744B}" dt="2025-07-10T10:23:10.148" v="1756" actId="47"/>
        <pc:sldMkLst>
          <pc:docMk/>
          <pc:sldMk cId="1135426641" sldId="291"/>
        </pc:sldMkLst>
      </pc:sldChg>
      <pc:sldChg chg="modSp mod">
        <pc:chgData name="Deepika Mohan" userId="9c97dccb-3b11-46db-940a-8dd6e1f2f096" providerId="ADAL" clId="{DFBC0136-3E64-4D03-BFC0-0F42DFA5744B}" dt="2025-07-10T10:32:57.913" v="1877" actId="20577"/>
        <pc:sldMkLst>
          <pc:docMk/>
          <pc:sldMk cId="1437614941" sldId="305"/>
        </pc:sldMkLst>
      </pc:sldChg>
      <pc:sldChg chg="modSp mod">
        <pc:chgData name="Deepika Mohan" userId="9c97dccb-3b11-46db-940a-8dd6e1f2f096" providerId="ADAL" clId="{DFBC0136-3E64-4D03-BFC0-0F42DFA5744B}" dt="2025-07-10T11:55:40.401" v="3470" actId="27636"/>
        <pc:sldMkLst>
          <pc:docMk/>
          <pc:sldMk cId="2396297221" sldId="314"/>
        </pc:sldMkLst>
      </pc:sldChg>
      <pc:sldChg chg="ord">
        <pc:chgData name="Deepika Mohan" userId="9c97dccb-3b11-46db-940a-8dd6e1f2f096" providerId="ADAL" clId="{DFBC0136-3E64-4D03-BFC0-0F42DFA5744B}" dt="2025-07-10T10:23:06.220" v="1755"/>
        <pc:sldMkLst>
          <pc:docMk/>
          <pc:sldMk cId="3296330474" sldId="315"/>
        </pc:sldMkLst>
      </pc:sldChg>
      <pc:sldChg chg="del">
        <pc:chgData name="Deepika Mohan" userId="9c97dccb-3b11-46db-940a-8dd6e1f2f096" providerId="ADAL" clId="{DFBC0136-3E64-4D03-BFC0-0F42DFA5744B}" dt="2025-07-10T10:23:11.226" v="1757" actId="47"/>
        <pc:sldMkLst>
          <pc:docMk/>
          <pc:sldMk cId="396178578" sldId="318"/>
        </pc:sldMkLst>
      </pc:sldChg>
      <pc:sldChg chg="del">
        <pc:chgData name="Deepika Mohan" userId="9c97dccb-3b11-46db-940a-8dd6e1f2f096" providerId="ADAL" clId="{DFBC0136-3E64-4D03-BFC0-0F42DFA5744B}" dt="2025-07-10T10:23:12.075" v="1758" actId="47"/>
        <pc:sldMkLst>
          <pc:docMk/>
          <pc:sldMk cId="2724675279" sldId="319"/>
        </pc:sldMkLst>
      </pc:sldChg>
      <pc:sldChg chg="del">
        <pc:chgData name="Deepika Mohan" userId="9c97dccb-3b11-46db-940a-8dd6e1f2f096" providerId="ADAL" clId="{DFBC0136-3E64-4D03-BFC0-0F42DFA5744B}" dt="2025-07-10T10:23:12.457" v="1759" actId="47"/>
        <pc:sldMkLst>
          <pc:docMk/>
          <pc:sldMk cId="1413512460" sldId="320"/>
        </pc:sldMkLst>
      </pc:sldChg>
      <pc:sldChg chg="del">
        <pc:chgData name="Deepika Mohan" userId="9c97dccb-3b11-46db-940a-8dd6e1f2f096" providerId="ADAL" clId="{DFBC0136-3E64-4D03-BFC0-0F42DFA5744B}" dt="2025-07-10T10:23:12.813" v="1760" actId="47"/>
        <pc:sldMkLst>
          <pc:docMk/>
          <pc:sldMk cId="2362495587" sldId="321"/>
        </pc:sldMkLst>
      </pc:sldChg>
      <pc:sldChg chg="del">
        <pc:chgData name="Deepika Mohan" userId="9c97dccb-3b11-46db-940a-8dd6e1f2f096" providerId="ADAL" clId="{DFBC0136-3E64-4D03-BFC0-0F42DFA5744B}" dt="2025-07-10T10:23:13.264" v="1761" actId="47"/>
        <pc:sldMkLst>
          <pc:docMk/>
          <pc:sldMk cId="4166131039" sldId="322"/>
        </pc:sldMkLst>
      </pc:sldChg>
      <pc:sldChg chg="del">
        <pc:chgData name="Deepika Mohan" userId="9c97dccb-3b11-46db-940a-8dd6e1f2f096" providerId="ADAL" clId="{DFBC0136-3E64-4D03-BFC0-0F42DFA5744B}" dt="2025-07-10T10:23:13.625" v="1762" actId="47"/>
        <pc:sldMkLst>
          <pc:docMk/>
          <pc:sldMk cId="3026400239" sldId="323"/>
        </pc:sldMkLst>
      </pc:sldChg>
      <pc:sldChg chg="del">
        <pc:chgData name="Deepika Mohan" userId="9c97dccb-3b11-46db-940a-8dd6e1f2f096" providerId="ADAL" clId="{DFBC0136-3E64-4D03-BFC0-0F42DFA5744B}" dt="2025-07-10T10:23:14.087" v="1763" actId="47"/>
        <pc:sldMkLst>
          <pc:docMk/>
          <pc:sldMk cId="1405833020" sldId="324"/>
        </pc:sldMkLst>
      </pc:sldChg>
      <pc:sldChg chg="del">
        <pc:chgData name="Deepika Mohan" userId="9c97dccb-3b11-46db-940a-8dd6e1f2f096" providerId="ADAL" clId="{DFBC0136-3E64-4D03-BFC0-0F42DFA5744B}" dt="2025-07-10T10:23:14.466" v="1764" actId="47"/>
        <pc:sldMkLst>
          <pc:docMk/>
          <pc:sldMk cId="334833439" sldId="325"/>
        </pc:sldMkLst>
      </pc:sldChg>
      <pc:sldChg chg="del">
        <pc:chgData name="Deepika Mohan" userId="9c97dccb-3b11-46db-940a-8dd6e1f2f096" providerId="ADAL" clId="{DFBC0136-3E64-4D03-BFC0-0F42DFA5744B}" dt="2025-07-10T10:23:14.852" v="1765" actId="47"/>
        <pc:sldMkLst>
          <pc:docMk/>
          <pc:sldMk cId="1619339376" sldId="326"/>
        </pc:sldMkLst>
      </pc:sldChg>
      <pc:sldChg chg="del">
        <pc:chgData name="Deepika Mohan" userId="9c97dccb-3b11-46db-940a-8dd6e1f2f096" providerId="ADAL" clId="{DFBC0136-3E64-4D03-BFC0-0F42DFA5744B}" dt="2025-07-10T10:23:15.441" v="1766" actId="47"/>
        <pc:sldMkLst>
          <pc:docMk/>
          <pc:sldMk cId="3076534078" sldId="327"/>
        </pc:sldMkLst>
      </pc:sldChg>
      <pc:sldChg chg="del">
        <pc:chgData name="Deepika Mohan" userId="9c97dccb-3b11-46db-940a-8dd6e1f2f096" providerId="ADAL" clId="{DFBC0136-3E64-4D03-BFC0-0F42DFA5744B}" dt="2025-07-10T10:23:15.842" v="1767" actId="47"/>
        <pc:sldMkLst>
          <pc:docMk/>
          <pc:sldMk cId="649060069" sldId="328"/>
        </pc:sldMkLst>
      </pc:sldChg>
      <pc:sldChg chg="del">
        <pc:chgData name="Deepika Mohan" userId="9c97dccb-3b11-46db-940a-8dd6e1f2f096" providerId="ADAL" clId="{DFBC0136-3E64-4D03-BFC0-0F42DFA5744B}" dt="2025-07-10T10:23:16.496" v="1768" actId="47"/>
        <pc:sldMkLst>
          <pc:docMk/>
          <pc:sldMk cId="29478172" sldId="329"/>
        </pc:sldMkLst>
      </pc:sldChg>
      <pc:sldChg chg="del">
        <pc:chgData name="Deepika Mohan" userId="9c97dccb-3b11-46db-940a-8dd6e1f2f096" providerId="ADAL" clId="{DFBC0136-3E64-4D03-BFC0-0F42DFA5744B}" dt="2025-07-10T10:23:17.421" v="1769" actId="47"/>
        <pc:sldMkLst>
          <pc:docMk/>
          <pc:sldMk cId="2935652920" sldId="331"/>
        </pc:sldMkLst>
      </pc:sldChg>
      <pc:sldChg chg="del">
        <pc:chgData name="Deepika Mohan" userId="9c97dccb-3b11-46db-940a-8dd6e1f2f096" providerId="ADAL" clId="{DFBC0136-3E64-4D03-BFC0-0F42DFA5744B}" dt="2025-07-10T10:23:18.297" v="1770" actId="47"/>
        <pc:sldMkLst>
          <pc:docMk/>
          <pc:sldMk cId="3804105694" sldId="332"/>
        </pc:sldMkLst>
      </pc:sldChg>
      <pc:sldChg chg="del">
        <pc:chgData name="Deepika Mohan" userId="9c97dccb-3b11-46db-940a-8dd6e1f2f096" providerId="ADAL" clId="{DFBC0136-3E64-4D03-BFC0-0F42DFA5744B}" dt="2025-07-10T10:23:18.831" v="1771" actId="47"/>
        <pc:sldMkLst>
          <pc:docMk/>
          <pc:sldMk cId="1751225450" sldId="333"/>
        </pc:sldMkLst>
      </pc:sldChg>
      <pc:sldChg chg="del">
        <pc:chgData name="Deepika Mohan" userId="9c97dccb-3b11-46db-940a-8dd6e1f2f096" providerId="ADAL" clId="{DFBC0136-3E64-4D03-BFC0-0F42DFA5744B}" dt="2025-07-10T10:23:19.281" v="1772" actId="47"/>
        <pc:sldMkLst>
          <pc:docMk/>
          <pc:sldMk cId="630835652" sldId="334"/>
        </pc:sldMkLst>
      </pc:sldChg>
      <pc:sldChg chg="del">
        <pc:chgData name="Deepika Mohan" userId="9c97dccb-3b11-46db-940a-8dd6e1f2f096" providerId="ADAL" clId="{DFBC0136-3E64-4D03-BFC0-0F42DFA5744B}" dt="2025-07-10T10:23:20.162" v="1773" actId="47"/>
        <pc:sldMkLst>
          <pc:docMk/>
          <pc:sldMk cId="1320462867" sldId="335"/>
        </pc:sldMkLst>
      </pc:sldChg>
      <pc:sldChg chg="del">
        <pc:chgData name="Deepika Mohan" userId="9c97dccb-3b11-46db-940a-8dd6e1f2f096" providerId="ADAL" clId="{DFBC0136-3E64-4D03-BFC0-0F42DFA5744B}" dt="2025-07-10T10:23:20.702" v="1774" actId="47"/>
        <pc:sldMkLst>
          <pc:docMk/>
          <pc:sldMk cId="3009722172" sldId="336"/>
        </pc:sldMkLst>
      </pc:sldChg>
      <pc:sldChg chg="del">
        <pc:chgData name="Deepika Mohan" userId="9c97dccb-3b11-46db-940a-8dd6e1f2f096" providerId="ADAL" clId="{DFBC0136-3E64-4D03-BFC0-0F42DFA5744B}" dt="2025-07-10T10:23:21.250" v="1775" actId="47"/>
        <pc:sldMkLst>
          <pc:docMk/>
          <pc:sldMk cId="3822375199" sldId="337"/>
        </pc:sldMkLst>
      </pc:sldChg>
      <pc:sldChg chg="del">
        <pc:chgData name="Deepika Mohan" userId="9c97dccb-3b11-46db-940a-8dd6e1f2f096" providerId="ADAL" clId="{DFBC0136-3E64-4D03-BFC0-0F42DFA5744B}" dt="2025-07-10T10:23:22.193" v="1776" actId="47"/>
        <pc:sldMkLst>
          <pc:docMk/>
          <pc:sldMk cId="2303668834" sldId="338"/>
        </pc:sldMkLst>
      </pc:sldChg>
      <pc:sldChg chg="del">
        <pc:chgData name="Deepika Mohan" userId="9c97dccb-3b11-46db-940a-8dd6e1f2f096" providerId="ADAL" clId="{DFBC0136-3E64-4D03-BFC0-0F42DFA5744B}" dt="2025-07-10T10:23:22.873" v="1777" actId="47"/>
        <pc:sldMkLst>
          <pc:docMk/>
          <pc:sldMk cId="1212203831" sldId="339"/>
        </pc:sldMkLst>
      </pc:sldChg>
      <pc:sldChg chg="del">
        <pc:chgData name="Deepika Mohan" userId="9c97dccb-3b11-46db-940a-8dd6e1f2f096" providerId="ADAL" clId="{DFBC0136-3E64-4D03-BFC0-0F42DFA5744B}" dt="2025-07-10T10:23:23.203" v="1778" actId="47"/>
        <pc:sldMkLst>
          <pc:docMk/>
          <pc:sldMk cId="1427435940" sldId="340"/>
        </pc:sldMkLst>
      </pc:sldChg>
      <pc:sldChg chg="del">
        <pc:chgData name="Deepika Mohan" userId="9c97dccb-3b11-46db-940a-8dd6e1f2f096" providerId="ADAL" clId="{DFBC0136-3E64-4D03-BFC0-0F42DFA5744B}" dt="2025-07-10T10:22:53.007" v="1753" actId="47"/>
        <pc:sldMkLst>
          <pc:docMk/>
          <pc:sldMk cId="2443411735" sldId="342"/>
        </pc:sldMkLst>
      </pc:sldChg>
      <pc:sldChg chg="add del">
        <pc:chgData name="Deepika Mohan" userId="9c97dccb-3b11-46db-940a-8dd6e1f2f096" providerId="ADAL" clId="{DFBC0136-3E64-4D03-BFC0-0F42DFA5744B}" dt="2025-07-10T10:23:27.014" v="1781" actId="47"/>
        <pc:sldMkLst>
          <pc:docMk/>
          <pc:sldMk cId="4206362393" sldId="343"/>
        </pc:sldMkLst>
      </pc:sldChg>
      <pc:sldChg chg="addSp delSp modSp add mod">
        <pc:chgData name="Deepika Mohan" userId="9c97dccb-3b11-46db-940a-8dd6e1f2f096" providerId="ADAL" clId="{DFBC0136-3E64-4D03-BFC0-0F42DFA5744B}" dt="2025-07-10T00:46:05.178" v="714" actId="1076"/>
        <pc:sldMkLst>
          <pc:docMk/>
          <pc:sldMk cId="1808337932" sldId="344"/>
        </pc:sldMkLst>
      </pc:sldChg>
      <pc:sldChg chg="addSp delSp modSp add mod">
        <pc:chgData name="Deepika Mohan" userId="9c97dccb-3b11-46db-940a-8dd6e1f2f096" providerId="ADAL" clId="{DFBC0136-3E64-4D03-BFC0-0F42DFA5744B}" dt="2025-07-10T00:51:18.826" v="786" actId="27636"/>
        <pc:sldMkLst>
          <pc:docMk/>
          <pc:sldMk cId="3256151852" sldId="345"/>
        </pc:sldMkLst>
      </pc:sldChg>
      <pc:sldChg chg="addSp delSp modSp add mod">
        <pc:chgData name="Deepika Mohan" userId="9c97dccb-3b11-46db-940a-8dd6e1f2f096" providerId="ADAL" clId="{DFBC0136-3E64-4D03-BFC0-0F42DFA5744B}" dt="2025-07-10T00:42:58.817" v="651" actId="14100"/>
        <pc:sldMkLst>
          <pc:docMk/>
          <pc:sldMk cId="506272972" sldId="346"/>
        </pc:sldMkLst>
      </pc:sldChg>
      <pc:sldChg chg="addSp delSp modSp add mod">
        <pc:chgData name="Deepika Mohan" userId="9c97dccb-3b11-46db-940a-8dd6e1f2f096" providerId="ADAL" clId="{DFBC0136-3E64-4D03-BFC0-0F42DFA5744B}" dt="2025-07-10T00:46:37.531" v="721" actId="123"/>
        <pc:sldMkLst>
          <pc:docMk/>
          <pc:sldMk cId="3934973301" sldId="347"/>
        </pc:sldMkLst>
      </pc:sldChg>
      <pc:sldChg chg="addSp delSp modSp add mod">
        <pc:chgData name="Deepika Mohan" userId="9c97dccb-3b11-46db-940a-8dd6e1f2f096" providerId="ADAL" clId="{DFBC0136-3E64-4D03-BFC0-0F42DFA5744B}" dt="2025-07-10T00:50:54.751" v="774" actId="1076"/>
        <pc:sldMkLst>
          <pc:docMk/>
          <pc:sldMk cId="573842064" sldId="348"/>
        </pc:sldMkLst>
      </pc:sldChg>
      <pc:sldChg chg="addSp delSp modSp add mod">
        <pc:chgData name="Deepika Mohan" userId="9c97dccb-3b11-46db-940a-8dd6e1f2f096" providerId="ADAL" clId="{DFBC0136-3E64-4D03-BFC0-0F42DFA5744B}" dt="2025-07-10T00:52:43.926" v="811" actId="14100"/>
        <pc:sldMkLst>
          <pc:docMk/>
          <pc:sldMk cId="1355650373" sldId="349"/>
        </pc:sldMkLst>
      </pc:sldChg>
      <pc:sldChg chg="addSp delSp modSp add mod ord">
        <pc:chgData name="Deepika Mohan" userId="9c97dccb-3b11-46db-940a-8dd6e1f2f096" providerId="ADAL" clId="{DFBC0136-3E64-4D03-BFC0-0F42DFA5744B}" dt="2025-07-10T02:51:38.476" v="934" actId="20577"/>
        <pc:sldMkLst>
          <pc:docMk/>
          <pc:sldMk cId="2747482987" sldId="350"/>
        </pc:sldMkLst>
      </pc:sldChg>
      <pc:sldChg chg="addSp add mod">
        <pc:chgData name="Deepika Mohan" userId="9c97dccb-3b11-46db-940a-8dd6e1f2f096" providerId="ADAL" clId="{DFBC0136-3E64-4D03-BFC0-0F42DFA5744B}" dt="2025-07-10T02:56:35.810" v="955" actId="9405"/>
        <pc:sldMkLst>
          <pc:docMk/>
          <pc:sldMk cId="337107573" sldId="351"/>
        </pc:sldMkLst>
      </pc:sldChg>
      <pc:sldChg chg="addSp modSp add mod">
        <pc:chgData name="Deepika Mohan" userId="9c97dccb-3b11-46db-940a-8dd6e1f2f096" providerId="ADAL" clId="{DFBC0136-3E64-4D03-BFC0-0F42DFA5744B}" dt="2025-07-10T02:55:44.709" v="954" actId="14100"/>
        <pc:sldMkLst>
          <pc:docMk/>
          <pc:sldMk cId="865182218" sldId="352"/>
        </pc:sldMkLst>
      </pc:sldChg>
      <pc:sldChg chg="addSp delSp modSp add mod">
        <pc:chgData name="Deepika Mohan" userId="9c97dccb-3b11-46db-940a-8dd6e1f2f096" providerId="ADAL" clId="{DFBC0136-3E64-4D03-BFC0-0F42DFA5744B}" dt="2025-07-10T03:06:39.945" v="1014" actId="1076"/>
        <pc:sldMkLst>
          <pc:docMk/>
          <pc:sldMk cId="97758561" sldId="353"/>
        </pc:sldMkLst>
      </pc:sldChg>
      <pc:sldChg chg="addSp delSp modSp add mod">
        <pc:chgData name="Deepika Mohan" userId="9c97dccb-3b11-46db-940a-8dd6e1f2f096" providerId="ADAL" clId="{DFBC0136-3E64-4D03-BFC0-0F42DFA5744B}" dt="2025-07-10T03:07:09.417" v="1020"/>
        <pc:sldMkLst>
          <pc:docMk/>
          <pc:sldMk cId="149710748" sldId="354"/>
        </pc:sldMkLst>
      </pc:sldChg>
      <pc:sldChg chg="modSp add mod">
        <pc:chgData name="Deepika Mohan" userId="9c97dccb-3b11-46db-940a-8dd6e1f2f096" providerId="ADAL" clId="{DFBC0136-3E64-4D03-BFC0-0F42DFA5744B}" dt="2025-07-10T03:13:40.935" v="1127" actId="255"/>
        <pc:sldMkLst>
          <pc:docMk/>
          <pc:sldMk cId="196560071" sldId="355"/>
        </pc:sldMkLst>
      </pc:sldChg>
      <pc:sldChg chg="add del">
        <pc:chgData name="Deepika Mohan" userId="9c97dccb-3b11-46db-940a-8dd6e1f2f096" providerId="ADAL" clId="{DFBC0136-3E64-4D03-BFC0-0F42DFA5744B}" dt="2025-07-10T03:15:46.096" v="1128" actId="47"/>
        <pc:sldMkLst>
          <pc:docMk/>
          <pc:sldMk cId="1488985058" sldId="356"/>
        </pc:sldMkLst>
      </pc:sldChg>
      <pc:sldChg chg="addSp delSp modSp add mod">
        <pc:chgData name="Deepika Mohan" userId="9c97dccb-3b11-46db-940a-8dd6e1f2f096" providerId="ADAL" clId="{DFBC0136-3E64-4D03-BFC0-0F42DFA5744B}" dt="2025-07-10T09:40:10.566" v="1507" actId="1076"/>
        <pc:sldMkLst>
          <pc:docMk/>
          <pc:sldMk cId="3311504151" sldId="356"/>
        </pc:sldMkLst>
      </pc:sldChg>
      <pc:sldChg chg="addSp delSp modSp add del mod">
        <pc:chgData name="Deepika Mohan" userId="9c97dccb-3b11-46db-940a-8dd6e1f2f096" providerId="ADAL" clId="{DFBC0136-3E64-4D03-BFC0-0F42DFA5744B}" dt="2025-07-10T03:44:54.215" v="1257" actId="47"/>
        <pc:sldMkLst>
          <pc:docMk/>
          <pc:sldMk cId="373482400" sldId="357"/>
        </pc:sldMkLst>
      </pc:sldChg>
      <pc:sldChg chg="addSp delSp modSp add mod ord">
        <pc:chgData name="Deepika Mohan" userId="9c97dccb-3b11-46db-940a-8dd6e1f2f096" providerId="ADAL" clId="{DFBC0136-3E64-4D03-BFC0-0F42DFA5744B}" dt="2025-07-10T10:32:43.782" v="1871"/>
        <pc:sldMkLst>
          <pc:docMk/>
          <pc:sldMk cId="2202461855" sldId="357"/>
        </pc:sldMkLst>
      </pc:sldChg>
      <pc:sldChg chg="modSp add mod ord">
        <pc:chgData name="Deepika Mohan" userId="9c97dccb-3b11-46db-940a-8dd6e1f2f096" providerId="ADAL" clId="{DFBC0136-3E64-4D03-BFC0-0F42DFA5744B}" dt="2025-07-10T10:13:11.884" v="1687"/>
        <pc:sldMkLst>
          <pc:docMk/>
          <pc:sldMk cId="2870165291" sldId="358"/>
        </pc:sldMkLst>
      </pc:sldChg>
      <pc:sldChg chg="addSp delSp modSp add mod ord">
        <pc:chgData name="Deepika Mohan" userId="9c97dccb-3b11-46db-940a-8dd6e1f2f096" providerId="ADAL" clId="{DFBC0136-3E64-4D03-BFC0-0F42DFA5744B}" dt="2025-07-10T10:14:07.744" v="1700" actId="1076"/>
        <pc:sldMkLst>
          <pc:docMk/>
          <pc:sldMk cId="3532160656" sldId="359"/>
        </pc:sldMkLst>
      </pc:sldChg>
      <pc:sldChg chg="add">
        <pc:chgData name="Deepika Mohan" userId="9c97dccb-3b11-46db-940a-8dd6e1f2f096" providerId="ADAL" clId="{DFBC0136-3E64-4D03-BFC0-0F42DFA5744B}" dt="2025-07-10T10:08:32.690" v="1642"/>
        <pc:sldMkLst>
          <pc:docMk/>
          <pc:sldMk cId="2313409547" sldId="360"/>
        </pc:sldMkLst>
      </pc:sldChg>
      <pc:sldChg chg="addSp modSp add mod">
        <pc:chgData name="Deepika Mohan" userId="9c97dccb-3b11-46db-940a-8dd6e1f2f096" providerId="ADAL" clId="{DFBC0136-3E64-4D03-BFC0-0F42DFA5744B}" dt="2025-07-10T10:15:43.527" v="1728" actId="1076"/>
        <pc:sldMkLst>
          <pc:docMk/>
          <pc:sldMk cId="2355566306" sldId="361"/>
        </pc:sldMkLst>
      </pc:sldChg>
      <pc:sldChg chg="add del ord">
        <pc:chgData name="Deepika Mohan" userId="9c97dccb-3b11-46db-940a-8dd6e1f2f096" providerId="ADAL" clId="{DFBC0136-3E64-4D03-BFC0-0F42DFA5744B}" dt="2025-07-10T10:13:05.230" v="1684" actId="2696"/>
        <pc:sldMkLst>
          <pc:docMk/>
          <pc:sldMk cId="2173508963" sldId="362"/>
        </pc:sldMkLst>
      </pc:sldChg>
      <pc:sldChg chg="add">
        <pc:chgData name="Deepika Mohan" userId="9c97dccb-3b11-46db-940a-8dd6e1f2f096" providerId="ADAL" clId="{DFBC0136-3E64-4D03-BFC0-0F42DFA5744B}" dt="2025-07-10T10:13:09.346" v="1685"/>
        <pc:sldMkLst>
          <pc:docMk/>
          <pc:sldMk cId="3408493878" sldId="362"/>
        </pc:sldMkLst>
      </pc:sldChg>
      <pc:sldChg chg="addSp delSp modSp add mod ord">
        <pc:chgData name="Deepika Mohan" userId="9c97dccb-3b11-46db-940a-8dd6e1f2f096" providerId="ADAL" clId="{DFBC0136-3E64-4D03-BFC0-0F42DFA5744B}" dt="2025-07-10T10:34:31.058" v="1888" actId="1076"/>
        <pc:sldMkLst>
          <pc:docMk/>
          <pc:sldMk cId="2574605583" sldId="363"/>
        </pc:sldMkLst>
      </pc:sldChg>
      <pc:sldChg chg="addSp delSp modSp add mod">
        <pc:chgData name="Deepika Mohan" userId="9c97dccb-3b11-46db-940a-8dd6e1f2f096" providerId="ADAL" clId="{DFBC0136-3E64-4D03-BFC0-0F42DFA5744B}" dt="2025-07-10T10:40:45.415" v="1941" actId="207"/>
        <pc:sldMkLst>
          <pc:docMk/>
          <pc:sldMk cId="309006203" sldId="364"/>
        </pc:sldMkLst>
      </pc:sldChg>
      <pc:sldChg chg="delSp add del mod">
        <pc:chgData name="Deepika Mohan" userId="9c97dccb-3b11-46db-940a-8dd6e1f2f096" providerId="ADAL" clId="{DFBC0136-3E64-4D03-BFC0-0F42DFA5744B}" dt="2025-07-10T10:37:18.949" v="1891" actId="47"/>
        <pc:sldMkLst>
          <pc:docMk/>
          <pc:sldMk cId="3346604191" sldId="364"/>
        </pc:sldMkLst>
      </pc:sldChg>
      <pc:sldChg chg="addSp modSp add mod">
        <pc:chgData name="Deepika Mohan" userId="9c97dccb-3b11-46db-940a-8dd6e1f2f096" providerId="ADAL" clId="{DFBC0136-3E64-4D03-BFC0-0F42DFA5744B}" dt="2025-07-10T10:41:49.097" v="1950" actId="1076"/>
        <pc:sldMkLst>
          <pc:docMk/>
          <pc:sldMk cId="4143159607" sldId="365"/>
        </pc:sldMkLst>
      </pc:sldChg>
      <pc:sldChg chg="modSp add mod">
        <pc:chgData name="Deepika Mohan" userId="9c97dccb-3b11-46db-940a-8dd6e1f2f096" providerId="ADAL" clId="{DFBC0136-3E64-4D03-BFC0-0F42DFA5744B}" dt="2025-07-10T10:47:05.054" v="2233" actId="12"/>
        <pc:sldMkLst>
          <pc:docMk/>
          <pc:sldMk cId="1146886454" sldId="366"/>
        </pc:sldMkLst>
      </pc:sldChg>
      <pc:sldChg chg="modSp add mod">
        <pc:chgData name="Deepika Mohan" userId="9c97dccb-3b11-46db-940a-8dd6e1f2f096" providerId="ADAL" clId="{DFBC0136-3E64-4D03-BFC0-0F42DFA5744B}" dt="2025-07-10T10:49:13.711" v="2276" actId="1076"/>
        <pc:sldMkLst>
          <pc:docMk/>
          <pc:sldMk cId="3724272913" sldId="367"/>
        </pc:sldMkLst>
      </pc:sldChg>
      <pc:sldChg chg="modSp add mod">
        <pc:chgData name="Deepika Mohan" userId="9c97dccb-3b11-46db-940a-8dd6e1f2f096" providerId="ADAL" clId="{DFBC0136-3E64-4D03-BFC0-0F42DFA5744B}" dt="2025-07-10T11:07:11.298" v="2519" actId="207"/>
        <pc:sldMkLst>
          <pc:docMk/>
          <pc:sldMk cId="4168445380" sldId="368"/>
        </pc:sldMkLst>
      </pc:sldChg>
      <pc:sldChg chg="modSp add mod ord">
        <pc:chgData name="Deepika Mohan" userId="9c97dccb-3b11-46db-940a-8dd6e1f2f096" providerId="ADAL" clId="{DFBC0136-3E64-4D03-BFC0-0F42DFA5744B}" dt="2025-07-10T11:10:02.747" v="2573"/>
        <pc:sldMkLst>
          <pc:docMk/>
          <pc:sldMk cId="4287184763" sldId="369"/>
        </pc:sldMkLst>
      </pc:sldChg>
      <pc:sldChg chg="modSp add del mod ord">
        <pc:chgData name="Deepika Mohan" userId="9c97dccb-3b11-46db-940a-8dd6e1f2f096" providerId="ADAL" clId="{DFBC0136-3E64-4D03-BFC0-0F42DFA5744B}" dt="2025-07-10T11:07:02.369" v="2517" actId="47"/>
        <pc:sldMkLst>
          <pc:docMk/>
          <pc:sldMk cId="3169581429" sldId="370"/>
        </pc:sldMkLst>
      </pc:sldChg>
      <pc:sldChg chg="addSp modSp add mod">
        <pc:chgData name="Deepika Mohan" userId="9c97dccb-3b11-46db-940a-8dd6e1f2f096" providerId="ADAL" clId="{DFBC0136-3E64-4D03-BFC0-0F42DFA5744B}" dt="2025-07-10T10:58:14.081" v="2377" actId="1076"/>
        <pc:sldMkLst>
          <pc:docMk/>
          <pc:sldMk cId="1249781341" sldId="371"/>
        </pc:sldMkLst>
      </pc:sldChg>
      <pc:sldChg chg="delSp modSp add mod">
        <pc:chgData name="Deepika Mohan" userId="9c97dccb-3b11-46db-940a-8dd6e1f2f096" providerId="ADAL" clId="{DFBC0136-3E64-4D03-BFC0-0F42DFA5744B}" dt="2025-07-10T10:59:48.822" v="2422" actId="123"/>
        <pc:sldMkLst>
          <pc:docMk/>
          <pc:sldMk cId="1242981163" sldId="372"/>
        </pc:sldMkLst>
      </pc:sldChg>
      <pc:sldChg chg="modSp add del mod ord">
        <pc:chgData name="Deepika Mohan" userId="9c97dccb-3b11-46db-940a-8dd6e1f2f096" providerId="ADAL" clId="{DFBC0136-3E64-4D03-BFC0-0F42DFA5744B}" dt="2025-07-10T11:07:21.780" v="2520" actId="47"/>
        <pc:sldMkLst>
          <pc:docMk/>
          <pc:sldMk cId="2972662475" sldId="373"/>
        </pc:sldMkLst>
      </pc:sldChg>
      <pc:sldChg chg="delSp modSp add mod">
        <pc:chgData name="Deepika Mohan" userId="9c97dccb-3b11-46db-940a-8dd6e1f2f096" providerId="ADAL" clId="{DFBC0136-3E64-4D03-BFC0-0F42DFA5744B}" dt="2025-07-10T11:02:06.302" v="2466" actId="255"/>
        <pc:sldMkLst>
          <pc:docMk/>
          <pc:sldMk cId="1629021833" sldId="374"/>
        </pc:sldMkLst>
      </pc:sldChg>
      <pc:sldChg chg="add del">
        <pc:chgData name="Deepika Mohan" userId="9c97dccb-3b11-46db-940a-8dd6e1f2f096" providerId="ADAL" clId="{DFBC0136-3E64-4D03-BFC0-0F42DFA5744B}" dt="2025-07-10T11:05:29.982" v="2509" actId="47"/>
        <pc:sldMkLst>
          <pc:docMk/>
          <pc:sldMk cId="734226090" sldId="375"/>
        </pc:sldMkLst>
      </pc:sldChg>
      <pc:sldChg chg="addSp delSp modSp add mod">
        <pc:chgData name="Deepika Mohan" userId="9c97dccb-3b11-46db-940a-8dd6e1f2f096" providerId="ADAL" clId="{DFBC0136-3E64-4D03-BFC0-0F42DFA5744B}" dt="2025-07-10T11:11:09.955" v="2626" actId="1076"/>
        <pc:sldMkLst>
          <pc:docMk/>
          <pc:sldMk cId="999174175" sldId="376"/>
        </pc:sldMkLst>
      </pc:sldChg>
      <pc:sldChg chg="add ord">
        <pc:chgData name="Deepika Mohan" userId="9c97dccb-3b11-46db-940a-8dd6e1f2f096" providerId="ADAL" clId="{DFBC0136-3E64-4D03-BFC0-0F42DFA5744B}" dt="2025-07-10T11:09:40.708" v="2571"/>
        <pc:sldMkLst>
          <pc:docMk/>
          <pc:sldMk cId="4110379532" sldId="377"/>
        </pc:sldMkLst>
      </pc:sldChg>
      <pc:sldChg chg="add ord">
        <pc:chgData name="Deepika Mohan" userId="9c97dccb-3b11-46db-940a-8dd6e1f2f096" providerId="ADAL" clId="{DFBC0136-3E64-4D03-BFC0-0F42DFA5744B}" dt="2025-07-10T11:08:12.144" v="2558"/>
        <pc:sldMkLst>
          <pc:docMk/>
          <pc:sldMk cId="1683476905" sldId="378"/>
        </pc:sldMkLst>
      </pc:sldChg>
      <pc:sldChg chg="addSp delSp modSp add mod">
        <pc:chgData name="Deepika Mohan" userId="9c97dccb-3b11-46db-940a-8dd6e1f2f096" providerId="ADAL" clId="{DFBC0136-3E64-4D03-BFC0-0F42DFA5744B}" dt="2025-07-10T11:12:46.281" v="2637" actId="1076"/>
        <pc:sldMkLst>
          <pc:docMk/>
          <pc:sldMk cId="1869853849" sldId="379"/>
        </pc:sldMkLst>
      </pc:sldChg>
      <pc:sldChg chg="addSp delSp modSp add mod">
        <pc:chgData name="Deepika Mohan" userId="9c97dccb-3b11-46db-940a-8dd6e1f2f096" providerId="ADAL" clId="{DFBC0136-3E64-4D03-BFC0-0F42DFA5744B}" dt="2025-07-10T11:14:31.041" v="2670" actId="1076"/>
        <pc:sldMkLst>
          <pc:docMk/>
          <pc:sldMk cId="2431666712" sldId="380"/>
        </pc:sldMkLst>
      </pc:sldChg>
      <pc:sldChg chg="addSp delSp modSp add mod">
        <pc:chgData name="Deepika Mohan" userId="9c97dccb-3b11-46db-940a-8dd6e1f2f096" providerId="ADAL" clId="{DFBC0136-3E64-4D03-BFC0-0F42DFA5744B}" dt="2025-07-10T11:18:09.001" v="2711" actId="1076"/>
        <pc:sldMkLst>
          <pc:docMk/>
          <pc:sldMk cId="2155594246" sldId="381"/>
        </pc:sldMkLst>
      </pc:sldChg>
      <pc:sldChg chg="addSp delSp modSp add mod">
        <pc:chgData name="Deepika Mohan" userId="9c97dccb-3b11-46db-940a-8dd6e1f2f096" providerId="ADAL" clId="{DFBC0136-3E64-4D03-BFC0-0F42DFA5744B}" dt="2025-07-10T11:19:42.944" v="2745" actId="1076"/>
        <pc:sldMkLst>
          <pc:docMk/>
          <pc:sldMk cId="2776812296" sldId="382"/>
        </pc:sldMkLst>
      </pc:sldChg>
      <pc:sldChg chg="addSp delSp modSp add mod">
        <pc:chgData name="Deepika Mohan" userId="9c97dccb-3b11-46db-940a-8dd6e1f2f096" providerId="ADAL" clId="{DFBC0136-3E64-4D03-BFC0-0F42DFA5744B}" dt="2025-07-10T11:25:12.761" v="2840" actId="1076"/>
        <pc:sldMkLst>
          <pc:docMk/>
          <pc:sldMk cId="1292230473" sldId="383"/>
        </pc:sldMkLst>
      </pc:sldChg>
      <pc:sldChg chg="addSp delSp modSp add mod ord">
        <pc:chgData name="Deepika Mohan" userId="9c97dccb-3b11-46db-940a-8dd6e1f2f096" providerId="ADAL" clId="{DFBC0136-3E64-4D03-BFC0-0F42DFA5744B}" dt="2025-07-10T11:49:43.186" v="3456" actId="255"/>
        <pc:sldMkLst>
          <pc:docMk/>
          <pc:sldMk cId="794918112" sldId="384"/>
        </pc:sldMkLst>
      </pc:sldChg>
      <pc:sldChg chg="modSp add mod">
        <pc:chgData name="Deepika Mohan" userId="9c97dccb-3b11-46db-940a-8dd6e1f2f096" providerId="ADAL" clId="{DFBC0136-3E64-4D03-BFC0-0F42DFA5744B}" dt="2025-07-10T11:49:31.574" v="3454" actId="255"/>
        <pc:sldMkLst>
          <pc:docMk/>
          <pc:sldMk cId="1392658864" sldId="385"/>
        </pc:sldMkLst>
      </pc:sldChg>
    </pc:docChg>
  </pc:docChgLst>
  <pc:docChgLst>
    <pc:chgData name="Deepika Mohan" userId="9c97dccb-3b11-46db-940a-8dd6e1f2f096" providerId="ADAL" clId="{AD9584AE-A107-4E52-8C51-EEFBD1A46861}"/>
    <pc:docChg chg="undo custSel addSld delSld modSld sldOrd">
      <pc:chgData name="Deepika Mohan" userId="9c97dccb-3b11-46db-940a-8dd6e1f2f096" providerId="ADAL" clId="{AD9584AE-A107-4E52-8C51-EEFBD1A46861}" dt="2025-08-15T22:27:51.570" v="1039" actId="20577"/>
      <pc:docMkLst>
        <pc:docMk/>
      </pc:docMkLst>
      <pc:sldChg chg="modSp mod">
        <pc:chgData name="Deepika Mohan" userId="9c97dccb-3b11-46db-940a-8dd6e1f2f096" providerId="ADAL" clId="{AD9584AE-A107-4E52-8C51-EEFBD1A46861}" dt="2025-08-15T10:43:25.577" v="991" actId="20577"/>
        <pc:sldMkLst>
          <pc:docMk/>
          <pc:sldMk cId="736733350" sldId="273"/>
        </pc:sldMkLst>
      </pc:sldChg>
      <pc:sldChg chg="del">
        <pc:chgData name="Deepika Mohan" userId="9c97dccb-3b11-46db-940a-8dd6e1f2f096" providerId="ADAL" clId="{AD9584AE-A107-4E52-8C51-EEFBD1A46861}" dt="2025-08-15T02:02:54.861" v="402" actId="47"/>
        <pc:sldMkLst>
          <pc:docMk/>
          <pc:sldMk cId="2396297221" sldId="314"/>
        </pc:sldMkLst>
      </pc:sldChg>
      <pc:sldChg chg="ord">
        <pc:chgData name="Deepika Mohan" userId="9c97dccb-3b11-46db-940a-8dd6e1f2f096" providerId="ADAL" clId="{AD9584AE-A107-4E52-8C51-EEFBD1A46861}" dt="2025-08-15T11:33:23.531" v="1024"/>
        <pc:sldMkLst>
          <pc:docMk/>
          <pc:sldMk cId="3296330474" sldId="315"/>
        </pc:sldMkLst>
      </pc:sldChg>
      <pc:sldChg chg="add">
        <pc:chgData name="Deepika Mohan" userId="9c97dccb-3b11-46db-940a-8dd6e1f2f096" providerId="ADAL" clId="{AD9584AE-A107-4E52-8C51-EEFBD1A46861}" dt="2025-08-15T11:15:13.444" v="992"/>
        <pc:sldMkLst>
          <pc:docMk/>
          <pc:sldMk cId="2459849253" sldId="318"/>
        </pc:sldMkLst>
      </pc:sldChg>
      <pc:sldChg chg="add">
        <pc:chgData name="Deepika Mohan" userId="9c97dccb-3b11-46db-940a-8dd6e1f2f096" providerId="ADAL" clId="{AD9584AE-A107-4E52-8C51-EEFBD1A46861}" dt="2025-08-15T11:15:52.568" v="993"/>
        <pc:sldMkLst>
          <pc:docMk/>
          <pc:sldMk cId="2323196052" sldId="319"/>
        </pc:sldMkLst>
      </pc:sldChg>
      <pc:sldChg chg="add del">
        <pc:chgData name="Deepika Mohan" userId="9c97dccb-3b11-46db-940a-8dd6e1f2f096" providerId="ADAL" clId="{AD9584AE-A107-4E52-8C51-EEFBD1A46861}" dt="2025-08-15T11:15:55.205" v="994" actId="47"/>
        <pc:sldMkLst>
          <pc:docMk/>
          <pc:sldMk cId="1979594548" sldId="320"/>
        </pc:sldMkLst>
      </pc:sldChg>
      <pc:sldChg chg="add">
        <pc:chgData name="Deepika Mohan" userId="9c97dccb-3b11-46db-940a-8dd6e1f2f096" providerId="ADAL" clId="{AD9584AE-A107-4E52-8C51-EEFBD1A46861}" dt="2025-08-15T11:15:13.444" v="992"/>
        <pc:sldMkLst>
          <pc:docMk/>
          <pc:sldMk cId="2221136692" sldId="321"/>
        </pc:sldMkLst>
      </pc:sldChg>
      <pc:sldChg chg="modSp mod">
        <pc:chgData name="Deepika Mohan" userId="9c97dccb-3b11-46db-940a-8dd6e1f2f096" providerId="ADAL" clId="{AD9584AE-A107-4E52-8C51-EEFBD1A46861}" dt="2025-08-15T11:23:04.019" v="1021" actId="20577"/>
        <pc:sldMkLst>
          <pc:docMk/>
          <pc:sldMk cId="3256151852" sldId="345"/>
        </pc:sldMkLst>
      </pc:sldChg>
      <pc:sldChg chg="modSp mod">
        <pc:chgData name="Deepika Mohan" userId="9c97dccb-3b11-46db-940a-8dd6e1f2f096" providerId="ADAL" clId="{AD9584AE-A107-4E52-8C51-EEFBD1A46861}" dt="2025-08-15T11:21:45.718" v="1002" actId="20577"/>
        <pc:sldMkLst>
          <pc:docMk/>
          <pc:sldMk cId="3934973301" sldId="347"/>
        </pc:sldMkLst>
      </pc:sldChg>
      <pc:sldChg chg="modSp mod">
        <pc:chgData name="Deepika Mohan" userId="9c97dccb-3b11-46db-940a-8dd6e1f2f096" providerId="ADAL" clId="{AD9584AE-A107-4E52-8C51-EEFBD1A46861}" dt="2025-08-15T11:22:25.240" v="1009" actId="20577"/>
        <pc:sldMkLst>
          <pc:docMk/>
          <pc:sldMk cId="573842064" sldId="348"/>
        </pc:sldMkLst>
      </pc:sldChg>
      <pc:sldChg chg="modSp mod">
        <pc:chgData name="Deepika Mohan" userId="9c97dccb-3b11-46db-940a-8dd6e1f2f096" providerId="ADAL" clId="{AD9584AE-A107-4E52-8C51-EEFBD1A46861}" dt="2025-08-15T22:27:51.570" v="1039" actId="20577"/>
        <pc:sldMkLst>
          <pc:docMk/>
          <pc:sldMk cId="2747482987" sldId="350"/>
        </pc:sldMkLst>
      </pc:sldChg>
      <pc:sldChg chg="del">
        <pc:chgData name="Deepika Mohan" userId="9c97dccb-3b11-46db-940a-8dd6e1f2f096" providerId="ADAL" clId="{AD9584AE-A107-4E52-8C51-EEFBD1A46861}" dt="2025-08-15T11:27:00.078" v="1022" actId="47"/>
        <pc:sldMkLst>
          <pc:docMk/>
          <pc:sldMk cId="97758561" sldId="353"/>
        </pc:sldMkLst>
      </pc:sldChg>
      <pc:sldChg chg="modSp mod">
        <pc:chgData name="Deepika Mohan" userId="9c97dccb-3b11-46db-940a-8dd6e1f2f096" providerId="ADAL" clId="{AD9584AE-A107-4E52-8C51-EEFBD1A46861}" dt="2025-08-15T11:34:39.625" v="1028" actId="207"/>
        <pc:sldMkLst>
          <pc:docMk/>
          <pc:sldMk cId="309006203" sldId="364"/>
        </pc:sldMkLst>
      </pc:sldChg>
      <pc:sldChg chg="del">
        <pc:chgData name="Deepika Mohan" userId="9c97dccb-3b11-46db-940a-8dd6e1f2f096" providerId="ADAL" clId="{AD9584AE-A107-4E52-8C51-EEFBD1A46861}" dt="2025-08-15T02:00:43.083" v="373" actId="47"/>
        <pc:sldMkLst>
          <pc:docMk/>
          <pc:sldMk cId="4143159607" sldId="365"/>
        </pc:sldMkLst>
      </pc:sldChg>
      <pc:sldChg chg="modSp mod">
        <pc:chgData name="Deepika Mohan" userId="9c97dccb-3b11-46db-940a-8dd6e1f2f096" providerId="ADAL" clId="{AD9584AE-A107-4E52-8C51-EEFBD1A46861}" dt="2025-08-14T23:57:10.342" v="277" actId="2710"/>
        <pc:sldMkLst>
          <pc:docMk/>
          <pc:sldMk cId="4168445380" sldId="368"/>
        </pc:sldMkLst>
      </pc:sldChg>
      <pc:sldChg chg="modSp del mod">
        <pc:chgData name="Deepika Mohan" userId="9c97dccb-3b11-46db-940a-8dd6e1f2f096" providerId="ADAL" clId="{AD9584AE-A107-4E52-8C51-EEFBD1A46861}" dt="2025-08-14T23:57:12.953" v="278" actId="47"/>
        <pc:sldMkLst>
          <pc:docMk/>
          <pc:sldMk cId="4287184763" sldId="369"/>
        </pc:sldMkLst>
      </pc:sldChg>
      <pc:sldChg chg="modSp mod">
        <pc:chgData name="Deepika Mohan" userId="9c97dccb-3b11-46db-940a-8dd6e1f2f096" providerId="ADAL" clId="{AD9584AE-A107-4E52-8C51-EEFBD1A46861}" dt="2025-08-15T11:37:16.789" v="1029" actId="207"/>
        <pc:sldMkLst>
          <pc:docMk/>
          <pc:sldMk cId="1249781341" sldId="371"/>
        </pc:sldMkLst>
      </pc:sldChg>
      <pc:sldChg chg="del">
        <pc:chgData name="Deepika Mohan" userId="9c97dccb-3b11-46db-940a-8dd6e1f2f096" providerId="ADAL" clId="{AD9584AE-A107-4E52-8C51-EEFBD1A46861}" dt="2025-08-15T11:37:46.491" v="1030" actId="47"/>
        <pc:sldMkLst>
          <pc:docMk/>
          <pc:sldMk cId="1242981163" sldId="372"/>
        </pc:sldMkLst>
      </pc:sldChg>
      <pc:sldChg chg="addSp modSp mod">
        <pc:chgData name="Deepika Mohan" userId="9c97dccb-3b11-46db-940a-8dd6e1f2f096" providerId="ADAL" clId="{AD9584AE-A107-4E52-8C51-EEFBD1A46861}" dt="2025-08-15T11:38:31.320" v="1031" actId="207"/>
        <pc:sldMkLst>
          <pc:docMk/>
          <pc:sldMk cId="1629021833" sldId="374"/>
        </pc:sldMkLst>
      </pc:sldChg>
      <pc:sldChg chg="addSp modSp mod">
        <pc:chgData name="Deepika Mohan" userId="9c97dccb-3b11-46db-940a-8dd6e1f2f096" providerId="ADAL" clId="{AD9584AE-A107-4E52-8C51-EEFBD1A46861}" dt="2025-08-15T00:07:44.901" v="322" actId="14100"/>
        <pc:sldMkLst>
          <pc:docMk/>
          <pc:sldMk cId="999174175" sldId="376"/>
        </pc:sldMkLst>
      </pc:sldChg>
      <pc:sldChg chg="del">
        <pc:chgData name="Deepika Mohan" userId="9c97dccb-3b11-46db-940a-8dd6e1f2f096" providerId="ADAL" clId="{AD9584AE-A107-4E52-8C51-EEFBD1A46861}" dt="2025-08-14T23:54:37.299" v="259" actId="47"/>
        <pc:sldMkLst>
          <pc:docMk/>
          <pc:sldMk cId="4110379532" sldId="377"/>
        </pc:sldMkLst>
      </pc:sldChg>
      <pc:sldChg chg="del">
        <pc:chgData name="Deepika Mohan" userId="9c97dccb-3b11-46db-940a-8dd6e1f2f096" providerId="ADAL" clId="{AD9584AE-A107-4E52-8C51-EEFBD1A46861}" dt="2025-08-14T23:55:22.200" v="260" actId="47"/>
        <pc:sldMkLst>
          <pc:docMk/>
          <pc:sldMk cId="1683476905" sldId="378"/>
        </pc:sldMkLst>
      </pc:sldChg>
      <pc:sldChg chg="addSp delSp modSp mod">
        <pc:chgData name="Deepika Mohan" userId="9c97dccb-3b11-46db-940a-8dd6e1f2f096" providerId="ADAL" clId="{AD9584AE-A107-4E52-8C51-EEFBD1A46861}" dt="2025-08-15T00:11:53.440" v="335" actId="1076"/>
        <pc:sldMkLst>
          <pc:docMk/>
          <pc:sldMk cId="1869853849" sldId="379"/>
        </pc:sldMkLst>
      </pc:sldChg>
      <pc:sldChg chg="addSp delSp modSp mod">
        <pc:chgData name="Deepika Mohan" userId="9c97dccb-3b11-46db-940a-8dd6e1f2f096" providerId="ADAL" clId="{AD9584AE-A107-4E52-8C51-EEFBD1A46861}" dt="2025-08-15T00:14:34.522" v="364" actId="1076"/>
        <pc:sldMkLst>
          <pc:docMk/>
          <pc:sldMk cId="2431666712" sldId="380"/>
        </pc:sldMkLst>
      </pc:sldChg>
      <pc:sldChg chg="modSp mod">
        <pc:chgData name="Deepika Mohan" userId="9c97dccb-3b11-46db-940a-8dd6e1f2f096" providerId="ADAL" clId="{AD9584AE-A107-4E52-8C51-EEFBD1A46861}" dt="2025-08-15T11:42:37.469" v="1038" actId="207"/>
        <pc:sldMkLst>
          <pc:docMk/>
          <pc:sldMk cId="2776812296" sldId="382"/>
        </pc:sldMkLst>
      </pc:sldChg>
      <pc:sldChg chg="modSp mod">
        <pc:chgData name="Deepika Mohan" userId="9c97dccb-3b11-46db-940a-8dd6e1f2f096" providerId="ADAL" clId="{AD9584AE-A107-4E52-8C51-EEFBD1A46861}" dt="2025-08-15T02:25:53.048" v="988" actId="13926"/>
        <pc:sldMkLst>
          <pc:docMk/>
          <pc:sldMk cId="794918112" sldId="384"/>
        </pc:sldMkLst>
      </pc:sldChg>
      <pc:sldChg chg="del">
        <pc:chgData name="Deepika Mohan" userId="9c97dccb-3b11-46db-940a-8dd6e1f2f096" providerId="ADAL" clId="{AD9584AE-A107-4E52-8C51-EEFBD1A46861}" dt="2025-08-15T02:02:48.584" v="401" actId="47"/>
        <pc:sldMkLst>
          <pc:docMk/>
          <pc:sldMk cId="1392658864" sldId="385"/>
        </pc:sldMkLst>
      </pc:sldChg>
      <pc:sldChg chg="addSp delSp modSp add mod">
        <pc:chgData name="Deepika Mohan" userId="9c97dccb-3b11-46db-940a-8dd6e1f2f096" providerId="ADAL" clId="{AD9584AE-A107-4E52-8C51-EEFBD1A46861}" dt="2025-08-15T00:05:48.130" v="314" actId="1076"/>
        <pc:sldMkLst>
          <pc:docMk/>
          <pc:sldMk cId="2071896314" sldId="386"/>
        </pc:sldMkLst>
      </pc:sldChg>
      <pc:sldChg chg="delSp modSp add mod ord">
        <pc:chgData name="Deepika Mohan" userId="9c97dccb-3b11-46db-940a-8dd6e1f2f096" providerId="ADAL" clId="{AD9584AE-A107-4E52-8C51-EEFBD1A46861}" dt="2025-08-15T11:40:49.372" v="1033" actId="113"/>
        <pc:sldMkLst>
          <pc:docMk/>
          <pc:sldMk cId="608714668" sldId="387"/>
        </pc:sldMkLst>
      </pc:sldChg>
      <pc:sldChg chg="add">
        <pc:chgData name="Deepika Mohan" userId="9c97dccb-3b11-46db-940a-8dd6e1f2f096" providerId="ADAL" clId="{AD9584AE-A107-4E52-8C51-EEFBD1A46861}" dt="2025-08-15T11:20:41.552" v="995"/>
        <pc:sldMkLst>
          <pc:docMk/>
          <pc:sldMk cId="4067984058" sldId="388"/>
        </pc:sldMkLst>
      </pc:sldChg>
    </pc:docChg>
  </pc:docChgLst>
  <pc:docChgLst>
    <pc:chgData name="Saranya Selvarangan" userId="de5f7fe1-dc7d-4a63-86e3-5d4e4135e53e" providerId="ADAL" clId="{B22F0843-0E6A-440E-B6BA-35433765147F}"/>
    <pc:docChg chg="custSel mod delSld modSld">
      <pc:chgData name="Saranya Selvarangan" userId="de5f7fe1-dc7d-4a63-86e3-5d4e4135e53e" providerId="ADAL" clId="{B22F0843-0E6A-440E-B6BA-35433765147F}" dt="2025-12-03T22:34:32.120" v="6" actId="47"/>
      <pc:docMkLst>
        <pc:docMk/>
      </pc:docMkLst>
      <pc:sldChg chg="delSp modSp mod">
        <pc:chgData name="Saranya Selvarangan" userId="de5f7fe1-dc7d-4a63-86e3-5d4e4135e53e" providerId="ADAL" clId="{B22F0843-0E6A-440E-B6BA-35433765147F}" dt="2025-12-01T23:36:21.182" v="3" actId="478"/>
        <pc:sldMkLst>
          <pc:docMk/>
          <pc:sldMk cId="2009129989" sldId="256"/>
        </pc:sldMkLst>
        <pc:spChg chg="mod">
          <ac:chgData name="Saranya Selvarangan" userId="de5f7fe1-dc7d-4a63-86e3-5d4e4135e53e" providerId="ADAL" clId="{B22F0843-0E6A-440E-B6BA-35433765147F}" dt="2025-12-01T23:36:16.484" v="0" actId="6549"/>
          <ac:spMkLst>
            <pc:docMk/>
            <pc:sldMk cId="2009129989" sldId="256"/>
            <ac:spMk id="3" creationId="{00000000-0000-0000-0000-000000000000}"/>
          </ac:spMkLst>
        </pc:spChg>
      </pc:sldChg>
      <pc:sldChg chg="del">
        <pc:chgData name="Saranya Selvarangan" userId="de5f7fe1-dc7d-4a63-86e3-5d4e4135e53e" providerId="ADAL" clId="{B22F0843-0E6A-440E-B6BA-35433765147F}" dt="2025-12-03T22:34:19.742" v="4" actId="47"/>
        <pc:sldMkLst>
          <pc:docMk/>
          <pc:sldMk cId="3296330474" sldId="315"/>
        </pc:sldMkLst>
      </pc:sldChg>
      <pc:sldChg chg="del">
        <pc:chgData name="Saranya Selvarangan" userId="de5f7fe1-dc7d-4a63-86e3-5d4e4135e53e" providerId="ADAL" clId="{B22F0843-0E6A-440E-B6BA-35433765147F}" dt="2025-12-03T22:34:32.120" v="6" actId="47"/>
        <pc:sldMkLst>
          <pc:docMk/>
          <pc:sldMk cId="2057959535" sldId="317"/>
        </pc:sldMkLst>
      </pc:sldChg>
      <pc:sldChg chg="del">
        <pc:chgData name="Saranya Selvarangan" userId="de5f7fe1-dc7d-4a63-86e3-5d4e4135e53e" providerId="ADAL" clId="{B22F0843-0E6A-440E-B6BA-35433765147F}" dt="2025-12-03T22:34:27.823" v="5" actId="47"/>
        <pc:sldMkLst>
          <pc:docMk/>
          <pc:sldMk cId="794918112" sldId="384"/>
        </pc:sldMkLst>
      </pc:sldChg>
    </pc:docChg>
  </pc:docChgLst>
  <pc:docChgLst>
    <pc:chgData name="Deepika Mohan" userId="9c97dccb-3b11-46db-940a-8dd6e1f2f096" providerId="ADAL" clId="{F3FE9CC5-50C4-4730-AE14-7CB6957670CB}"/>
    <pc:docChg chg="undo custSel addSld delSld modSld sldOrd">
      <pc:chgData name="Deepika Mohan" userId="9c97dccb-3b11-46db-940a-8dd6e1f2f096" providerId="ADAL" clId="{F3FE9CC5-50C4-4730-AE14-7CB6957670CB}" dt="2025-07-08T03:10:51.533" v="2821" actId="47"/>
      <pc:docMkLst>
        <pc:docMk/>
      </pc:docMkLst>
      <pc:sldChg chg="addSp delSp modSp mod">
        <pc:chgData name="Deepika Mohan" userId="9c97dccb-3b11-46db-940a-8dd6e1f2f096" providerId="ADAL" clId="{F3FE9CC5-50C4-4730-AE14-7CB6957670CB}" dt="2025-07-07T23:21:17.905" v="119" actId="27636"/>
        <pc:sldMkLst>
          <pc:docMk/>
          <pc:sldMk cId="2009129989" sldId="256"/>
        </pc:sldMkLst>
      </pc:sldChg>
      <pc:sldChg chg="modSp mod">
        <pc:chgData name="Deepika Mohan" userId="9c97dccb-3b11-46db-940a-8dd6e1f2f096" providerId="ADAL" clId="{F3FE9CC5-50C4-4730-AE14-7CB6957670CB}" dt="2025-07-07T23:24:41.562" v="347" actId="20577"/>
        <pc:sldMkLst>
          <pc:docMk/>
          <pc:sldMk cId="736733350" sldId="273"/>
        </pc:sldMkLst>
      </pc:sldChg>
      <pc:sldChg chg="addSp delSp modSp mod">
        <pc:chgData name="Deepika Mohan" userId="9c97dccb-3b11-46db-940a-8dd6e1f2f096" providerId="ADAL" clId="{F3FE9CC5-50C4-4730-AE14-7CB6957670CB}" dt="2025-07-08T00:18:10.145" v="580" actId="1076"/>
        <pc:sldMkLst>
          <pc:docMk/>
          <pc:sldMk cId="2805074428" sldId="289"/>
        </pc:sldMkLst>
      </pc:sldChg>
      <pc:sldChg chg="addSp delSp modSp mod">
        <pc:chgData name="Deepika Mohan" userId="9c97dccb-3b11-46db-940a-8dd6e1f2f096" providerId="ADAL" clId="{F3FE9CC5-50C4-4730-AE14-7CB6957670CB}" dt="2025-07-08T00:54:28.687" v="979" actId="1076"/>
        <pc:sldMkLst>
          <pc:docMk/>
          <pc:sldMk cId="793229691" sldId="290"/>
        </pc:sldMkLst>
      </pc:sldChg>
      <pc:sldChg chg="delSp modSp mod">
        <pc:chgData name="Deepika Mohan" userId="9c97dccb-3b11-46db-940a-8dd6e1f2f096" providerId="ADAL" clId="{F3FE9CC5-50C4-4730-AE14-7CB6957670CB}" dt="2025-07-08T00:34:03.236" v="731" actId="207"/>
        <pc:sldMkLst>
          <pc:docMk/>
          <pc:sldMk cId="1135426641" sldId="291"/>
        </pc:sldMkLst>
      </pc:sldChg>
      <pc:sldChg chg="addSp delSp del mod">
        <pc:chgData name="Deepika Mohan" userId="9c97dccb-3b11-46db-940a-8dd6e1f2f096" providerId="ADAL" clId="{F3FE9CC5-50C4-4730-AE14-7CB6957670CB}" dt="2025-07-08T01:04:48.262" v="1070" actId="47"/>
        <pc:sldMkLst>
          <pc:docMk/>
          <pc:sldMk cId="2259165118" sldId="292"/>
        </pc:sldMkLst>
      </pc:sldChg>
      <pc:sldChg chg="del">
        <pc:chgData name="Deepika Mohan" userId="9c97dccb-3b11-46db-940a-8dd6e1f2f096" providerId="ADAL" clId="{F3FE9CC5-50C4-4730-AE14-7CB6957670CB}" dt="2025-07-08T02:30:41.705" v="1798" actId="47"/>
        <pc:sldMkLst>
          <pc:docMk/>
          <pc:sldMk cId="1672808644" sldId="293"/>
        </pc:sldMkLst>
      </pc:sldChg>
      <pc:sldChg chg="del">
        <pc:chgData name="Deepika Mohan" userId="9c97dccb-3b11-46db-940a-8dd6e1f2f096" providerId="ADAL" clId="{F3FE9CC5-50C4-4730-AE14-7CB6957670CB}" dt="2025-07-08T02:30:42.502" v="1799" actId="47"/>
        <pc:sldMkLst>
          <pc:docMk/>
          <pc:sldMk cId="278079871" sldId="294"/>
        </pc:sldMkLst>
      </pc:sldChg>
      <pc:sldChg chg="del">
        <pc:chgData name="Deepika Mohan" userId="9c97dccb-3b11-46db-940a-8dd6e1f2f096" providerId="ADAL" clId="{F3FE9CC5-50C4-4730-AE14-7CB6957670CB}" dt="2025-07-08T02:30:43.648" v="1800" actId="47"/>
        <pc:sldMkLst>
          <pc:docMk/>
          <pc:sldMk cId="4262491960" sldId="295"/>
        </pc:sldMkLst>
      </pc:sldChg>
      <pc:sldChg chg="del">
        <pc:chgData name="Deepika Mohan" userId="9c97dccb-3b11-46db-940a-8dd6e1f2f096" providerId="ADAL" clId="{F3FE9CC5-50C4-4730-AE14-7CB6957670CB}" dt="2025-07-08T02:30:44.649" v="1802" actId="47"/>
        <pc:sldMkLst>
          <pc:docMk/>
          <pc:sldMk cId="269604544" sldId="296"/>
        </pc:sldMkLst>
      </pc:sldChg>
      <pc:sldChg chg="del">
        <pc:chgData name="Deepika Mohan" userId="9c97dccb-3b11-46db-940a-8dd6e1f2f096" providerId="ADAL" clId="{F3FE9CC5-50C4-4730-AE14-7CB6957670CB}" dt="2025-07-08T02:30:45.091" v="1803" actId="47"/>
        <pc:sldMkLst>
          <pc:docMk/>
          <pc:sldMk cId="24660908" sldId="297"/>
        </pc:sldMkLst>
      </pc:sldChg>
      <pc:sldChg chg="del">
        <pc:chgData name="Deepika Mohan" userId="9c97dccb-3b11-46db-940a-8dd6e1f2f096" providerId="ADAL" clId="{F3FE9CC5-50C4-4730-AE14-7CB6957670CB}" dt="2025-07-08T02:30:45.526" v="1804" actId="47"/>
        <pc:sldMkLst>
          <pc:docMk/>
          <pc:sldMk cId="412856185" sldId="298"/>
        </pc:sldMkLst>
      </pc:sldChg>
      <pc:sldChg chg="del">
        <pc:chgData name="Deepika Mohan" userId="9c97dccb-3b11-46db-940a-8dd6e1f2f096" providerId="ADAL" clId="{F3FE9CC5-50C4-4730-AE14-7CB6957670CB}" dt="2025-07-08T02:30:46.976" v="1807" actId="47"/>
        <pc:sldMkLst>
          <pc:docMk/>
          <pc:sldMk cId="3723367793" sldId="299"/>
        </pc:sldMkLst>
      </pc:sldChg>
      <pc:sldChg chg="del">
        <pc:chgData name="Deepika Mohan" userId="9c97dccb-3b11-46db-940a-8dd6e1f2f096" providerId="ADAL" clId="{F3FE9CC5-50C4-4730-AE14-7CB6957670CB}" dt="2025-07-08T02:30:44.237" v="1801" actId="47"/>
        <pc:sldMkLst>
          <pc:docMk/>
          <pc:sldMk cId="403181628" sldId="300"/>
        </pc:sldMkLst>
      </pc:sldChg>
      <pc:sldChg chg="del">
        <pc:chgData name="Deepika Mohan" userId="9c97dccb-3b11-46db-940a-8dd6e1f2f096" providerId="ADAL" clId="{F3FE9CC5-50C4-4730-AE14-7CB6957670CB}" dt="2025-07-08T02:30:45.924" v="1805" actId="47"/>
        <pc:sldMkLst>
          <pc:docMk/>
          <pc:sldMk cId="381307239" sldId="301"/>
        </pc:sldMkLst>
      </pc:sldChg>
      <pc:sldChg chg="del">
        <pc:chgData name="Deepika Mohan" userId="9c97dccb-3b11-46db-940a-8dd6e1f2f096" providerId="ADAL" clId="{F3FE9CC5-50C4-4730-AE14-7CB6957670CB}" dt="2025-07-08T02:30:52.685" v="1811" actId="47"/>
        <pc:sldMkLst>
          <pc:docMk/>
          <pc:sldMk cId="2808858921" sldId="303"/>
        </pc:sldMkLst>
      </pc:sldChg>
      <pc:sldChg chg="del">
        <pc:chgData name="Deepika Mohan" userId="9c97dccb-3b11-46db-940a-8dd6e1f2f096" providerId="ADAL" clId="{F3FE9CC5-50C4-4730-AE14-7CB6957670CB}" dt="2025-07-08T02:30:47.498" v="1808" actId="47"/>
        <pc:sldMkLst>
          <pc:docMk/>
          <pc:sldMk cId="1512161070" sldId="304"/>
        </pc:sldMkLst>
      </pc:sldChg>
      <pc:sldChg chg="modSp mod">
        <pc:chgData name="Deepika Mohan" userId="9c97dccb-3b11-46db-940a-8dd6e1f2f096" providerId="ADAL" clId="{F3FE9CC5-50C4-4730-AE14-7CB6957670CB}" dt="2025-07-08T03:06:29.188" v="2813" actId="1076"/>
        <pc:sldMkLst>
          <pc:docMk/>
          <pc:sldMk cId="1437614941" sldId="305"/>
        </pc:sldMkLst>
      </pc:sldChg>
      <pc:sldChg chg="del">
        <pc:chgData name="Deepika Mohan" userId="9c97dccb-3b11-46db-940a-8dd6e1f2f096" providerId="ADAL" clId="{F3FE9CC5-50C4-4730-AE14-7CB6957670CB}" dt="2025-07-08T02:30:46.470" v="1806" actId="47"/>
        <pc:sldMkLst>
          <pc:docMk/>
          <pc:sldMk cId="2540832542" sldId="306"/>
        </pc:sldMkLst>
      </pc:sldChg>
      <pc:sldChg chg="del">
        <pc:chgData name="Deepika Mohan" userId="9c97dccb-3b11-46db-940a-8dd6e1f2f096" providerId="ADAL" clId="{F3FE9CC5-50C4-4730-AE14-7CB6957670CB}" dt="2025-07-08T02:30:53.094" v="1812" actId="47"/>
        <pc:sldMkLst>
          <pc:docMk/>
          <pc:sldMk cId="1137546745" sldId="309"/>
        </pc:sldMkLst>
      </pc:sldChg>
      <pc:sldChg chg="del">
        <pc:chgData name="Deepika Mohan" userId="9c97dccb-3b11-46db-940a-8dd6e1f2f096" providerId="ADAL" clId="{F3FE9CC5-50C4-4730-AE14-7CB6957670CB}" dt="2025-07-08T02:30:53.603" v="1813" actId="47"/>
        <pc:sldMkLst>
          <pc:docMk/>
          <pc:sldMk cId="2010601442" sldId="310"/>
        </pc:sldMkLst>
      </pc:sldChg>
      <pc:sldChg chg="del">
        <pc:chgData name="Deepika Mohan" userId="9c97dccb-3b11-46db-940a-8dd6e1f2f096" providerId="ADAL" clId="{F3FE9CC5-50C4-4730-AE14-7CB6957670CB}" dt="2025-07-08T02:30:54.029" v="1814" actId="47"/>
        <pc:sldMkLst>
          <pc:docMk/>
          <pc:sldMk cId="949820846" sldId="311"/>
        </pc:sldMkLst>
      </pc:sldChg>
      <pc:sldChg chg="del">
        <pc:chgData name="Deepika Mohan" userId="9c97dccb-3b11-46db-940a-8dd6e1f2f096" providerId="ADAL" clId="{F3FE9CC5-50C4-4730-AE14-7CB6957670CB}" dt="2025-07-08T02:30:54.517" v="1815" actId="47"/>
        <pc:sldMkLst>
          <pc:docMk/>
          <pc:sldMk cId="976050341" sldId="312"/>
        </pc:sldMkLst>
      </pc:sldChg>
      <pc:sldChg chg="del">
        <pc:chgData name="Deepika Mohan" userId="9c97dccb-3b11-46db-940a-8dd6e1f2f096" providerId="ADAL" clId="{F3FE9CC5-50C4-4730-AE14-7CB6957670CB}" dt="2025-07-08T02:43:00.586" v="1816" actId="47"/>
        <pc:sldMkLst>
          <pc:docMk/>
          <pc:sldMk cId="2235280848" sldId="313"/>
        </pc:sldMkLst>
      </pc:sldChg>
      <pc:sldChg chg="modSp mod">
        <pc:chgData name="Deepika Mohan" userId="9c97dccb-3b11-46db-940a-8dd6e1f2f096" providerId="ADAL" clId="{F3FE9CC5-50C4-4730-AE14-7CB6957670CB}" dt="2025-07-08T03:04:48.157" v="2795" actId="20577"/>
        <pc:sldMkLst>
          <pc:docMk/>
          <pc:sldMk cId="2396297221" sldId="314"/>
        </pc:sldMkLst>
      </pc:sldChg>
      <pc:sldChg chg="add del">
        <pc:chgData name="Deepika Mohan" userId="9c97dccb-3b11-46db-940a-8dd6e1f2f096" providerId="ADAL" clId="{F3FE9CC5-50C4-4730-AE14-7CB6957670CB}" dt="2025-07-08T02:30:49.439" v="1810" actId="47"/>
        <pc:sldMkLst>
          <pc:docMk/>
          <pc:sldMk cId="3296330474" sldId="315"/>
        </pc:sldMkLst>
      </pc:sldChg>
      <pc:sldChg chg="modSp mod">
        <pc:chgData name="Deepika Mohan" userId="9c97dccb-3b11-46db-940a-8dd6e1f2f096" providerId="ADAL" clId="{F3FE9CC5-50C4-4730-AE14-7CB6957670CB}" dt="2025-07-08T03:07:04.844" v="2819" actId="20577"/>
        <pc:sldMkLst>
          <pc:docMk/>
          <pc:sldMk cId="1171199049" sldId="316"/>
        </pc:sldMkLst>
      </pc:sldChg>
      <pc:sldChg chg="addSp modSp add mod">
        <pc:chgData name="Deepika Mohan" userId="9c97dccb-3b11-46db-940a-8dd6e1f2f096" providerId="ADAL" clId="{F3FE9CC5-50C4-4730-AE14-7CB6957670CB}" dt="2025-07-08T00:36:23.183" v="781" actId="20577"/>
        <pc:sldMkLst>
          <pc:docMk/>
          <pc:sldMk cId="396178578" sldId="318"/>
        </pc:sldMkLst>
      </pc:sldChg>
      <pc:sldChg chg="addSp modSp add mod ord">
        <pc:chgData name="Deepika Mohan" userId="9c97dccb-3b11-46db-940a-8dd6e1f2f096" providerId="ADAL" clId="{F3FE9CC5-50C4-4730-AE14-7CB6957670CB}" dt="2025-07-08T00:41:36.067" v="809" actId="207"/>
        <pc:sldMkLst>
          <pc:docMk/>
          <pc:sldMk cId="2724675279" sldId="319"/>
        </pc:sldMkLst>
      </pc:sldChg>
      <pc:sldChg chg="delSp modSp add mod">
        <pc:chgData name="Deepika Mohan" userId="9c97dccb-3b11-46db-940a-8dd6e1f2f096" providerId="ADAL" clId="{F3FE9CC5-50C4-4730-AE14-7CB6957670CB}" dt="2025-07-08T00:48:30.929" v="925" actId="207"/>
        <pc:sldMkLst>
          <pc:docMk/>
          <pc:sldMk cId="1413512460" sldId="320"/>
        </pc:sldMkLst>
      </pc:sldChg>
      <pc:sldChg chg="addSp modSp add mod">
        <pc:chgData name="Deepika Mohan" userId="9c97dccb-3b11-46db-940a-8dd6e1f2f096" providerId="ADAL" clId="{F3FE9CC5-50C4-4730-AE14-7CB6957670CB}" dt="2025-07-08T00:46:40.349" v="902" actId="1076"/>
        <pc:sldMkLst>
          <pc:docMk/>
          <pc:sldMk cId="2362495587" sldId="321"/>
        </pc:sldMkLst>
      </pc:sldChg>
      <pc:sldChg chg="modSp add mod ord">
        <pc:chgData name="Deepika Mohan" userId="9c97dccb-3b11-46db-940a-8dd6e1f2f096" providerId="ADAL" clId="{F3FE9CC5-50C4-4730-AE14-7CB6957670CB}" dt="2025-07-08T00:49:46.015" v="944" actId="1076"/>
        <pc:sldMkLst>
          <pc:docMk/>
          <pc:sldMk cId="4166131039" sldId="322"/>
        </pc:sldMkLst>
      </pc:sldChg>
      <pc:sldChg chg="addSp modSp add mod">
        <pc:chgData name="Deepika Mohan" userId="9c97dccb-3b11-46db-940a-8dd6e1f2f096" providerId="ADAL" clId="{F3FE9CC5-50C4-4730-AE14-7CB6957670CB}" dt="2025-07-08T00:56:27.788" v="1001" actId="14100"/>
        <pc:sldMkLst>
          <pc:docMk/>
          <pc:sldMk cId="3026400239" sldId="323"/>
        </pc:sldMkLst>
      </pc:sldChg>
      <pc:sldChg chg="add del">
        <pc:chgData name="Deepika Mohan" userId="9c97dccb-3b11-46db-940a-8dd6e1f2f096" providerId="ADAL" clId="{F3FE9CC5-50C4-4730-AE14-7CB6957670CB}" dt="2025-07-08T00:47:22.380" v="907"/>
        <pc:sldMkLst>
          <pc:docMk/>
          <pc:sldMk cId="3697861773" sldId="323"/>
        </pc:sldMkLst>
      </pc:sldChg>
      <pc:sldChg chg="modSp add mod ord">
        <pc:chgData name="Deepika Mohan" userId="9c97dccb-3b11-46db-940a-8dd6e1f2f096" providerId="ADAL" clId="{F3FE9CC5-50C4-4730-AE14-7CB6957670CB}" dt="2025-07-08T01:03:21.457" v="1046" actId="207"/>
        <pc:sldMkLst>
          <pc:docMk/>
          <pc:sldMk cId="1405833020" sldId="324"/>
        </pc:sldMkLst>
      </pc:sldChg>
      <pc:sldChg chg="addSp modSp add mod">
        <pc:chgData name="Deepika Mohan" userId="9c97dccb-3b11-46db-940a-8dd6e1f2f096" providerId="ADAL" clId="{F3FE9CC5-50C4-4730-AE14-7CB6957670CB}" dt="2025-07-08T01:04:39.191" v="1069" actId="14100"/>
        <pc:sldMkLst>
          <pc:docMk/>
          <pc:sldMk cId="334833439" sldId="325"/>
        </pc:sldMkLst>
      </pc:sldChg>
      <pc:sldChg chg="addSp delSp modSp add mod">
        <pc:chgData name="Deepika Mohan" userId="9c97dccb-3b11-46db-940a-8dd6e1f2f096" providerId="ADAL" clId="{F3FE9CC5-50C4-4730-AE14-7CB6957670CB}" dt="2025-07-08T01:10:23.800" v="1128" actId="2711"/>
        <pc:sldMkLst>
          <pc:docMk/>
          <pc:sldMk cId="1619339376" sldId="326"/>
        </pc:sldMkLst>
      </pc:sldChg>
      <pc:sldChg chg="modSp add mod">
        <pc:chgData name="Deepika Mohan" userId="9c97dccb-3b11-46db-940a-8dd6e1f2f096" providerId="ADAL" clId="{F3FE9CC5-50C4-4730-AE14-7CB6957670CB}" dt="2025-07-08T01:16:09.444" v="1196" actId="255"/>
        <pc:sldMkLst>
          <pc:docMk/>
          <pc:sldMk cId="3076534078" sldId="327"/>
        </pc:sldMkLst>
      </pc:sldChg>
      <pc:sldChg chg="modSp add mod">
        <pc:chgData name="Deepika Mohan" userId="9c97dccb-3b11-46db-940a-8dd6e1f2f096" providerId="ADAL" clId="{F3FE9CC5-50C4-4730-AE14-7CB6957670CB}" dt="2025-07-08T01:15:40.686" v="1188" actId="1076"/>
        <pc:sldMkLst>
          <pc:docMk/>
          <pc:sldMk cId="649060069" sldId="328"/>
        </pc:sldMkLst>
      </pc:sldChg>
      <pc:sldChg chg="addSp delSp modSp add mod">
        <pc:chgData name="Deepika Mohan" userId="9c97dccb-3b11-46db-940a-8dd6e1f2f096" providerId="ADAL" clId="{F3FE9CC5-50C4-4730-AE14-7CB6957670CB}" dt="2025-07-08T01:51:53.452" v="1223" actId="22"/>
        <pc:sldMkLst>
          <pc:docMk/>
          <pc:sldMk cId="29478172" sldId="329"/>
        </pc:sldMkLst>
      </pc:sldChg>
      <pc:sldChg chg="addSp delSp modSp add del mod">
        <pc:chgData name="Deepika Mohan" userId="9c97dccb-3b11-46db-940a-8dd6e1f2f096" providerId="ADAL" clId="{F3FE9CC5-50C4-4730-AE14-7CB6957670CB}" dt="2025-07-08T02:10:09.782" v="1563" actId="47"/>
        <pc:sldMkLst>
          <pc:docMk/>
          <pc:sldMk cId="135338185" sldId="330"/>
        </pc:sldMkLst>
      </pc:sldChg>
      <pc:sldChg chg="addSp delSp modSp add mod">
        <pc:chgData name="Deepika Mohan" userId="9c97dccb-3b11-46db-940a-8dd6e1f2f096" providerId="ADAL" clId="{F3FE9CC5-50C4-4730-AE14-7CB6957670CB}" dt="2025-07-08T02:04:55.578" v="1486" actId="478"/>
        <pc:sldMkLst>
          <pc:docMk/>
          <pc:sldMk cId="2935652920" sldId="331"/>
        </pc:sldMkLst>
      </pc:sldChg>
      <pc:sldChg chg="addSp delSp modSp add mod">
        <pc:chgData name="Deepika Mohan" userId="9c97dccb-3b11-46db-940a-8dd6e1f2f096" providerId="ADAL" clId="{F3FE9CC5-50C4-4730-AE14-7CB6957670CB}" dt="2025-07-08T02:05:16.308" v="1491" actId="20577"/>
        <pc:sldMkLst>
          <pc:docMk/>
          <pc:sldMk cId="3804105694" sldId="332"/>
        </pc:sldMkLst>
      </pc:sldChg>
      <pc:sldChg chg="addSp delSp modSp add mod">
        <pc:chgData name="Deepika Mohan" userId="9c97dccb-3b11-46db-940a-8dd6e1f2f096" providerId="ADAL" clId="{F3FE9CC5-50C4-4730-AE14-7CB6957670CB}" dt="2025-07-08T02:29:51.945" v="1793" actId="14100"/>
        <pc:sldMkLst>
          <pc:docMk/>
          <pc:sldMk cId="1751225450" sldId="333"/>
        </pc:sldMkLst>
      </pc:sldChg>
      <pc:sldChg chg="delSp modSp add mod">
        <pc:chgData name="Deepika Mohan" userId="9c97dccb-3b11-46db-940a-8dd6e1f2f096" providerId="ADAL" clId="{F3FE9CC5-50C4-4730-AE14-7CB6957670CB}" dt="2025-07-08T02:09:45.819" v="1562" actId="12"/>
        <pc:sldMkLst>
          <pc:docMk/>
          <pc:sldMk cId="630835652" sldId="334"/>
        </pc:sldMkLst>
      </pc:sldChg>
      <pc:sldChg chg="addSp modSp add mod">
        <pc:chgData name="Deepika Mohan" userId="9c97dccb-3b11-46db-940a-8dd6e1f2f096" providerId="ADAL" clId="{F3FE9CC5-50C4-4730-AE14-7CB6957670CB}" dt="2025-07-08T02:14:10.051" v="1640" actId="1076"/>
        <pc:sldMkLst>
          <pc:docMk/>
          <pc:sldMk cId="1320462867" sldId="335"/>
        </pc:sldMkLst>
      </pc:sldChg>
      <pc:sldChg chg="addSp modSp add mod">
        <pc:chgData name="Deepika Mohan" userId="9c97dccb-3b11-46db-940a-8dd6e1f2f096" providerId="ADAL" clId="{F3FE9CC5-50C4-4730-AE14-7CB6957670CB}" dt="2025-07-08T02:30:00.637" v="1795" actId="1076"/>
        <pc:sldMkLst>
          <pc:docMk/>
          <pc:sldMk cId="3009722172" sldId="336"/>
        </pc:sldMkLst>
      </pc:sldChg>
      <pc:sldChg chg="addSp delSp modSp add mod">
        <pc:chgData name="Deepika Mohan" userId="9c97dccb-3b11-46db-940a-8dd6e1f2f096" providerId="ADAL" clId="{F3FE9CC5-50C4-4730-AE14-7CB6957670CB}" dt="2025-07-08T02:22:07.780" v="1702" actId="1076"/>
        <pc:sldMkLst>
          <pc:docMk/>
          <pc:sldMk cId="3822375199" sldId="337"/>
        </pc:sldMkLst>
      </pc:sldChg>
      <pc:sldChg chg="addSp delSp modSp add mod">
        <pc:chgData name="Deepika Mohan" userId="9c97dccb-3b11-46db-940a-8dd6e1f2f096" providerId="ADAL" clId="{F3FE9CC5-50C4-4730-AE14-7CB6957670CB}" dt="2025-07-08T02:26:45.888" v="1744" actId="14100"/>
        <pc:sldMkLst>
          <pc:docMk/>
          <pc:sldMk cId="2303668834" sldId="338"/>
        </pc:sldMkLst>
      </pc:sldChg>
      <pc:sldChg chg="addSp modSp add mod">
        <pc:chgData name="Deepika Mohan" userId="9c97dccb-3b11-46db-940a-8dd6e1f2f096" providerId="ADAL" clId="{F3FE9CC5-50C4-4730-AE14-7CB6957670CB}" dt="2025-07-08T02:28:12.201" v="1768" actId="962"/>
        <pc:sldMkLst>
          <pc:docMk/>
          <pc:sldMk cId="1212203831" sldId="339"/>
        </pc:sldMkLst>
      </pc:sldChg>
      <pc:sldChg chg="addSp modSp add mod">
        <pc:chgData name="Deepika Mohan" userId="9c97dccb-3b11-46db-940a-8dd6e1f2f096" providerId="ADAL" clId="{F3FE9CC5-50C4-4730-AE14-7CB6957670CB}" dt="2025-07-08T02:30:06.224" v="1797" actId="1076"/>
        <pc:sldMkLst>
          <pc:docMk/>
          <pc:sldMk cId="1427435940" sldId="340"/>
        </pc:sldMkLst>
      </pc:sldChg>
      <pc:sldChg chg="addSp delSp modSp add del mod ord">
        <pc:chgData name="Deepika Mohan" userId="9c97dccb-3b11-46db-940a-8dd6e1f2f096" providerId="ADAL" clId="{F3FE9CC5-50C4-4730-AE14-7CB6957670CB}" dt="2025-07-08T03:10:51.533" v="2821" actId="47"/>
        <pc:sldMkLst>
          <pc:docMk/>
          <pc:sldMk cId="375728691" sldId="341"/>
        </pc:sldMkLst>
      </pc:sldChg>
      <pc:sldChg chg="add del">
        <pc:chgData name="Deepika Mohan" userId="9c97dccb-3b11-46db-940a-8dd6e1f2f096" providerId="ADAL" clId="{F3FE9CC5-50C4-4730-AE14-7CB6957670CB}" dt="2025-07-08T02:25:15.194" v="1723"/>
        <pc:sldMkLst>
          <pc:docMk/>
          <pc:sldMk cId="2301815406" sldId="341"/>
        </pc:sldMkLst>
      </pc:sldChg>
      <pc:sldChg chg="addSp delSp modSp add del mod ord">
        <pc:chgData name="Deepika Mohan" userId="9c97dccb-3b11-46db-940a-8dd6e1f2f096" providerId="ADAL" clId="{F3FE9CC5-50C4-4730-AE14-7CB6957670CB}" dt="2025-07-08T02:52:10.365" v="1959" actId="47"/>
        <pc:sldMkLst>
          <pc:docMk/>
          <pc:sldMk cId="2186867118" sldId="342"/>
        </pc:sldMkLst>
      </pc:sldChg>
      <pc:sldChg chg="addSp delSp modSp add mod ord">
        <pc:chgData name="Deepika Mohan" userId="9c97dccb-3b11-46db-940a-8dd6e1f2f096" providerId="ADAL" clId="{F3FE9CC5-50C4-4730-AE14-7CB6957670CB}" dt="2025-07-08T02:57:03.239" v="2042" actId="1076"/>
        <pc:sldMkLst>
          <pc:docMk/>
          <pc:sldMk cId="2443411735" sldId="342"/>
        </pc:sldMkLst>
      </pc:sldChg>
      <pc:sldChg chg="add">
        <pc:chgData name="Deepika Mohan" userId="9c97dccb-3b11-46db-940a-8dd6e1f2f096" providerId="ADAL" clId="{F3FE9CC5-50C4-4730-AE14-7CB6957670CB}" dt="2025-07-08T03:10:42.579" v="2820"/>
        <pc:sldMkLst>
          <pc:docMk/>
          <pc:sldMk cId="4206362393" sldId="343"/>
        </pc:sldMkLst>
      </pc:sldChg>
    </pc:docChg>
  </pc:docChgLst>
  <pc:docChgLst>
    <pc:chgData name="Deepika Mohan" userId="9c97dccb-3b11-46db-940a-8dd6e1f2f096" providerId="ADAL" clId="{495CA90B-D9D6-4307-9B4E-A597F4E129F3}"/>
    <pc:docChg chg="undo custSel addSld delSld modSld sldOrd">
      <pc:chgData name="Deepika Mohan" userId="9c97dccb-3b11-46db-940a-8dd6e1f2f096" providerId="ADAL" clId="{495CA90B-D9D6-4307-9B4E-A597F4E129F3}" dt="2025-07-07T04:09:10.679" v="2897" actId="20577"/>
      <pc:docMkLst>
        <pc:docMk/>
      </pc:docMkLst>
      <pc:sldChg chg="addSp delSp modSp mod">
        <pc:chgData name="Deepika Mohan" userId="9c97dccb-3b11-46db-940a-8dd6e1f2f096" providerId="ADAL" clId="{495CA90B-D9D6-4307-9B4E-A597F4E129F3}" dt="2025-07-07T00:18:10.913" v="690" actId="255"/>
        <pc:sldMkLst>
          <pc:docMk/>
          <pc:sldMk cId="2009129989" sldId="256"/>
        </pc:sldMkLst>
      </pc:sldChg>
      <pc:sldChg chg="addSp delSp modSp mod setBg modAnim">
        <pc:chgData name="Deepika Mohan" userId="9c97dccb-3b11-46db-940a-8dd6e1f2f096" providerId="ADAL" clId="{495CA90B-D9D6-4307-9B4E-A597F4E129F3}" dt="2025-07-07T04:03:11.497" v="2831" actId="27636"/>
        <pc:sldMkLst>
          <pc:docMk/>
          <pc:sldMk cId="736733350" sldId="273"/>
        </pc:sldMkLst>
      </pc:sldChg>
      <pc:sldChg chg="addSp delSp modSp del mod ord delAnim">
        <pc:chgData name="Deepika Mohan" userId="9c97dccb-3b11-46db-940a-8dd6e1f2f096" providerId="ADAL" clId="{495CA90B-D9D6-4307-9B4E-A597F4E129F3}" dt="2025-07-07T00:12:33.861" v="680" actId="47"/>
        <pc:sldMkLst>
          <pc:docMk/>
          <pc:sldMk cId="2415545099" sldId="275"/>
        </pc:sldMkLst>
      </pc:sldChg>
      <pc:sldChg chg="del">
        <pc:chgData name="Deepika Mohan" userId="9c97dccb-3b11-46db-940a-8dd6e1f2f096" providerId="ADAL" clId="{495CA90B-D9D6-4307-9B4E-A597F4E129F3}" dt="2025-07-07T04:02:48.305" v="2819" actId="47"/>
        <pc:sldMkLst>
          <pc:docMk/>
          <pc:sldMk cId="1505001365" sldId="276"/>
        </pc:sldMkLst>
      </pc:sldChg>
      <pc:sldChg chg="del">
        <pc:chgData name="Deepika Mohan" userId="9c97dccb-3b11-46db-940a-8dd6e1f2f096" providerId="ADAL" clId="{495CA90B-D9D6-4307-9B4E-A597F4E129F3}" dt="2025-07-07T04:02:48.149" v="2818" actId="47"/>
        <pc:sldMkLst>
          <pc:docMk/>
          <pc:sldMk cId="804955733" sldId="277"/>
        </pc:sldMkLst>
      </pc:sldChg>
      <pc:sldChg chg="del">
        <pc:chgData name="Deepika Mohan" userId="9c97dccb-3b11-46db-940a-8dd6e1f2f096" providerId="ADAL" clId="{495CA90B-D9D6-4307-9B4E-A597F4E129F3}" dt="2025-07-07T04:02:47.934" v="2817" actId="47"/>
        <pc:sldMkLst>
          <pc:docMk/>
          <pc:sldMk cId="2570782658" sldId="280"/>
        </pc:sldMkLst>
      </pc:sldChg>
      <pc:sldChg chg="del">
        <pc:chgData name="Deepika Mohan" userId="9c97dccb-3b11-46db-940a-8dd6e1f2f096" providerId="ADAL" clId="{495CA90B-D9D6-4307-9B4E-A597F4E129F3}" dt="2025-07-07T04:02:47.791" v="2816" actId="47"/>
        <pc:sldMkLst>
          <pc:docMk/>
          <pc:sldMk cId="1582231806" sldId="281"/>
        </pc:sldMkLst>
      </pc:sldChg>
      <pc:sldChg chg="del">
        <pc:chgData name="Deepika Mohan" userId="9c97dccb-3b11-46db-940a-8dd6e1f2f096" providerId="ADAL" clId="{495CA90B-D9D6-4307-9B4E-A597F4E129F3}" dt="2025-07-07T04:02:47.406" v="2814" actId="47"/>
        <pc:sldMkLst>
          <pc:docMk/>
          <pc:sldMk cId="92036369" sldId="282"/>
        </pc:sldMkLst>
      </pc:sldChg>
      <pc:sldChg chg="del">
        <pc:chgData name="Deepika Mohan" userId="9c97dccb-3b11-46db-940a-8dd6e1f2f096" providerId="ADAL" clId="{495CA90B-D9D6-4307-9B4E-A597F4E129F3}" dt="2025-07-07T04:02:47.231" v="2813" actId="47"/>
        <pc:sldMkLst>
          <pc:docMk/>
          <pc:sldMk cId="2866295944" sldId="283"/>
        </pc:sldMkLst>
      </pc:sldChg>
      <pc:sldChg chg="del">
        <pc:chgData name="Deepika Mohan" userId="9c97dccb-3b11-46db-940a-8dd6e1f2f096" providerId="ADAL" clId="{495CA90B-D9D6-4307-9B4E-A597F4E129F3}" dt="2025-07-07T04:02:46.957" v="2812" actId="47"/>
        <pc:sldMkLst>
          <pc:docMk/>
          <pc:sldMk cId="3765924776" sldId="284"/>
        </pc:sldMkLst>
      </pc:sldChg>
      <pc:sldChg chg="del">
        <pc:chgData name="Deepika Mohan" userId="9c97dccb-3b11-46db-940a-8dd6e1f2f096" providerId="ADAL" clId="{495CA90B-D9D6-4307-9B4E-A597F4E129F3}" dt="2025-07-07T04:02:47.597" v="2815" actId="47"/>
        <pc:sldMkLst>
          <pc:docMk/>
          <pc:sldMk cId="3675250063" sldId="285"/>
        </pc:sldMkLst>
      </pc:sldChg>
      <pc:sldChg chg="del">
        <pc:chgData name="Deepika Mohan" userId="9c97dccb-3b11-46db-940a-8dd6e1f2f096" providerId="ADAL" clId="{495CA90B-D9D6-4307-9B4E-A597F4E129F3}" dt="2025-07-07T04:02:46.459" v="2811" actId="47"/>
        <pc:sldMkLst>
          <pc:docMk/>
          <pc:sldMk cId="844362784" sldId="286"/>
        </pc:sldMkLst>
      </pc:sldChg>
      <pc:sldChg chg="addSp modSp del modAnim">
        <pc:chgData name="Deepika Mohan" userId="9c97dccb-3b11-46db-940a-8dd6e1f2f096" providerId="ADAL" clId="{495CA90B-D9D6-4307-9B4E-A597F4E129F3}" dt="2025-07-07T04:02:40.824" v="2809" actId="47"/>
        <pc:sldMkLst>
          <pc:docMk/>
          <pc:sldMk cId="1502223092" sldId="287"/>
        </pc:sldMkLst>
      </pc:sldChg>
      <pc:sldChg chg="del">
        <pc:chgData name="Deepika Mohan" userId="9c97dccb-3b11-46db-940a-8dd6e1f2f096" providerId="ADAL" clId="{495CA90B-D9D6-4307-9B4E-A597F4E129F3}" dt="2025-07-07T04:02:46.139" v="2810" actId="47"/>
        <pc:sldMkLst>
          <pc:docMk/>
          <pc:sldMk cId="841021124" sldId="288"/>
        </pc:sldMkLst>
      </pc:sldChg>
      <pc:sldChg chg="addSp delSp modSp add mod">
        <pc:chgData name="Deepika Mohan" userId="9c97dccb-3b11-46db-940a-8dd6e1f2f096" providerId="ADAL" clId="{495CA90B-D9D6-4307-9B4E-A597F4E129F3}" dt="2025-07-07T00:38:50.335" v="883" actId="207"/>
        <pc:sldMkLst>
          <pc:docMk/>
          <pc:sldMk cId="2805074428" sldId="289"/>
        </pc:sldMkLst>
      </pc:sldChg>
      <pc:sldChg chg="modSp add mod">
        <pc:chgData name="Deepika Mohan" userId="9c97dccb-3b11-46db-940a-8dd6e1f2f096" providerId="ADAL" clId="{495CA90B-D9D6-4307-9B4E-A597F4E129F3}" dt="2025-07-07T00:56:44.346" v="1138" actId="27636"/>
        <pc:sldMkLst>
          <pc:docMk/>
          <pc:sldMk cId="793229691" sldId="290"/>
        </pc:sldMkLst>
      </pc:sldChg>
      <pc:sldChg chg="addSp modSp add mod">
        <pc:chgData name="Deepika Mohan" userId="9c97dccb-3b11-46db-940a-8dd6e1f2f096" providerId="ADAL" clId="{495CA90B-D9D6-4307-9B4E-A597F4E129F3}" dt="2025-07-07T00:48:28.007" v="1032" actId="20577"/>
        <pc:sldMkLst>
          <pc:docMk/>
          <pc:sldMk cId="1135426641" sldId="291"/>
        </pc:sldMkLst>
      </pc:sldChg>
      <pc:sldChg chg="addSp modSp add mod">
        <pc:chgData name="Deepika Mohan" userId="9c97dccb-3b11-46db-940a-8dd6e1f2f096" providerId="ADAL" clId="{495CA90B-D9D6-4307-9B4E-A597F4E129F3}" dt="2025-07-07T00:51:15.566" v="1065" actId="1076"/>
        <pc:sldMkLst>
          <pc:docMk/>
          <pc:sldMk cId="2259165118" sldId="292"/>
        </pc:sldMkLst>
      </pc:sldChg>
      <pc:sldChg chg="addSp delSp modSp add mod">
        <pc:chgData name="Deepika Mohan" userId="9c97dccb-3b11-46db-940a-8dd6e1f2f096" providerId="ADAL" clId="{495CA90B-D9D6-4307-9B4E-A597F4E129F3}" dt="2025-07-07T00:57:34.239" v="1142" actId="1076"/>
        <pc:sldMkLst>
          <pc:docMk/>
          <pc:sldMk cId="1672808644" sldId="293"/>
        </pc:sldMkLst>
      </pc:sldChg>
      <pc:sldChg chg="addSp modSp add mod">
        <pc:chgData name="Deepika Mohan" userId="9c97dccb-3b11-46db-940a-8dd6e1f2f096" providerId="ADAL" clId="{495CA90B-D9D6-4307-9B4E-A597F4E129F3}" dt="2025-07-07T00:55:57.471" v="1128" actId="14100"/>
        <pc:sldMkLst>
          <pc:docMk/>
          <pc:sldMk cId="278079871" sldId="294"/>
        </pc:sldMkLst>
      </pc:sldChg>
      <pc:sldChg chg="add del">
        <pc:chgData name="Deepika Mohan" userId="9c97dccb-3b11-46db-940a-8dd6e1f2f096" providerId="ADAL" clId="{495CA90B-D9D6-4307-9B4E-A597F4E129F3}" dt="2025-07-06T23:53:12.089" v="543" actId="47"/>
        <pc:sldMkLst>
          <pc:docMk/>
          <pc:sldMk cId="1848931509" sldId="295"/>
        </pc:sldMkLst>
      </pc:sldChg>
      <pc:sldChg chg="addSp delSp modSp add mod ord">
        <pc:chgData name="Deepika Mohan" userId="9c97dccb-3b11-46db-940a-8dd6e1f2f096" providerId="ADAL" clId="{495CA90B-D9D6-4307-9B4E-A597F4E129F3}" dt="2025-07-07T01:04:44.992" v="1215" actId="20577"/>
        <pc:sldMkLst>
          <pc:docMk/>
          <pc:sldMk cId="4262491960" sldId="295"/>
        </pc:sldMkLst>
      </pc:sldChg>
      <pc:sldChg chg="addSp delSp modSp add mod setBg">
        <pc:chgData name="Deepika Mohan" userId="9c97dccb-3b11-46db-940a-8dd6e1f2f096" providerId="ADAL" clId="{495CA90B-D9D6-4307-9B4E-A597F4E129F3}" dt="2025-07-07T01:06:52.397" v="1237" actId="1076"/>
        <pc:sldMkLst>
          <pc:docMk/>
          <pc:sldMk cId="269604544" sldId="296"/>
        </pc:sldMkLst>
      </pc:sldChg>
      <pc:sldChg chg="addSp delSp modSp add mod">
        <pc:chgData name="Deepika Mohan" userId="9c97dccb-3b11-46db-940a-8dd6e1f2f096" providerId="ADAL" clId="{495CA90B-D9D6-4307-9B4E-A597F4E129F3}" dt="2025-07-07T01:16:54.044" v="1388" actId="20577"/>
        <pc:sldMkLst>
          <pc:docMk/>
          <pc:sldMk cId="24660908" sldId="297"/>
        </pc:sldMkLst>
      </pc:sldChg>
      <pc:sldChg chg="add del">
        <pc:chgData name="Deepika Mohan" userId="9c97dccb-3b11-46db-940a-8dd6e1f2f096" providerId="ADAL" clId="{495CA90B-D9D6-4307-9B4E-A597F4E129F3}" dt="2025-07-06T23:58:38.617" v="591"/>
        <pc:sldMkLst>
          <pc:docMk/>
          <pc:sldMk cId="323260359" sldId="297"/>
        </pc:sldMkLst>
      </pc:sldChg>
      <pc:sldChg chg="add del">
        <pc:chgData name="Deepika Mohan" userId="9c97dccb-3b11-46db-940a-8dd6e1f2f096" providerId="ADAL" clId="{495CA90B-D9D6-4307-9B4E-A597F4E129F3}" dt="2025-07-06T23:57:50.861" v="587"/>
        <pc:sldMkLst>
          <pc:docMk/>
          <pc:sldMk cId="3352251232" sldId="297"/>
        </pc:sldMkLst>
      </pc:sldChg>
      <pc:sldChg chg="add del">
        <pc:chgData name="Deepika Mohan" userId="9c97dccb-3b11-46db-940a-8dd6e1f2f096" providerId="ADAL" clId="{495CA90B-D9D6-4307-9B4E-A597F4E129F3}" dt="2025-07-06T23:58:27.786" v="589"/>
        <pc:sldMkLst>
          <pc:docMk/>
          <pc:sldMk cId="3730624635" sldId="297"/>
        </pc:sldMkLst>
      </pc:sldChg>
      <pc:sldChg chg="addSp modSp add mod">
        <pc:chgData name="Deepika Mohan" userId="9c97dccb-3b11-46db-940a-8dd6e1f2f096" providerId="ADAL" clId="{495CA90B-D9D6-4307-9B4E-A597F4E129F3}" dt="2025-07-07T01:34:56.906" v="1534" actId="207"/>
        <pc:sldMkLst>
          <pc:docMk/>
          <pc:sldMk cId="412856185" sldId="298"/>
        </pc:sldMkLst>
      </pc:sldChg>
      <pc:sldChg chg="addSp modSp add mod ord">
        <pc:chgData name="Deepika Mohan" userId="9c97dccb-3b11-46db-940a-8dd6e1f2f096" providerId="ADAL" clId="{495CA90B-D9D6-4307-9B4E-A597F4E129F3}" dt="2025-07-07T03:05:28.573" v="1999"/>
        <pc:sldMkLst>
          <pc:docMk/>
          <pc:sldMk cId="3723367793" sldId="299"/>
        </pc:sldMkLst>
      </pc:sldChg>
      <pc:sldChg chg="modSp add mod">
        <pc:chgData name="Deepika Mohan" userId="9c97dccb-3b11-46db-940a-8dd6e1f2f096" providerId="ADAL" clId="{495CA90B-D9D6-4307-9B4E-A597F4E129F3}" dt="2025-07-07T01:05:07.500" v="1216" actId="14100"/>
        <pc:sldMkLst>
          <pc:docMk/>
          <pc:sldMk cId="403181628" sldId="300"/>
        </pc:sldMkLst>
      </pc:sldChg>
      <pc:sldChg chg="addSp delSp modSp add mod">
        <pc:chgData name="Deepika Mohan" userId="9c97dccb-3b11-46db-940a-8dd6e1f2f096" providerId="ADAL" clId="{495CA90B-D9D6-4307-9B4E-A597F4E129F3}" dt="2025-07-07T03:05:11.153" v="1997"/>
        <pc:sldMkLst>
          <pc:docMk/>
          <pc:sldMk cId="381307239" sldId="301"/>
        </pc:sldMkLst>
      </pc:sldChg>
      <pc:sldChg chg="add del">
        <pc:chgData name="Deepika Mohan" userId="9c97dccb-3b11-46db-940a-8dd6e1f2f096" providerId="ADAL" clId="{495CA90B-D9D6-4307-9B4E-A597F4E129F3}" dt="2025-07-07T01:19:25.961" v="1389" actId="47"/>
        <pc:sldMkLst>
          <pc:docMk/>
          <pc:sldMk cId="3034522655" sldId="301"/>
        </pc:sldMkLst>
      </pc:sldChg>
      <pc:sldChg chg="modSp add del mod">
        <pc:chgData name="Deepika Mohan" userId="9c97dccb-3b11-46db-940a-8dd6e1f2f096" providerId="ADAL" clId="{495CA90B-D9D6-4307-9B4E-A597F4E129F3}" dt="2025-07-07T01:35:58.512" v="1550" actId="47"/>
        <pc:sldMkLst>
          <pc:docMk/>
          <pc:sldMk cId="2976855790" sldId="302"/>
        </pc:sldMkLst>
      </pc:sldChg>
      <pc:sldChg chg="modSp add mod">
        <pc:chgData name="Deepika Mohan" userId="9c97dccb-3b11-46db-940a-8dd6e1f2f096" providerId="ADAL" clId="{495CA90B-D9D6-4307-9B4E-A597F4E129F3}" dt="2025-07-07T03:04:33.696" v="1996"/>
        <pc:sldMkLst>
          <pc:docMk/>
          <pc:sldMk cId="2808858921" sldId="303"/>
        </pc:sldMkLst>
      </pc:sldChg>
      <pc:sldChg chg="addSp delSp modSp add mod ord">
        <pc:chgData name="Deepika Mohan" userId="9c97dccb-3b11-46db-940a-8dd6e1f2f096" providerId="ADAL" clId="{495CA90B-D9D6-4307-9B4E-A597F4E129F3}" dt="2025-07-07T03:06:11.506" v="2003"/>
        <pc:sldMkLst>
          <pc:docMk/>
          <pc:sldMk cId="1512161070" sldId="304"/>
        </pc:sldMkLst>
      </pc:sldChg>
      <pc:sldChg chg="delSp modSp add mod ord">
        <pc:chgData name="Deepika Mohan" userId="9c97dccb-3b11-46db-940a-8dd6e1f2f096" providerId="ADAL" clId="{495CA90B-D9D6-4307-9B4E-A597F4E129F3}" dt="2025-07-07T04:04:39.228" v="2854"/>
        <pc:sldMkLst>
          <pc:docMk/>
          <pc:sldMk cId="1437614941" sldId="305"/>
        </pc:sldMkLst>
      </pc:sldChg>
      <pc:sldChg chg="add ord">
        <pc:chgData name="Deepika Mohan" userId="9c97dccb-3b11-46db-940a-8dd6e1f2f096" providerId="ADAL" clId="{495CA90B-D9D6-4307-9B4E-A597F4E129F3}" dt="2025-07-07T03:05:57.309" v="2001"/>
        <pc:sldMkLst>
          <pc:docMk/>
          <pc:sldMk cId="2540832542" sldId="306"/>
        </pc:sldMkLst>
      </pc:sldChg>
      <pc:sldChg chg="modSp add del mod">
        <pc:chgData name="Deepika Mohan" userId="9c97dccb-3b11-46db-940a-8dd6e1f2f096" providerId="ADAL" clId="{495CA90B-D9D6-4307-9B4E-A597F4E129F3}" dt="2025-07-07T03:03:59.134" v="1991" actId="47"/>
        <pc:sldMkLst>
          <pc:docMk/>
          <pc:sldMk cId="132402478" sldId="307"/>
        </pc:sldMkLst>
      </pc:sldChg>
      <pc:sldChg chg="modSp add del mod">
        <pc:chgData name="Deepika Mohan" userId="9c97dccb-3b11-46db-940a-8dd6e1f2f096" providerId="ADAL" clId="{495CA90B-D9D6-4307-9B4E-A597F4E129F3}" dt="2025-07-07T03:04:02.331" v="1992" actId="47"/>
        <pc:sldMkLst>
          <pc:docMk/>
          <pc:sldMk cId="3803725241" sldId="308"/>
        </pc:sldMkLst>
      </pc:sldChg>
      <pc:sldChg chg="addSp delSp modSp add mod">
        <pc:chgData name="Deepika Mohan" userId="9c97dccb-3b11-46db-940a-8dd6e1f2f096" providerId="ADAL" clId="{495CA90B-D9D6-4307-9B4E-A597F4E129F3}" dt="2025-07-07T03:03:17.283" v="1982" actId="207"/>
        <pc:sldMkLst>
          <pc:docMk/>
          <pc:sldMk cId="1137546745" sldId="309"/>
        </pc:sldMkLst>
      </pc:sldChg>
      <pc:sldChg chg="modSp add mod">
        <pc:chgData name="Deepika Mohan" userId="9c97dccb-3b11-46db-940a-8dd6e1f2f096" providerId="ADAL" clId="{495CA90B-D9D6-4307-9B4E-A597F4E129F3}" dt="2025-07-07T03:17:46.410" v="2074" actId="20577"/>
        <pc:sldMkLst>
          <pc:docMk/>
          <pc:sldMk cId="2010601442" sldId="310"/>
        </pc:sldMkLst>
      </pc:sldChg>
      <pc:sldChg chg="addSp modSp add mod">
        <pc:chgData name="Deepika Mohan" userId="9c97dccb-3b11-46db-940a-8dd6e1f2f096" providerId="ADAL" clId="{495CA90B-D9D6-4307-9B4E-A597F4E129F3}" dt="2025-07-07T03:25:10.421" v="2214" actId="27636"/>
        <pc:sldMkLst>
          <pc:docMk/>
          <pc:sldMk cId="949820846" sldId="311"/>
        </pc:sldMkLst>
      </pc:sldChg>
      <pc:sldChg chg="addSp delSp modSp add mod">
        <pc:chgData name="Deepika Mohan" userId="9c97dccb-3b11-46db-940a-8dd6e1f2f096" providerId="ADAL" clId="{495CA90B-D9D6-4307-9B4E-A597F4E129F3}" dt="2025-07-07T03:44:13.761" v="2650" actId="20577"/>
        <pc:sldMkLst>
          <pc:docMk/>
          <pc:sldMk cId="976050341" sldId="312"/>
        </pc:sldMkLst>
      </pc:sldChg>
      <pc:sldChg chg="modSp add mod">
        <pc:chgData name="Deepika Mohan" userId="9c97dccb-3b11-46db-940a-8dd6e1f2f096" providerId="ADAL" clId="{495CA90B-D9D6-4307-9B4E-A597F4E129F3}" dt="2025-07-07T03:45:41.207" v="2684" actId="20577"/>
        <pc:sldMkLst>
          <pc:docMk/>
          <pc:sldMk cId="2235280848" sldId="313"/>
        </pc:sldMkLst>
      </pc:sldChg>
      <pc:sldChg chg="addSp delSp modSp add del mod">
        <pc:chgData name="Deepika Mohan" userId="9c97dccb-3b11-46db-940a-8dd6e1f2f096" providerId="ADAL" clId="{495CA90B-D9D6-4307-9B4E-A597F4E129F3}" dt="2025-07-07T03:44:17.298" v="2651" actId="47"/>
        <pc:sldMkLst>
          <pc:docMk/>
          <pc:sldMk cId="211231302" sldId="314"/>
        </pc:sldMkLst>
      </pc:sldChg>
      <pc:sldChg chg="addSp delSp modSp add del mod">
        <pc:chgData name="Deepika Mohan" userId="9c97dccb-3b11-46db-940a-8dd6e1f2f096" providerId="ADAL" clId="{495CA90B-D9D6-4307-9B4E-A597F4E129F3}" dt="2025-07-07T04:02:49.990" v="2821" actId="47"/>
        <pc:sldMkLst>
          <pc:docMk/>
          <pc:sldMk cId="2396297221" sldId="314"/>
        </pc:sldMkLst>
      </pc:sldChg>
      <pc:sldChg chg="delSp modSp add mod">
        <pc:chgData name="Deepika Mohan" userId="9c97dccb-3b11-46db-940a-8dd6e1f2f096" providerId="ADAL" clId="{495CA90B-D9D6-4307-9B4E-A597F4E129F3}" dt="2025-07-07T04:04:15.285" v="2852" actId="1076"/>
        <pc:sldMkLst>
          <pc:docMk/>
          <pc:sldMk cId="3296330474" sldId="315"/>
        </pc:sldMkLst>
      </pc:sldChg>
      <pc:sldChg chg="modSp add mod ord">
        <pc:chgData name="Deepika Mohan" userId="9c97dccb-3b11-46db-940a-8dd6e1f2f096" providerId="ADAL" clId="{495CA90B-D9D6-4307-9B4E-A597F4E129F3}" dt="2025-07-07T04:05:52.548" v="2868" actId="20577"/>
        <pc:sldMkLst>
          <pc:docMk/>
          <pc:sldMk cId="1171199049" sldId="316"/>
        </pc:sldMkLst>
      </pc:sldChg>
      <pc:sldChg chg="modSp add mod ord">
        <pc:chgData name="Deepika Mohan" userId="9c97dccb-3b11-46db-940a-8dd6e1f2f096" providerId="ADAL" clId="{495CA90B-D9D6-4307-9B4E-A597F4E129F3}" dt="2025-07-07T04:09:10.679" v="2897" actId="20577"/>
        <pc:sldMkLst>
          <pc:docMk/>
          <pc:sldMk cId="2057959535" sldId="317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00:57:55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00:57:55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00:57:55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0241E0-0248-4C4D-A980-3F9F515680AD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0DDA9C-541D-438C-B68E-ACBB23FFE4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062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DDA9C-541D-438C-B68E-ACBB23FFE4A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625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04E68-C288-47B7-A429-624E9C67C2C3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AIIoT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97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4CF4-48F8-4F7C-8F06-AD2D796D5226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AIIoT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22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1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83FC2-A81B-46A4-9018-50D4EAA91D1E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AIIoT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82BE-94C6-494C-AE3C-1E90C272E142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AIIoT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143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FD2C-111D-4692-BDFC-51C1955213C6}" type="datetime1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AIIoT 2024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0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2B168-006A-44A1-B4DE-AAD429951968}" type="datetime1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AIIoT 2024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66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97D51-0AAF-4895-AE29-25FF3080F5FD}" type="datetime1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AIIoT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113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6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14E7C-214D-47FD-9705-220FB5377B7B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AIIoT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147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BC251-AB96-4D49-9D5F-7026CF24AB98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AIIoT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22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20855-8BA8-4F80-A3A1-C3CADF584B34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AIIoT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339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D9B4B-F75E-46E3-8124-A172AF96DC48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AIIoT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044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6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C6DE48-3097-40B2-B527-98314F1DC065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6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AIIoT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6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36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</p:sldLayoutIdLst>
  <p:hf hdr="0" dt="0"/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OArz7wggkQ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s://levelup.gitconnected.com/the-data-wizards-guide-to-preprocessing-and-feature-engineering-e44ac2268739" TargetMode="External"/><Relationship Id="rId7" Type="http://schemas.openxmlformats.org/officeDocument/2006/relationships/hyperlink" Target="https://archive.ics.uci.edu/dataset/352/online+retail" TargetMode="External"/><Relationship Id="rId2" Type="http://schemas.openxmlformats.org/officeDocument/2006/relationships/hyperlink" Target="https://www.datasciencewizards.ai/beginners-guide-to-feature-selecti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tef-ataya/data_preprocessing_tool/" TargetMode="External"/><Relationship Id="rId5" Type="http://schemas.openxmlformats.org/officeDocument/2006/relationships/hyperlink" Target="https://www.youtube.com/watch?v=SzpcUC7D7vg&amp;t=838s" TargetMode="External"/><Relationship Id="rId4" Type="http://schemas.openxmlformats.org/officeDocument/2006/relationships/hyperlink" Target="https://medium.com/@WojtekFulmyk/feature-selection-in-data-preprocessing-421d5b527005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447800"/>
            <a:ext cx="11811000" cy="3463515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endParaRPr lang="en-NZ" sz="5400" b="1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NZ" sz="5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Data Analysis with AI and ML </a:t>
            </a:r>
          </a:p>
          <a:p>
            <a:pPr>
              <a:spcBef>
                <a:spcPts val="0"/>
              </a:spcBef>
            </a:pPr>
            <a:endParaRPr lang="en-NZ" sz="5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en-NZ" sz="5400" b="1" dirty="0">
              <a:solidFill>
                <a:srgbClr val="0070C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791751A-5324-A066-9C59-C6590855187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-NZ" b="1" dirty="0">
              <a:solidFill>
                <a:schemeClr val="bg1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D807E04-7931-EA37-E47D-36E63A7A3660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6C68BF4-A4CD-6784-191D-A77831AAB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8400" y="6570000"/>
            <a:ext cx="2133600" cy="2880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1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8C6C0E-A2E5-5779-E24B-CA53F0C104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63" r="10112"/>
          <a:stretch>
            <a:fillRect/>
          </a:stretch>
        </p:blipFill>
        <p:spPr>
          <a:xfrm>
            <a:off x="0" y="576316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009129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31618"/>
            <a:ext cx="12039600" cy="5616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NZ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vs. Unsupervised Learning - ML algorithms overview (Regression, Classification)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NZ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preprocessing, feature selection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NZ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predictive modelling </a:t>
            </a:r>
          </a:p>
          <a:p>
            <a:pPr marL="22859" indent="0" algn="just">
              <a:spcBef>
                <a:spcPts val="0"/>
              </a:spcBef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2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EA4E3E-EB61-E192-CADA-590CAE5F54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736733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AE27A-6751-4A9C-C96B-F17A1178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803BE-BAD2-9209-3A8E-30CB3DA98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NZ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vs. Unsupervised Learning - ML algorithms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DB496-DB99-5254-809E-6B72C6E6A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3" y="1071970"/>
            <a:ext cx="12407537" cy="49478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NZ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Supervised and Unsupervised Learning?</a:t>
            </a:r>
          </a:p>
          <a:p>
            <a:pPr marL="0" indent="0">
              <a:buNone/>
            </a:pPr>
            <a:endParaRPr lang="en-NZ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Z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Z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Z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Z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NZ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Classification of ML……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B22852-FD54-6320-BA86-7E026DB224BF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B669-0794-7FC3-455C-77F5F166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3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2" name="Picture 11" descr="A brain with question marks&#10;&#10;AI-generated content may be incorrect.">
            <a:extLst>
              <a:ext uri="{FF2B5EF4-FFF2-40B4-BE49-F238E27FC236}">
                <a16:creationId xmlns:a16="http://schemas.microsoft.com/office/drawing/2014/main" id="{653644F6-5E60-5370-3023-A1E617C34E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225" y="1828800"/>
            <a:ext cx="2905382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074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5C2E8-A93C-4632-98AF-B4656E1A4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C7BCB-F749-260F-EE6B-8BE33CD02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NZ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vs. Unsupervised Learning - ML algorithms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1938A-E731-4D3A-79D0-A8C08060D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3" y="1071970"/>
            <a:ext cx="12407537" cy="49478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NZ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ML: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 are broadly classified into three types:</a:t>
            </a:r>
          </a:p>
          <a:p>
            <a:pPr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NZ" sz="2400" b="1" dirty="0">
                <a:solidFill>
                  <a:srgbClr val="FF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</a:t>
            </a:r>
          </a:p>
          <a:p>
            <a:pPr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NZ" sz="2400" b="1" dirty="0">
                <a:solidFill>
                  <a:srgbClr val="FF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</a:t>
            </a:r>
          </a:p>
          <a:p>
            <a:pPr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NZ" sz="2400" b="1" dirty="0">
                <a:solidFill>
                  <a:srgbClr val="FF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</a:t>
            </a:r>
          </a:p>
          <a:p>
            <a:pPr marL="0" indent="0">
              <a:buNone/>
            </a:pP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810DAA-CA36-7645-29D3-7BB0D6090221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AEEF5-B736-94B2-2A22-F474F096E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4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 descr="A diagram of machine learning">
            <a:extLst>
              <a:ext uri="{FF2B5EF4-FFF2-40B4-BE49-F238E27FC236}">
                <a16:creationId xmlns:a16="http://schemas.microsoft.com/office/drawing/2014/main" id="{3CAF6999-D092-F62A-0F80-3402A5B2C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2180100"/>
            <a:ext cx="8077200" cy="423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33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85714-F38F-7F84-763B-81E1ADD8A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6FF86-411F-B969-E9D4-D9890CEE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AI/ML in Business Context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DEAD015-8162-5AE1-991A-9A635983C15B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E4839-7BE8-517F-237A-50DE8092A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5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C244C4-CB19-F2DD-0646-1A09F68341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A857BE-1A8F-267D-5135-CEBB111CA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107672"/>
            <a:ext cx="9334500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849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F89DB-52A5-FCD8-9244-A34500999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FE74E-9464-E0C6-5111-8D04B960B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AI/ML in Business Context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3A1D7D-E2F5-D819-0B7C-118FAFE9BAF1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25ADD-1BA0-69AB-39B2-37A57479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6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66C99B-0D6A-E92A-D72A-0314898011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9B69F3-08ED-829C-8C96-5B3722C12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53" y="1219200"/>
            <a:ext cx="11794248" cy="407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196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EBC45-9BD3-CCEC-B613-3F8F4EC0D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3099-69B9-1455-695F-E94C29D03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AI/ML in Business Context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196E34-D11F-429F-9D86-3AB365CA6839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69F7F-FC4D-C4E7-B136-BA91A18B8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7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43A6E9-CBDD-0CAE-322B-BE86F4526C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CA8C85-9B25-AE56-4CE5-DF3721FCA276}"/>
              </a:ext>
            </a:extLst>
          </p:cNvPr>
          <p:cNvSpPr txBox="1"/>
          <p:nvPr/>
        </p:nvSpPr>
        <p:spPr>
          <a:xfrm>
            <a:off x="609600" y="1087509"/>
            <a:ext cx="50999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3600" b="1" dirty="0"/>
              <a:t>Reinforcement Learning: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A089EC-527A-3D89-CA18-3D686364F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484" y="1733840"/>
            <a:ext cx="751522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136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34F3B-C76E-8090-023A-DF87E5240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F88D8-34ED-18D7-7484-E6023F8C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NZ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vs. Unsupervised Learning - ML algorithms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9617D-28F1-6F07-89C3-E4D7FC7E3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3" y="1071970"/>
            <a:ext cx="12407537" cy="49478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NZ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ML: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 are broadly classified into three types:</a:t>
            </a:r>
          </a:p>
          <a:p>
            <a:pPr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NZ" sz="2400" b="1" dirty="0">
                <a:solidFill>
                  <a:srgbClr val="FF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</a:t>
            </a:r>
          </a:p>
          <a:p>
            <a:pPr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NZ" sz="2400" b="1" dirty="0">
                <a:solidFill>
                  <a:srgbClr val="FF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</a:t>
            </a:r>
          </a:p>
          <a:p>
            <a:pPr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NZ" sz="2400" b="1" dirty="0">
                <a:solidFill>
                  <a:srgbClr val="FF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</a:t>
            </a:r>
          </a:p>
          <a:p>
            <a:pPr marL="0" indent="0">
              <a:buNone/>
            </a:pP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D34B8F4-E9DC-7758-B816-04FE6E4D5CC3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976C2-A4A8-1CD9-B2B8-6457B2DD3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8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 descr="A diagram of machine learning">
            <a:extLst>
              <a:ext uri="{FF2B5EF4-FFF2-40B4-BE49-F238E27FC236}">
                <a16:creationId xmlns:a16="http://schemas.microsoft.com/office/drawing/2014/main" id="{77B88346-4941-1DE0-C11B-0BA727572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2180100"/>
            <a:ext cx="8077200" cy="423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984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C764F-6D90-1E68-46FA-6D6EA33C5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0A26C-965A-F724-8EF3-2F1B07BB4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NZ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vs. Unsupervised Learning - ML algorithms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CCD70-FF41-5982-58C9-9D81F10D8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3" y="1071970"/>
            <a:ext cx="12026537" cy="54980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NZ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ML: </a:t>
            </a:r>
          </a:p>
          <a:p>
            <a:pPr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NZ" sz="2400" b="1" dirty="0">
                <a:solidFill>
                  <a:srgbClr val="FF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</a:t>
            </a:r>
          </a:p>
          <a:p>
            <a:pPr algn="just" fontAlgn="base">
              <a:lnSpc>
                <a:spcPct val="150000"/>
              </a:lnSpc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with a teacher. </a:t>
            </a:r>
          </a:p>
          <a:p>
            <a:pPr marL="0" indent="0" algn="just" fontAlgn="base">
              <a:lnSpc>
                <a:spcPct val="150000"/>
              </a:lnSpc>
              <a:buClr>
                <a:srgbClr val="00B050"/>
              </a:buClr>
              <a:buNone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trained on a </a:t>
            </a:r>
            <a:r>
              <a:rPr lang="en-NZ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dataset, meaning each input has a corresponding output.</a:t>
            </a:r>
          </a:p>
          <a:p>
            <a:pPr algn="just" fontAlgn="base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NZ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Data:</a:t>
            </a: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Training data has predefined labels.</a:t>
            </a:r>
          </a:p>
          <a:p>
            <a:pPr algn="just" fontAlgn="base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Problems: </a:t>
            </a: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 </a:t>
            </a: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tasks</a:t>
            </a: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like spam detection and </a:t>
            </a: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tasks</a:t>
            </a: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like predicting house prices.</a:t>
            </a:r>
          </a:p>
          <a:p>
            <a:pPr algn="just" fontAlgn="base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Algorithms:</a:t>
            </a: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Linear Regression, Logistic Regression, SVM, Decision Trees, Neural Networks.</a:t>
            </a:r>
          </a:p>
          <a:p>
            <a:pPr marL="0" indent="0">
              <a:buNone/>
            </a:pP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74B45EC-5C82-2BDA-CF4E-AFE1FCA50EC7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52826-CC68-D033-36F1-2B3BCA4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9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7" descr="A group of cartoon characters&#10;&#10;AI-generated content may be incorrect.">
            <a:extLst>
              <a:ext uri="{FF2B5EF4-FFF2-40B4-BE49-F238E27FC236}">
                <a16:creationId xmlns:a16="http://schemas.microsoft.com/office/drawing/2014/main" id="{4C36F4CE-3CA8-520B-C641-1735EC852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27" r="65833" b="9159"/>
          <a:stretch>
            <a:fillRect/>
          </a:stretch>
        </p:blipFill>
        <p:spPr>
          <a:xfrm>
            <a:off x="8946311" y="883900"/>
            <a:ext cx="2483690" cy="224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72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6A86B-5693-8384-2B69-69C3B833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30451-1AB2-4A72-A6E9-A1D49184B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NZ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vs. Unsupervised Learning - ML algorithms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FAFD6-267D-EA48-E84C-A4E24ACD7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3" y="1071970"/>
            <a:ext cx="12026537" cy="549803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NZ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ML: </a:t>
            </a:r>
          </a:p>
          <a:p>
            <a:pPr algn="just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NZ" sz="2400" b="1" dirty="0">
                <a:solidFill>
                  <a:srgbClr val="FF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</a:t>
            </a:r>
          </a:p>
          <a:p>
            <a:pPr marL="0" indent="0" algn="just" fontAlgn="base">
              <a:lnSpc>
                <a:spcPct val="150000"/>
              </a:lnSpc>
              <a:buClr>
                <a:srgbClr val="00B050"/>
              </a:buClr>
              <a:buNone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 data that has no predefined labels. </a:t>
            </a:r>
          </a:p>
          <a:p>
            <a:pPr marL="0" indent="0" algn="just" fontAlgn="base">
              <a:lnSpc>
                <a:spcPct val="150000"/>
              </a:lnSpc>
              <a:buClr>
                <a:srgbClr val="00B050"/>
              </a:buClr>
              <a:buNone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identifies patterns, clusters, or associations independently. </a:t>
            </a:r>
          </a:p>
          <a:p>
            <a:pPr algn="just" fontAlgn="base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NZ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Unlabeled</a:t>
            </a: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Data:</a:t>
            </a: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No predefined outputs.</a:t>
            </a:r>
          </a:p>
          <a:p>
            <a:pPr algn="just" fontAlgn="base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Problems:</a:t>
            </a: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Used for </a:t>
            </a: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tasks like</a:t>
            </a: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customer segmentation and </a:t>
            </a: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tasks</a:t>
            </a: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like market basket analysis.</a:t>
            </a:r>
          </a:p>
          <a:p>
            <a:pPr algn="just" fontAlgn="base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Algorithms:</a:t>
            </a: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K-Means, Hierarchical Clustering, Autoencoders.</a:t>
            </a:r>
          </a:p>
          <a:p>
            <a:pPr marL="0" indent="0" algn="just">
              <a:buNone/>
            </a:pP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F333FEA-E8DE-112B-A263-2DC8AAF4B18B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D001E-2057-BB6E-D9BD-80B978FC1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10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 descr="A group of cartoon characters">
            <a:extLst>
              <a:ext uri="{FF2B5EF4-FFF2-40B4-BE49-F238E27FC236}">
                <a16:creationId xmlns:a16="http://schemas.microsoft.com/office/drawing/2014/main" id="{5955FA79-120A-578F-4BE1-CCF6108F3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4" t="42593" r="37500" b="4175"/>
          <a:stretch>
            <a:fillRect/>
          </a:stretch>
        </p:blipFill>
        <p:spPr>
          <a:xfrm>
            <a:off x="8915400" y="1044914"/>
            <a:ext cx="2612458" cy="268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973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68950-430F-5CDE-D5B9-6D798AB7E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5AA11-BFC5-CA2D-A4AE-AFA4F5E68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NZ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vs. Unsupervised Learning - ML algorithms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4C5B4-5260-39C4-2B91-EB4795BDB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4" y="1071970"/>
            <a:ext cx="6844936" cy="54980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NZ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ML: </a:t>
            </a:r>
          </a:p>
          <a:p>
            <a:pPr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NZ" sz="2400" b="1" dirty="0">
                <a:solidFill>
                  <a:srgbClr val="FF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an agent that interacts with an environment, learning through rewards and penalties to maximize long-term success. </a:t>
            </a:r>
          </a:p>
          <a:p>
            <a:pPr marL="0" indent="0">
              <a:buNone/>
            </a:pP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47AAB6A-E6E9-E933-8143-29A4BA47E3E8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A54E8-548A-09A2-A1B3-8576C6E47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11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" name="Picture 9" descr="A cartoon of a robot and an arcade machine&#10;&#10;AI-generated content may be incorrect.">
            <a:extLst>
              <a:ext uri="{FF2B5EF4-FFF2-40B4-BE49-F238E27FC236}">
                <a16:creationId xmlns:a16="http://schemas.microsoft.com/office/drawing/2014/main" id="{4DD2DC29-E3D7-D459-0127-47A60765A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5" t="7095" r="2499" b="3815"/>
          <a:stretch>
            <a:fillRect/>
          </a:stretch>
        </p:blipFill>
        <p:spPr>
          <a:xfrm>
            <a:off x="7110845" y="1526585"/>
            <a:ext cx="4860336" cy="2438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D073C5-A1AC-C9E9-C03A-4B3FAF23EFFD}"/>
              </a:ext>
            </a:extLst>
          </p:cNvPr>
          <p:cNvSpPr txBox="1"/>
          <p:nvPr/>
        </p:nvSpPr>
        <p:spPr>
          <a:xfrm>
            <a:off x="0" y="4153055"/>
            <a:ext cx="11887200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Interaction-Based Learning: </a:t>
            </a: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 learns by taking actions and receiving feedback.</a:t>
            </a:r>
          </a:p>
          <a:p>
            <a:pPr algn="just" fontAlgn="base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NZ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Data:</a:t>
            </a: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Learns from trial and error.</a:t>
            </a:r>
          </a:p>
          <a:p>
            <a:pPr algn="just" fontAlgn="base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Algorithms:</a:t>
            </a: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Q-learning, Deep Q-Networks (DQN).</a:t>
            </a:r>
          </a:p>
        </p:txBody>
      </p:sp>
    </p:spTree>
    <p:extLst>
      <p:ext uri="{BB962C8B-B14F-4D97-AF65-F5344CB8AC3E}">
        <p14:creationId xmlns:p14="http://schemas.microsoft.com/office/powerpoint/2010/main" val="573842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B0CCE-E123-38A3-C9CA-7608A4969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73C2B-ED22-DE15-AA12-7889BAD5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 fontScale="90000"/>
          </a:bodyPr>
          <a:lstStyle/>
          <a:p>
            <a:pPr algn="l"/>
            <a:r>
              <a:rPr lang="en-NZ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vs. Unsupervised Learning vs. RL - ML algorithms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D32251C-E818-BE10-A90E-952A57546E56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B574B-5404-5C79-99DE-0E57C2DF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12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AD36A37-59E2-3463-89C0-293BE9019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612974"/>
              </p:ext>
            </p:extLst>
          </p:nvPr>
        </p:nvGraphicFramePr>
        <p:xfrm>
          <a:off x="65248" y="908145"/>
          <a:ext cx="12061503" cy="5568854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1929840">
                  <a:extLst>
                    <a:ext uri="{9D8B030D-6E8A-4147-A177-3AD203B41FA5}">
                      <a16:colId xmlns:a16="http://schemas.microsoft.com/office/drawing/2014/main" val="3679452202"/>
                    </a:ext>
                  </a:extLst>
                </a:gridCol>
                <a:gridCol w="3377221">
                  <a:extLst>
                    <a:ext uri="{9D8B030D-6E8A-4147-A177-3AD203B41FA5}">
                      <a16:colId xmlns:a16="http://schemas.microsoft.com/office/drawing/2014/main" val="921660020"/>
                    </a:ext>
                  </a:extLst>
                </a:gridCol>
                <a:gridCol w="3377221">
                  <a:extLst>
                    <a:ext uri="{9D8B030D-6E8A-4147-A177-3AD203B41FA5}">
                      <a16:colId xmlns:a16="http://schemas.microsoft.com/office/drawing/2014/main" val="2752521004"/>
                    </a:ext>
                  </a:extLst>
                </a:gridCol>
                <a:gridCol w="3377221">
                  <a:extLst>
                    <a:ext uri="{9D8B030D-6E8A-4147-A177-3AD203B41FA5}">
                      <a16:colId xmlns:a16="http://schemas.microsoft.com/office/drawing/2014/main" val="1268746126"/>
                    </a:ext>
                  </a:extLst>
                </a:gridCol>
              </a:tblGrid>
              <a:tr h="422618">
                <a:tc>
                  <a:txBody>
                    <a:bodyPr/>
                    <a:lstStyle/>
                    <a:p>
                      <a:pPr algn="ctr" fontAlgn="base"/>
                      <a:r>
                        <a:rPr lang="en-NZ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Criteria</a:t>
                      </a:r>
                    </a:p>
                  </a:txBody>
                  <a:tcPr marL="38100" marR="381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NZ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Supervised Learning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NZ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Unsupervised Learning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NZ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Reinforcement Learning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9832444"/>
                  </a:ext>
                </a:extLst>
              </a:tr>
              <a:tr h="747709">
                <a:tc>
                  <a:txBody>
                    <a:bodyPr/>
                    <a:lstStyle/>
                    <a:p>
                      <a:pPr algn="ctr" fontAlgn="base"/>
                      <a:r>
                        <a:rPr lang="en-NZ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</a:t>
                      </a:r>
                    </a:p>
                  </a:txBody>
                  <a:tcPr marL="38100" marR="38100" marT="74531" marB="74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Learns from labeled data</a:t>
                      </a:r>
                    </a:p>
                  </a:txBody>
                  <a:tcPr marL="76200" marR="76200" marT="106680" marB="1066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patterns in unlabeled data</a:t>
                      </a:r>
                    </a:p>
                  </a:txBody>
                  <a:tcPr marL="76200" marR="76200" marT="106680" marB="1066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Learns through interaction with environment</a:t>
                      </a:r>
                    </a:p>
                  </a:txBody>
                  <a:tcPr marL="76200" marR="76200" marT="106680" marB="1066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49481"/>
                  </a:ext>
                </a:extLst>
              </a:tr>
              <a:tr h="747709">
                <a:tc>
                  <a:txBody>
                    <a:bodyPr/>
                    <a:lstStyle/>
                    <a:p>
                      <a:pPr algn="ctr" fontAlgn="base"/>
                      <a:r>
                        <a:rPr lang="en-NZ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of Data</a:t>
                      </a:r>
                    </a:p>
                  </a:txBody>
                  <a:tcPr marL="38100" marR="38100" marT="74531" marB="74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Labeled data</a:t>
                      </a:r>
                    </a:p>
                  </a:txBody>
                  <a:tcPr marL="76200" marR="76200" marT="106680" marB="1066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Unlabeled</a:t>
                      </a:r>
                      <a:r>
                        <a:rPr lang="en-NZ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</a:t>
                      </a:r>
                    </a:p>
                  </a:txBody>
                  <a:tcPr marL="76200" marR="76200" marT="106680" marB="1066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predefined data learn from environment</a:t>
                      </a:r>
                    </a:p>
                  </a:txBody>
                  <a:tcPr marL="76200" marR="76200" marT="106680" marB="1066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0878972"/>
                  </a:ext>
                </a:extLst>
              </a:tr>
              <a:tr h="675232">
                <a:tc>
                  <a:txBody>
                    <a:bodyPr/>
                    <a:lstStyle/>
                    <a:p>
                      <a:pPr algn="ctr" fontAlgn="base"/>
                      <a:r>
                        <a:rPr lang="en-NZ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of Problems</a:t>
                      </a:r>
                    </a:p>
                  </a:txBody>
                  <a:tcPr marL="38100" marR="38100" marT="74531" marB="74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Classification, Regression</a:t>
                      </a:r>
                    </a:p>
                  </a:txBody>
                  <a:tcPr marL="76200" marR="76200" marT="106680" marB="1066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Clustering, Association</a:t>
                      </a:r>
                    </a:p>
                  </a:txBody>
                  <a:tcPr marL="76200" marR="76200" marT="106680" marB="1066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Sequential decision-making</a:t>
                      </a:r>
                    </a:p>
                  </a:txBody>
                  <a:tcPr marL="76200" marR="76200" marT="106680" marB="1066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7215087"/>
                  </a:ext>
                </a:extLst>
              </a:tr>
              <a:tr h="732459">
                <a:tc>
                  <a:txBody>
                    <a:bodyPr/>
                    <a:lstStyle/>
                    <a:p>
                      <a:pPr algn="ctr" fontAlgn="base"/>
                      <a:r>
                        <a:rPr lang="en-NZ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Supervision</a:t>
                      </a:r>
                    </a:p>
                  </a:txBody>
                  <a:tcPr marL="38100" marR="38100" marT="74531" marB="74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external supervision</a:t>
                      </a:r>
                    </a:p>
                  </a:txBody>
                  <a:tcPr marL="76200" marR="76200" marT="106680" marB="1066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supervision</a:t>
                      </a:r>
                    </a:p>
                  </a:txBody>
                  <a:tcPr marL="76200" marR="76200" marT="106680" marB="1066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supervision, learns from feedback</a:t>
                      </a:r>
                    </a:p>
                  </a:txBody>
                  <a:tcPr marL="76200" marR="76200" marT="106680" marB="1066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3434325"/>
                  </a:ext>
                </a:extLst>
              </a:tr>
              <a:tr h="747709">
                <a:tc>
                  <a:txBody>
                    <a:bodyPr/>
                    <a:lstStyle/>
                    <a:p>
                      <a:pPr algn="ctr" fontAlgn="base"/>
                      <a:r>
                        <a:rPr lang="en-NZ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Algorithms</a:t>
                      </a:r>
                    </a:p>
                  </a:txBody>
                  <a:tcPr marL="38100" marR="38100" marT="74531" marB="74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SVM, Decision Trees, Neural Networks</a:t>
                      </a:r>
                    </a:p>
                  </a:txBody>
                  <a:tcPr marL="76200" marR="76200" marT="106680" marB="1066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K-Means, Autoencoders</a:t>
                      </a:r>
                    </a:p>
                  </a:txBody>
                  <a:tcPr marL="76200" marR="76200" marT="106680" marB="1066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Q-learning, DQN</a:t>
                      </a:r>
                    </a:p>
                  </a:txBody>
                  <a:tcPr marL="76200" marR="76200" marT="106680" marB="1066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649997"/>
                  </a:ext>
                </a:extLst>
              </a:tr>
              <a:tr h="747709">
                <a:tc>
                  <a:txBody>
                    <a:bodyPr/>
                    <a:lstStyle/>
                    <a:p>
                      <a:pPr algn="ctr" fontAlgn="base"/>
                      <a:r>
                        <a:rPr lang="en-NZ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Goal</a:t>
                      </a:r>
                    </a:p>
                  </a:txBody>
                  <a:tcPr marL="38100" marR="38100" marT="74531" marB="74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 outcomes accurately</a:t>
                      </a:r>
                    </a:p>
                  </a:txBody>
                  <a:tcPr marL="76200" marR="76200" marT="106680" marB="1066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Discover hidden patterns</a:t>
                      </a:r>
                    </a:p>
                  </a:txBody>
                  <a:tcPr marL="76200" marR="76200" marT="106680" marB="1066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 actions for maximum rewards</a:t>
                      </a:r>
                    </a:p>
                  </a:txBody>
                  <a:tcPr marL="76200" marR="76200" marT="106680" marB="1066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85557"/>
                  </a:ext>
                </a:extLst>
              </a:tr>
              <a:tr h="747709">
                <a:tc>
                  <a:txBody>
                    <a:bodyPr/>
                    <a:lstStyle/>
                    <a:p>
                      <a:pPr algn="ctr" fontAlgn="base"/>
                      <a:r>
                        <a:rPr lang="en-NZ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marL="38100" marR="38100" marT="74531" marB="74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Medical diagnosis, fraud detection</a:t>
                      </a:r>
                    </a:p>
                  </a:txBody>
                  <a:tcPr marL="76200" marR="76200" marT="106680" marB="1066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segmentation, anomaly detection</a:t>
                      </a:r>
                    </a:p>
                  </a:txBody>
                  <a:tcPr marL="76200" marR="76200" marT="106680" marB="1066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Self-driving cars, robotics, gaming</a:t>
                      </a:r>
                    </a:p>
                  </a:txBody>
                  <a:tcPr marL="76200" marR="76200" marT="106680" marB="1066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936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6151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52910-C12E-E68A-D4DE-2D3319547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C290D-389B-7143-A754-18D9DB568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NZ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vs. Unsupervised Learning- ML algorithms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F654929-4BAD-8082-FCBB-BB34CD47C3C0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80C27-FF60-F0E8-D251-C8EA8F491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13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 descr="A diagram of a problem">
            <a:extLst>
              <a:ext uri="{FF2B5EF4-FFF2-40B4-BE49-F238E27FC236}">
                <a16:creationId xmlns:a16="http://schemas.microsoft.com/office/drawing/2014/main" id="{35AB21CF-C14F-5E0B-0C33-F2DDD86E38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99" y="990600"/>
            <a:ext cx="10014187" cy="54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650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6D7E0-F4E1-3745-CB26-BBBBB9B5F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5D616-1355-72CA-E427-FB653FAD3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NZ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vs. Unsupervised Learning- ML algorithms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BF2BB54-4FAD-7937-140F-DFD8594CDF26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E6705-589E-784F-DCA2-B017E63D2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14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 descr="A diagram of a problem">
            <a:extLst>
              <a:ext uri="{FF2B5EF4-FFF2-40B4-BE49-F238E27FC236}">
                <a16:creationId xmlns:a16="http://schemas.microsoft.com/office/drawing/2014/main" id="{2F9649F9-42DF-2B68-F10B-79074E924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99" y="990600"/>
            <a:ext cx="10014187" cy="54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07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14258-BE35-A2A7-6A5A-EF0CE1E58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8431C-0904-33B9-1F00-98BA78205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NZ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- ML algorithms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3BD81-6A01-AB02-734D-BE1D02D5F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4" y="1071970"/>
            <a:ext cx="12192000" cy="5498030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NZ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Algorithm:</a:t>
            </a:r>
          </a:p>
          <a:p>
            <a:pPr marL="0" indent="0">
              <a:buNone/>
            </a:pPr>
            <a:endParaRPr lang="en-NZ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Z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Z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Z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Z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Z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Z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Z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NZ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Regression Algorithm:</a:t>
            </a:r>
          </a:p>
          <a:p>
            <a:pPr marL="0" indent="0">
              <a:buNone/>
            </a:pP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AEA93B5-8D9F-5A40-8F23-E6A49DF5F4CE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056F7-92E2-46FF-85AF-9BA4BC378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15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EB5ED44-E344-665F-C75B-73FD6754154D}"/>
                  </a:ext>
                </a:extLst>
              </p14:cNvPr>
              <p14:cNvContentPartPr/>
              <p14:nvPr/>
            </p14:nvContentPartPr>
            <p14:xfrm>
              <a:off x="4041573" y="1391776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EB5ED44-E344-665F-C75B-73FD6754154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32573" y="1383136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C1950EF-CC69-184C-AE33-557ECA872181}"/>
              </a:ext>
            </a:extLst>
          </p:cNvPr>
          <p:cNvSpPr txBox="1"/>
          <p:nvPr/>
        </p:nvSpPr>
        <p:spPr>
          <a:xfrm>
            <a:off x="228600" y="1828800"/>
            <a:ext cx="533292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model tries to predict the correct label of a given input data.</a:t>
            </a:r>
            <a:endParaRPr lang="en-NZ" sz="2400" b="0" i="0" dirty="0">
              <a:solidFill>
                <a:srgbClr val="27323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NZ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is used when you want to categorize data into different classes or groups.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NZ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classifying emails as "spam" or "not spam" or predicting whether a patient has a certain disease based on their symptoms</a:t>
            </a:r>
            <a:r>
              <a:rPr lang="en-NZ" sz="24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classification (cat or dog). 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7511B7-B1F6-508B-1DA0-1B3EEB37EC8A}"/>
              </a:ext>
            </a:extLst>
          </p:cNvPr>
          <p:cNvSpPr txBox="1"/>
          <p:nvPr/>
        </p:nvSpPr>
        <p:spPr>
          <a:xfrm>
            <a:off x="6248400" y="1797627"/>
            <a:ext cx="55626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estimates the relationships between variables to predict. </a:t>
            </a:r>
            <a:endParaRPr lang="en-NZ" sz="2400" b="0" i="0" dirty="0">
              <a:solidFill>
                <a:srgbClr val="27323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NZ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Regression algorithms predict a continuous value based on input data.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NZ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used when you want to predict numbers such as income, height, weight, or even the probability of something happening (like the chance of rain).</a:t>
            </a: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482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17E4E-B702-32A8-3193-922B2E79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5ED7D-05C1-0498-FB99-1D7D5315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NZ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- ML algorithms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5CAFA-ED59-DF1F-34C8-BD8985CD5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4" y="1071970"/>
            <a:ext cx="12192000" cy="54980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NZ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and Regression Algorithm:</a:t>
            </a:r>
          </a:p>
          <a:p>
            <a:pPr marL="0" indent="0">
              <a:buNone/>
            </a:pP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D2CB185-C080-87A7-3430-E2B77F35BCD3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4183C-6DF9-0C3D-6569-889A291D8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16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8AD5143-2D9E-0877-FD84-1D027FED0EF9}"/>
                  </a:ext>
                </a:extLst>
              </p14:cNvPr>
              <p14:cNvContentPartPr/>
              <p14:nvPr/>
            </p14:nvContentPartPr>
            <p14:xfrm>
              <a:off x="4041573" y="1391776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8AD5143-2D9E-0877-FD84-1D027FED0EF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32933" y="1383136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 descr="A diagram of a classification&#10;&#10;AI-generated content may be incorrect.">
            <a:extLst>
              <a:ext uri="{FF2B5EF4-FFF2-40B4-BE49-F238E27FC236}">
                <a16:creationId xmlns:a16="http://schemas.microsoft.com/office/drawing/2014/main" id="{4595A82C-3651-71F0-9AF0-FE264E8EF8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3" t="23333" r="2500" b="16667"/>
          <a:stretch>
            <a:fillRect/>
          </a:stretch>
        </p:blipFill>
        <p:spPr>
          <a:xfrm>
            <a:off x="38889" y="1774286"/>
            <a:ext cx="5599911" cy="4612658"/>
          </a:xfrm>
          <a:prstGeom prst="rect">
            <a:avLst/>
          </a:prstGeom>
        </p:spPr>
      </p:pic>
      <p:pic>
        <p:nvPicPr>
          <p:cNvPr id="9" name="Picture 8" descr="A comparison of a temperature and a temperature&#10;&#10;AI-generated content may be incorrect.">
            <a:extLst>
              <a:ext uri="{FF2B5EF4-FFF2-40B4-BE49-F238E27FC236}">
                <a16:creationId xmlns:a16="http://schemas.microsoft.com/office/drawing/2014/main" id="{6618992F-8DC1-50BF-F37D-43B8ADC3F5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" t="12889" r="625" b="19852"/>
          <a:stretch>
            <a:fillRect/>
          </a:stretch>
        </p:blipFill>
        <p:spPr>
          <a:xfrm>
            <a:off x="5867401" y="1777750"/>
            <a:ext cx="6300354" cy="455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182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4A19A-8B48-75F9-4F0D-AD366E73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57370-56EE-783C-5EE3-3846FF8AC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NZ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vs. Unsupervised Learning- ML algorithms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0DB5E98-D740-E9C3-69D2-78B38D8E1BF2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BA4F8-AB7E-751F-A3B7-C6959AC44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17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 descr="A diagram of a problem">
            <a:extLst>
              <a:ext uri="{FF2B5EF4-FFF2-40B4-BE49-F238E27FC236}">
                <a16:creationId xmlns:a16="http://schemas.microsoft.com/office/drawing/2014/main" id="{2847E4DC-EE29-7B52-D98F-53CB912A3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99" y="990600"/>
            <a:ext cx="10014187" cy="54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10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8F735-205B-29AD-2B55-CD52C234E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E281E-1982-CB76-7143-C40528793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NZ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- ML algorithms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2635B-1EBE-179E-885B-5EAEA19E0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4" y="1071970"/>
            <a:ext cx="12192000" cy="5498030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NZ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 Algorithm:</a:t>
            </a:r>
          </a:p>
          <a:p>
            <a:pPr marL="0" indent="0">
              <a:buNone/>
            </a:pPr>
            <a:endParaRPr lang="en-NZ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Z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Z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Z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Z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Z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Z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Z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NZ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Dimensionality Reduction Algorithm:</a:t>
            </a:r>
          </a:p>
          <a:p>
            <a:pPr marL="0" indent="0">
              <a:buNone/>
            </a:pP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EB8BE97-BBD9-D59D-A056-78C888F40A62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397B-2BFD-BE9A-BE11-1E7FAD555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18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BB30E4A-B7B6-7FB3-ACC3-2C32E804477B}"/>
                  </a:ext>
                </a:extLst>
              </p14:cNvPr>
              <p14:cNvContentPartPr/>
              <p14:nvPr/>
            </p14:nvContentPartPr>
            <p14:xfrm>
              <a:off x="4041573" y="1391776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BB30E4A-B7B6-7FB3-ACC3-2C32E80447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32573" y="1383136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E66F383-3971-C3BF-7000-3A31209287D1}"/>
              </a:ext>
            </a:extLst>
          </p:cNvPr>
          <p:cNvSpPr txBox="1"/>
          <p:nvPr/>
        </p:nvSpPr>
        <p:spPr>
          <a:xfrm>
            <a:off x="228600" y="2161430"/>
            <a:ext cx="53329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is a technique for exploring raw, </a:t>
            </a:r>
            <a:r>
              <a:rPr lang="en-NZ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unlabeled</a:t>
            </a: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and breaking it down into groups (or clusters) based on similarities or differences.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NZ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clustering is to identify patterns and relationships in the data without any prior knowledge of the data's meaning.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NZ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 anomaly detection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69EBDC-EDA0-A0A9-1B53-EB61DE6166F6}"/>
              </a:ext>
            </a:extLst>
          </p:cNvPr>
          <p:cNvSpPr txBox="1"/>
          <p:nvPr/>
        </p:nvSpPr>
        <p:spPr>
          <a:xfrm>
            <a:off x="6172200" y="2143518"/>
            <a:ext cx="55626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number of features, or dimensions, in a dataset.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NZ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process of reducing the number of features in a dataset while preserving as much information as possible.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NZ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a dataset of 100 features about students (height, weight, grades, etc.). To focus on key traits, you reduce it to just 2 features: height and grades, making it easier to visualize or </a:t>
            </a:r>
            <a:r>
              <a:rPr lang="en-NZ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60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3E912-494B-59DD-919D-5564C8CE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4B509-9122-4D02-B433-3EA21A901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Feature Selection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9A69FA-1F62-AE61-8958-098495E60EDE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71856-B179-C2EB-29DC-8552AFC72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19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36B3B6-1F84-EC18-DD3E-CF3A1D81A9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3AF61E8-ACD1-D33F-9D68-AB35A9C20FC2}"/>
              </a:ext>
            </a:extLst>
          </p:cNvPr>
          <p:cNvSpPr txBox="1"/>
          <p:nvPr/>
        </p:nvSpPr>
        <p:spPr>
          <a:xfrm>
            <a:off x="228600" y="1595021"/>
            <a:ext cx="6248400" cy="5386090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algn="just"/>
            <a:r>
              <a:rPr lang="en-NZ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NZ" sz="2400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involves </a:t>
            </a:r>
            <a:r>
              <a:rPr lang="en-NZ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cleaning, transforming, and structuring data</a:t>
            </a:r>
            <a:r>
              <a:rPr lang="en-NZ" sz="2400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while feature selection focuses on identifying and selecting the most relevant subset of features from the dataset. 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NZ" sz="1000" b="0" i="0" dirty="0"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NZ" sz="600" b="0" i="0" dirty="0"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aims to clean the data, remove any noise and unwanted information, and prepare the data for further analysis.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NZ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NZ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step is important because it can help improve the accuracy of the results and make the data more manageable.</a:t>
            </a:r>
          </a:p>
          <a:p>
            <a:pPr algn="just"/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4DAB33-3208-754A-A0CD-0F029CA704E3}"/>
              </a:ext>
            </a:extLst>
          </p:cNvPr>
          <p:cNvSpPr txBox="1"/>
          <p:nvPr/>
        </p:nvSpPr>
        <p:spPr>
          <a:xfrm>
            <a:off x="152400" y="914380"/>
            <a:ext cx="1165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Preprocessing and Feature Selection? </a:t>
            </a:r>
          </a:p>
        </p:txBody>
      </p:sp>
      <p:pic>
        <p:nvPicPr>
          <p:cNvPr id="5" name="Picture 4" descr="A diagram of a pie chart&#10;&#10;AI-generated content may be incorrect.">
            <a:extLst>
              <a:ext uri="{FF2B5EF4-FFF2-40B4-BE49-F238E27FC236}">
                <a16:creationId xmlns:a16="http://schemas.microsoft.com/office/drawing/2014/main" id="{A0996DA8-FA01-F116-0F2C-7138D18254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25" t="22290" r="7500" b="9910"/>
          <a:stretch>
            <a:fillRect/>
          </a:stretch>
        </p:blipFill>
        <p:spPr>
          <a:xfrm>
            <a:off x="6575303" y="1998880"/>
            <a:ext cx="5580740" cy="286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504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35A99-B26A-0E8D-EA71-9AAE487D1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716DB-D611-7373-0C7A-9EEFB1B9B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Feature Selection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E0DD4C9-249F-1B85-BA58-E228CF033D95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3E186-066A-E5CD-3A28-C920D80A4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20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FCD012-AA5E-50E4-1EDB-C2FD7C9385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C5BC1EE-23D5-2517-B8D7-E2820BE0A401}"/>
              </a:ext>
            </a:extLst>
          </p:cNvPr>
          <p:cNvSpPr txBox="1"/>
          <p:nvPr/>
        </p:nvSpPr>
        <p:spPr>
          <a:xfrm>
            <a:off x="228600" y="1595021"/>
            <a:ext cx="6705600" cy="4832092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algn="just"/>
            <a:r>
              <a:rPr lang="en-N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Cleaning:</a:t>
            </a:r>
            <a:endParaRPr lang="en-NZ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ctr"/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Addresses missing values, inconsistencies, and outliers through techniques like imputation, outlier removal, or data transformation. </a:t>
            </a:r>
          </a:p>
          <a:p>
            <a:pPr algn="just" fontAlgn="ctr"/>
            <a:endParaRPr lang="en-NZ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N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Transformation:</a:t>
            </a:r>
            <a:endParaRPr lang="en-NZ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ctr"/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data into a suitable format for analysis, including scaling, normalization, and encoding categorical variables. </a:t>
            </a:r>
          </a:p>
          <a:p>
            <a:pPr algn="just" fontAlgn="ctr"/>
            <a:endParaRPr lang="en-NZ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N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Reduction:</a:t>
            </a:r>
            <a:endParaRPr lang="en-NZ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ctr"/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number of data points or features to improve efficiency, such as through dimensionality reduction.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BEDFB6-1D79-9A83-2F5C-49B8D309BFDA}"/>
              </a:ext>
            </a:extLst>
          </p:cNvPr>
          <p:cNvSpPr txBox="1"/>
          <p:nvPr/>
        </p:nvSpPr>
        <p:spPr>
          <a:xfrm>
            <a:off x="152400" y="914380"/>
            <a:ext cx="1165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Preprocessing? </a:t>
            </a:r>
          </a:p>
        </p:txBody>
      </p:sp>
      <p:pic>
        <p:nvPicPr>
          <p:cNvPr id="5" name="Picture 4" descr="A diagram of a pie chart&#10;&#10;AI-generated content may be incorrect.">
            <a:extLst>
              <a:ext uri="{FF2B5EF4-FFF2-40B4-BE49-F238E27FC236}">
                <a16:creationId xmlns:a16="http://schemas.microsoft.com/office/drawing/2014/main" id="{1F3B8BF6-80FA-0607-5A4B-53DC51A89E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25" t="22290" r="7500" b="9910"/>
          <a:stretch>
            <a:fillRect/>
          </a:stretch>
        </p:blipFill>
        <p:spPr>
          <a:xfrm>
            <a:off x="7010399" y="1998880"/>
            <a:ext cx="5145643" cy="286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61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B59D9-F11A-412F-27DE-DCA3FA9AF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02EF5-069D-F2A5-4B3F-E16DD084A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Feature Selection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75DDE69-096B-0BEC-177A-BFB0FCDE6845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5253-6879-6AAF-1805-6F5F4F9F0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21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E0695A-36F6-36DA-495D-F7A6E724D6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4572828-5C41-F06C-CEBC-86E7AB2CD011}"/>
              </a:ext>
            </a:extLst>
          </p:cNvPr>
          <p:cNvSpPr txBox="1"/>
          <p:nvPr/>
        </p:nvSpPr>
        <p:spPr>
          <a:xfrm>
            <a:off x="152400" y="914380"/>
            <a:ext cx="1165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Preprocessing? </a:t>
            </a:r>
          </a:p>
        </p:txBody>
      </p:sp>
      <p:pic>
        <p:nvPicPr>
          <p:cNvPr id="9" name="Picture 8" descr="A graph showing a line graph&#10;&#10;AI-generated content may be incorrect.">
            <a:extLst>
              <a:ext uri="{FF2B5EF4-FFF2-40B4-BE49-F238E27FC236}">
                <a16:creationId xmlns:a16="http://schemas.microsoft.com/office/drawing/2014/main" id="{24ADA5CA-C52F-3C18-0906-8EBD4BD2BD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499155"/>
            <a:ext cx="6172200" cy="501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409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B2F0F-1382-9EA2-B25C-62D67EB7D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6212-93E0-F58A-07D4-01FD51538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Feature Selection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170722-398E-F5C8-33B9-42C38ADD8008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4554D-024B-7CBD-CE42-6F7EE8943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22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5405DE-7AD4-B6D3-CEAD-F6B84300C9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AE81C7C-7C03-3666-454C-03BB00CFF1D5}"/>
              </a:ext>
            </a:extLst>
          </p:cNvPr>
          <p:cNvSpPr txBox="1"/>
          <p:nvPr/>
        </p:nvSpPr>
        <p:spPr>
          <a:xfrm>
            <a:off x="152400" y="914380"/>
            <a:ext cx="1165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Feature Selection?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3A3179-E4D0-00B2-4CEB-9A4B7377C933}"/>
              </a:ext>
            </a:extLst>
          </p:cNvPr>
          <p:cNvSpPr txBox="1"/>
          <p:nvPr/>
        </p:nvSpPr>
        <p:spPr>
          <a:xfrm>
            <a:off x="152400" y="1526496"/>
            <a:ext cx="11658600" cy="482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N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Selection:</a:t>
            </a:r>
          </a:p>
          <a:p>
            <a:pPr algn="just"/>
            <a:endParaRPr lang="en-NZ" sz="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focuses on identifying and selecting the most relevant features from the dataset for model training.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NZ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is the process of creating new features from existing data.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NZ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N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to consider for Feature Selection:</a:t>
            </a:r>
          </a:p>
          <a:p>
            <a:pPr algn="just"/>
            <a:endParaRPr lang="en-NZ" sz="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data and the problem that you are trying to solve. This will help you come up with better features.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NZ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it simple. Complex features can be hard to interpret and may not be worth the extra performance.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NZ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as much as possible.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NZ" sz="2400" b="0" i="0" dirty="0"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2296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4A63C-2ED9-9EF2-93CB-0BAFD5D32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42B1D-E4D3-E2D3-C079-DECE6727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Feature Selection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4E4907-EAAB-3F1A-3EE4-C3EAEBF4F0C1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84D53-DA4A-8905-134C-D2CD24035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23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5C7ACA-DCA5-5537-AA62-6C1ABDBD4B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733E6C1-32D0-6320-501C-169DA24625E9}"/>
              </a:ext>
            </a:extLst>
          </p:cNvPr>
          <p:cNvSpPr txBox="1"/>
          <p:nvPr/>
        </p:nvSpPr>
        <p:spPr>
          <a:xfrm>
            <a:off x="152400" y="914380"/>
            <a:ext cx="1165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Feature Selection?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448C7B-0EDF-1333-F8C6-C7CEE438117B}"/>
              </a:ext>
            </a:extLst>
          </p:cNvPr>
          <p:cNvSpPr txBox="1"/>
          <p:nvPr/>
        </p:nvSpPr>
        <p:spPr>
          <a:xfrm>
            <a:off x="152400" y="1526496"/>
            <a:ext cx="11963400" cy="4858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N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 Methods:</a:t>
            </a:r>
          </a:p>
          <a:p>
            <a:pPr algn="just"/>
            <a:endParaRPr lang="en-NZ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ctr"/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evaluate features independently of the learning algorithm. They use statistical measures to rank features and select the top-ranked ones. </a:t>
            </a:r>
          </a:p>
          <a:p>
            <a:pPr algn="just" fontAlgn="ctr"/>
            <a:endParaRPr lang="en-NZ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ctr"/>
            <a:r>
              <a:rPr lang="en-N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Wrapper Methods:</a:t>
            </a:r>
          </a:p>
          <a:p>
            <a:pPr algn="just" fontAlgn="ctr"/>
            <a:endParaRPr lang="en-NZ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ctr"/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evaluate feature subsets by using the learning algorithm itself as a "black box." They try different combinations of features and select the subset that yields the best performance. </a:t>
            </a:r>
          </a:p>
          <a:p>
            <a:pPr algn="just" fontAlgn="ctr"/>
            <a:endParaRPr lang="en-NZ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ctr"/>
            <a:r>
              <a:rPr lang="en-N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Methods:</a:t>
            </a:r>
          </a:p>
          <a:p>
            <a:pPr algn="just" fontAlgn="ctr"/>
            <a:endParaRPr lang="en-NZ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ctr"/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perform feature selection as part of the model training process. The algorithm learns which features are most important during the training phase. 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1652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14A1D-366E-250F-C936-0D91F128E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98557-B631-2F41-1463-108FD3FD4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Feature Selection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F96458C-587D-2359-1DAC-3D195890392D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C2EE4-111E-F0C1-6294-1B1B6E20C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24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B5C5EB-C12D-3098-3F8C-CE82A66743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D82F5F8-1D11-272A-052C-DAC5230BCAA4}"/>
              </a:ext>
            </a:extLst>
          </p:cNvPr>
          <p:cNvSpPr txBox="1"/>
          <p:nvPr/>
        </p:nvSpPr>
        <p:spPr>
          <a:xfrm>
            <a:off x="152400" y="914380"/>
            <a:ext cx="1165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Feature Selection? </a:t>
            </a:r>
          </a:p>
        </p:txBody>
      </p:sp>
      <p:pic>
        <p:nvPicPr>
          <p:cNvPr id="14" name="Picture 13" descr="A diagram of a variety of colored circles&#10;&#10;AI-generated content may be incorrect.">
            <a:extLst>
              <a:ext uri="{FF2B5EF4-FFF2-40B4-BE49-F238E27FC236}">
                <a16:creationId xmlns:a16="http://schemas.microsoft.com/office/drawing/2014/main" id="{4B2F537C-9CBB-C751-2B32-4EA1B6FD41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25" t="44045" r="22500" b="2361"/>
          <a:stretch>
            <a:fillRect/>
          </a:stretch>
        </p:blipFill>
        <p:spPr>
          <a:xfrm>
            <a:off x="1004805" y="1478373"/>
            <a:ext cx="10122704" cy="479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160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E7B10-8360-D916-BC67-7C3CD3FF6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09E06-AD1C-6398-4B81-52813EEA6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Feature Selection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C6F356B-F9E2-E461-2B25-802A8AD4390B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88487-989F-4FDA-1C36-982E9FA44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25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03ABE7-9AFA-BA97-7C22-90948734DE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E701292-9771-74B0-39B6-625864EFD21B}"/>
              </a:ext>
            </a:extLst>
          </p:cNvPr>
          <p:cNvSpPr txBox="1"/>
          <p:nvPr/>
        </p:nvSpPr>
        <p:spPr>
          <a:xfrm>
            <a:off x="152400" y="914380"/>
            <a:ext cx="1165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Feature Selection? </a:t>
            </a:r>
          </a:p>
        </p:txBody>
      </p:sp>
      <p:pic>
        <p:nvPicPr>
          <p:cNvPr id="12" name="Picture 11" descr="A diagram of a selection of data">
            <a:extLst>
              <a:ext uri="{FF2B5EF4-FFF2-40B4-BE49-F238E27FC236}">
                <a16:creationId xmlns:a16="http://schemas.microsoft.com/office/drawing/2014/main" id="{E19DCC89-2140-5D48-D6A6-C3846017A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736" y="1981200"/>
            <a:ext cx="8369509" cy="373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493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C491B-B314-7A4B-D078-88B59304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3100F-C00A-8C0B-D4E6-53C11A818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Feature Selection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CD6F0D-ECA5-84F3-7987-22010D321A29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42C52-F65D-9092-FF56-95C365D2D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26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6BFE91-F81F-5941-5058-1DED2E2CBA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A8277D9-4A00-AE04-E6A1-5235B25AC083}"/>
              </a:ext>
            </a:extLst>
          </p:cNvPr>
          <p:cNvSpPr txBox="1"/>
          <p:nvPr/>
        </p:nvSpPr>
        <p:spPr>
          <a:xfrm>
            <a:off x="152400" y="914380"/>
            <a:ext cx="1165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is Data Preprocessing and Feature Selection important?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8D2A1A-DCC8-8520-A361-302359D023D3}"/>
              </a:ext>
            </a:extLst>
          </p:cNvPr>
          <p:cNvSpPr txBox="1"/>
          <p:nvPr/>
        </p:nvSpPr>
        <p:spPr>
          <a:xfrm>
            <a:off x="152400" y="1526496"/>
            <a:ext cx="11963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feature selection are crucial steps in machine learning, working together to prepare raw data for model training and improve performance. </a:t>
            </a:r>
          </a:p>
        </p:txBody>
      </p:sp>
      <p:pic>
        <p:nvPicPr>
          <p:cNvPr id="5" name="Picture 4" descr="A diagram of a machine learning pipeline&#10;&#10;AI-generated content may be incorrect.">
            <a:extLst>
              <a:ext uri="{FF2B5EF4-FFF2-40B4-BE49-F238E27FC236}">
                <a16:creationId xmlns:a16="http://schemas.microsoft.com/office/drawing/2014/main" id="{94C3DAA2-863E-03F5-DC8C-5DF9F27463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22" t="13333" r="3333" b="6667"/>
          <a:stretch>
            <a:fillRect/>
          </a:stretch>
        </p:blipFill>
        <p:spPr>
          <a:xfrm>
            <a:off x="2895600" y="2414803"/>
            <a:ext cx="4876800" cy="413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5663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4CB03-018F-7A43-328C-BB2393FB8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EB4EB-168E-3E25-15DF-F3408349B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Predictive Modelling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8EAA3BB-D901-B4E0-19F0-DB1DF8BF823D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81399-438B-262A-4C19-1B2EBD38A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27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C625D7-7178-92E3-1F4F-E37FCBA428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DBDBC12-E747-7665-9A3A-BF2BD179CD79}"/>
              </a:ext>
            </a:extLst>
          </p:cNvPr>
          <p:cNvSpPr txBox="1"/>
          <p:nvPr/>
        </p:nvSpPr>
        <p:spPr>
          <a:xfrm>
            <a:off x="152400" y="914380"/>
            <a:ext cx="1165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Predictive Modelling?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675838-8F59-8EA5-5E73-D1BA665F5CEB}"/>
              </a:ext>
            </a:extLst>
          </p:cNvPr>
          <p:cNvSpPr txBox="1"/>
          <p:nvPr/>
        </p:nvSpPr>
        <p:spPr>
          <a:xfrm>
            <a:off x="152400" y="1616581"/>
            <a:ext cx="8686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https://www.youtube.com/watch?v=JOArz7wggkQ</a:t>
            </a: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A robot drawing a graph">
            <a:extLst>
              <a:ext uri="{FF2B5EF4-FFF2-40B4-BE49-F238E27FC236}">
                <a16:creationId xmlns:a16="http://schemas.microsoft.com/office/drawing/2014/main" id="{75B4AEDB-9F5D-7BB2-F41A-E06B671E99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700" y="2195672"/>
            <a:ext cx="6324600" cy="421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6055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0ACAF-5E65-2C78-74FF-3C498D3A6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8A724-1EB4-9C62-EB7F-2C54BF21B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Predictive Modelling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F7B3C6-5BEC-89E0-E9E3-681244D1307D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FB91E-DF8E-91BB-24D8-A906A45DE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28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D63B46-8C31-8124-42B8-08C6B656A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2DFD091-DB8D-2112-7493-E3C0AB181965}"/>
              </a:ext>
            </a:extLst>
          </p:cNvPr>
          <p:cNvSpPr txBox="1"/>
          <p:nvPr/>
        </p:nvSpPr>
        <p:spPr>
          <a:xfrm>
            <a:off x="152400" y="914380"/>
            <a:ext cx="1165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Predictive Modelling?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AF250D-C79C-4067-7A0A-CDBFDED29617}"/>
              </a:ext>
            </a:extLst>
          </p:cNvPr>
          <p:cNvSpPr txBox="1"/>
          <p:nvPr/>
        </p:nvSpPr>
        <p:spPr>
          <a:xfrm>
            <a:off x="76200" y="1412717"/>
            <a:ext cx="11963400" cy="5150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NZ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modelling is a process used in data science to create a </a:t>
            </a:r>
            <a:r>
              <a:rPr lang="en-NZ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model that predicts an outcome based on input data. </a:t>
            </a:r>
          </a:p>
          <a:p>
            <a:pPr algn="just" fontAlgn="base">
              <a:lnSpc>
                <a:spcPct val="15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NZ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involves using statistical algorithms and machine learning techniques to </a:t>
            </a:r>
            <a:r>
              <a:rPr lang="en-NZ" sz="2400" b="0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NZ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historical data and </a:t>
            </a:r>
            <a:r>
              <a:rPr lang="en-NZ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 predictions about future or unknown events</a:t>
            </a:r>
            <a:r>
              <a:rPr lang="en-NZ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fontAlgn="base">
              <a:lnSpc>
                <a:spcPct val="15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NZ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predictive modelling, the </a:t>
            </a:r>
            <a:r>
              <a:rPr lang="en-NZ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 is to build a model that can accurately predict the target variable (the outcome we want to predict) based on one or more input variables (features). </a:t>
            </a:r>
          </a:p>
          <a:p>
            <a:pPr algn="just" fontAlgn="base">
              <a:lnSpc>
                <a:spcPct val="15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NZ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trained on a dataset that includes both the input variables and the known outcome, allowing it to </a:t>
            </a:r>
            <a:r>
              <a:rPr lang="en-NZ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 the relationships between the input variables and the target variable</a:t>
            </a:r>
            <a:r>
              <a:rPr lang="en-NZ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0062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3B9C5-D19C-D314-9D5A-B9C69E17D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B90C6-6FB4-CA76-00B0-A683B4AD8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Predictive Modelling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1DB220-3DB4-B42F-37F6-B66AE8D060A0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2473F-7AD0-6C52-72B4-C8287E156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29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5FC54B-0B92-67FE-2EE7-05E61B5A7A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432D0B-9492-86AF-FB01-20897BAEEBAD}"/>
              </a:ext>
            </a:extLst>
          </p:cNvPr>
          <p:cNvSpPr txBox="1"/>
          <p:nvPr/>
        </p:nvSpPr>
        <p:spPr>
          <a:xfrm>
            <a:off x="152400" y="914380"/>
            <a:ext cx="1165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Predictive Modelling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7CDA99-6330-9ABD-CB33-BA9698899C80}"/>
              </a:ext>
            </a:extLst>
          </p:cNvPr>
          <p:cNvSpPr txBox="1"/>
          <p:nvPr/>
        </p:nvSpPr>
        <p:spPr>
          <a:xfrm>
            <a:off x="25400" y="1419551"/>
            <a:ext cx="119634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N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Finance</a:t>
            </a:r>
            <a:endParaRPr lang="en-NZ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en-NZ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</a:t>
            </a:r>
            <a:endParaRPr lang="en-N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en-NZ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</a:t>
            </a:r>
            <a:endParaRPr lang="en-N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fontAlgn="base"/>
            <a:r>
              <a:rPr lang="en-N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  <a:endParaRPr lang="en-NZ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 fontAlgn="base"/>
            <a:r>
              <a:rPr lang="en-NZ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Prediction</a:t>
            </a:r>
            <a:endParaRPr lang="en-N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 fontAlgn="base"/>
            <a:r>
              <a:rPr lang="en-NZ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Allocation</a:t>
            </a:r>
            <a:endParaRPr lang="en-N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6" fontAlgn="base"/>
            <a:r>
              <a:rPr lang="en-N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 and Customer Relationship Management (CRM)</a:t>
            </a:r>
            <a:endParaRPr lang="en-NZ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7" fontAlgn="base"/>
            <a:r>
              <a:rPr lang="en-NZ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</a:t>
            </a:r>
            <a:endParaRPr lang="en-N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7" fontAlgn="base"/>
            <a:r>
              <a:rPr lang="en-NZ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Prediction</a:t>
            </a:r>
            <a:endParaRPr lang="en-N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7" fontAlgn="base"/>
            <a:r>
              <a:rPr lang="en-N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Supply Chain Management</a:t>
            </a:r>
            <a:endParaRPr lang="en-NZ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 fontAlgn="base"/>
            <a:r>
              <a:rPr lang="en-NZ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Demand Forecasting</a:t>
            </a:r>
            <a:endParaRPr lang="en-N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 fontAlgn="base"/>
            <a:r>
              <a:rPr lang="en-NZ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Logistics Optimization</a:t>
            </a:r>
            <a:endParaRPr lang="en-N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7" fontAlgn="base"/>
            <a:r>
              <a:rPr lang="en-N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Human Resources</a:t>
            </a:r>
            <a:endParaRPr lang="en-NZ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 fontAlgn="base"/>
            <a:r>
              <a:rPr lang="en-NZ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Talent Acquisition</a:t>
            </a:r>
            <a:endParaRPr lang="en-N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 fontAlgn="base"/>
            <a:r>
              <a:rPr lang="en-NZ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Employee Retention</a:t>
            </a:r>
            <a:endParaRPr lang="en-N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8D205D-3B7D-19E2-8DA1-3B10BCD00B44}"/>
              </a:ext>
            </a:extLst>
          </p:cNvPr>
          <p:cNvSpPr txBox="1"/>
          <p:nvPr/>
        </p:nvSpPr>
        <p:spPr>
          <a:xfrm>
            <a:off x="7762009" y="6265590"/>
            <a:ext cx="41355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000" dirty="0"/>
              <a:t>https://www.geeksforgeeks.org/data-science/what-is-predictive-modeling/</a:t>
            </a:r>
          </a:p>
        </p:txBody>
      </p:sp>
    </p:spTree>
    <p:extLst>
      <p:ext uri="{BB962C8B-B14F-4D97-AF65-F5344CB8AC3E}">
        <p14:creationId xmlns:p14="http://schemas.microsoft.com/office/powerpoint/2010/main" val="11468864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D9977-7CAA-FBE2-B763-2BCE91B5C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C8B6D-C1E5-D38E-BFAB-F4CAFC043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Predictive Modelling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1CA8C8-A3CC-62FF-E18F-EF80681193B0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CF14D-3B62-D239-EE5F-6B24ED611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30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44F9CF-61EB-4CFA-C8FF-1649C74E96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D1FDBAF-7DED-B030-F398-A8E80A89A5C6}"/>
              </a:ext>
            </a:extLst>
          </p:cNvPr>
          <p:cNvSpPr txBox="1"/>
          <p:nvPr/>
        </p:nvSpPr>
        <p:spPr>
          <a:xfrm>
            <a:off x="93518" y="1050066"/>
            <a:ext cx="1165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Predictive Modelling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3FB72-D6EB-39FA-E628-0E716E01B13E}"/>
              </a:ext>
            </a:extLst>
          </p:cNvPr>
          <p:cNvSpPr txBox="1"/>
          <p:nvPr/>
        </p:nvSpPr>
        <p:spPr>
          <a:xfrm>
            <a:off x="62345" y="1687978"/>
            <a:ext cx="11963400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Making</a:t>
            </a: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Management</a:t>
            </a: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Optimization</a:t>
            </a: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Insights</a:t>
            </a: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Competitive Advantage</a:t>
            </a: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Reduction</a:t>
            </a: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Outcomes</a:t>
            </a:r>
            <a:endParaRPr lang="en-N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D39CD8-B344-5D88-73D0-BCFDC32A9E73}"/>
              </a:ext>
            </a:extLst>
          </p:cNvPr>
          <p:cNvSpPr txBox="1"/>
          <p:nvPr/>
        </p:nvSpPr>
        <p:spPr>
          <a:xfrm>
            <a:off x="7762009" y="6265590"/>
            <a:ext cx="41355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000" dirty="0"/>
              <a:t>https://www.geeksforgeeks.org/data-science/what-is-predictive-modeling/</a:t>
            </a:r>
          </a:p>
        </p:txBody>
      </p:sp>
    </p:spTree>
    <p:extLst>
      <p:ext uri="{BB962C8B-B14F-4D97-AF65-F5344CB8AC3E}">
        <p14:creationId xmlns:p14="http://schemas.microsoft.com/office/powerpoint/2010/main" val="37242729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92AC6-4E1E-4014-97CA-1963430E8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2C816-E193-774F-FB7E-D3C2D7870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Predictive Modelling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F05E48-ACBB-BA58-65C6-AB44CB31D797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9A8C1-8F9A-7F27-5D5C-B5627CDCE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31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402132-487D-8BE5-7133-B5787E7431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1B8B856-EE3D-44EE-A239-C2C6F0CB283E}"/>
              </a:ext>
            </a:extLst>
          </p:cNvPr>
          <p:cNvSpPr txBox="1"/>
          <p:nvPr/>
        </p:nvSpPr>
        <p:spPr>
          <a:xfrm>
            <a:off x="93518" y="1050066"/>
            <a:ext cx="1165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Predictive Modelling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01564A-415F-A229-B4EB-FB27F3B2F234}"/>
              </a:ext>
            </a:extLst>
          </p:cNvPr>
          <p:cNvSpPr txBox="1"/>
          <p:nvPr/>
        </p:nvSpPr>
        <p:spPr>
          <a:xfrm>
            <a:off x="62345" y="1687978"/>
            <a:ext cx="119634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  <a:endParaRPr lang="en-NZ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lang="en-NZ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</a:t>
            </a:r>
            <a:endParaRPr lang="en-NZ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Forests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Machines (SVM)</a:t>
            </a:r>
            <a:endParaRPr lang="en-NZ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</a:t>
            </a:r>
            <a:endParaRPr lang="en-NZ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Machines</a:t>
            </a:r>
            <a:endParaRPr lang="en-NZ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 Models</a:t>
            </a: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58FBDD-493F-EE06-24A2-39EE0965431B}"/>
              </a:ext>
            </a:extLst>
          </p:cNvPr>
          <p:cNvSpPr txBox="1"/>
          <p:nvPr/>
        </p:nvSpPr>
        <p:spPr>
          <a:xfrm>
            <a:off x="7762009" y="6265590"/>
            <a:ext cx="41355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000" dirty="0"/>
              <a:t>https://www.geeksforgeeks.org/data-science/what-is-predictive-modeling/</a:t>
            </a:r>
          </a:p>
        </p:txBody>
      </p:sp>
    </p:spTree>
    <p:extLst>
      <p:ext uri="{BB962C8B-B14F-4D97-AF65-F5344CB8AC3E}">
        <p14:creationId xmlns:p14="http://schemas.microsoft.com/office/powerpoint/2010/main" val="41684453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4AEF7-4FA5-C033-3F65-964096536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6785C-641D-6C55-D511-4A3885AB7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Predictive Modelling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1C27A47-BE83-3032-CF6C-FD13068EE4AC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681C5-53C5-E016-FAD6-E4B081EC6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32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886A17-B618-4350-0439-B22472DAF0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D4BC596-97F7-6B20-CED3-80A14461BB69}"/>
              </a:ext>
            </a:extLst>
          </p:cNvPr>
          <p:cNvSpPr txBox="1"/>
          <p:nvPr/>
        </p:nvSpPr>
        <p:spPr>
          <a:xfrm>
            <a:off x="93518" y="1050066"/>
            <a:ext cx="1165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Predictive Modelling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5D0A2C-FE0F-95C4-CCA4-D265A7AF50CB}"/>
              </a:ext>
            </a:extLst>
          </p:cNvPr>
          <p:cNvSpPr txBox="1"/>
          <p:nvPr/>
        </p:nvSpPr>
        <p:spPr>
          <a:xfrm>
            <a:off x="62345" y="1687978"/>
            <a:ext cx="739659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N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 Models</a:t>
            </a:r>
            <a:r>
              <a:rPr lang="en-NZ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</a:p>
          <a:p>
            <a:pPr algn="just" fontAlgn="base"/>
            <a:endParaRPr lang="en-NZ" sz="1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models are used to </a:t>
            </a:r>
            <a:r>
              <a:rPr lang="en-NZ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a continuous numerical value based on one or more input variables.</a:t>
            </a:r>
          </a:p>
          <a:p>
            <a:pPr algn="just" fontAlgn="base"/>
            <a:r>
              <a:rPr lang="en-NZ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a regression model is to </a:t>
            </a:r>
            <a:r>
              <a:rPr lang="en-NZ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relationship between the input variables and the output variable, </a:t>
            </a: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use that relationship to make predictions about the output variable.</a:t>
            </a:r>
          </a:p>
          <a:p>
            <a:pPr algn="just" fontAlgn="base"/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endParaRPr lang="en-NZ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used in various fields, including financial analysis, economics, and engineering, to predict outcomes such as sales, stock prices, and temperatures.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FA8DDD-B7BF-4F47-4818-79B7E27272A7}"/>
              </a:ext>
            </a:extLst>
          </p:cNvPr>
          <p:cNvSpPr txBox="1"/>
          <p:nvPr/>
        </p:nvSpPr>
        <p:spPr>
          <a:xfrm>
            <a:off x="7762009" y="6265590"/>
            <a:ext cx="41355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000" dirty="0"/>
              <a:t>https://www.geeksforgeeks.org/data-science/what-is-predictive-modeling/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3ADAA6-1F30-3B3C-885A-5612F51C0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940" y="2017069"/>
            <a:ext cx="443865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7813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DAC74-8A1D-0959-5742-75752B611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324B8-65F2-57ED-2555-0B7A86059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Predictive Modelling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A85E1A-3474-8001-E310-A18834BE937E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37565-F06D-074F-B42B-86A68C024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33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C566D4-B4CC-4744-654D-1EF8B6CBF4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105A06-2215-304E-B6DA-5331BE2A905C}"/>
              </a:ext>
            </a:extLst>
          </p:cNvPr>
          <p:cNvSpPr txBox="1"/>
          <p:nvPr/>
        </p:nvSpPr>
        <p:spPr>
          <a:xfrm>
            <a:off x="0" y="1066800"/>
            <a:ext cx="7162799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N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Models</a:t>
            </a:r>
            <a:r>
              <a:rPr lang="en-NZ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</a:p>
          <a:p>
            <a:pPr algn="just" fontAlgn="base"/>
            <a:endParaRPr lang="en-NZ" sz="1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models use a tree-like structure to model decisions and their possible consequences. 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endParaRPr lang="en-NZ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tree consists of nodes that represent decision points, with branches representing the possible outcomes or consequences of each decision. 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endParaRPr lang="en-NZ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endParaRPr lang="en-NZ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a decision tree model is to </a:t>
            </a:r>
            <a:r>
              <a:rPr lang="en-NZ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the value of a target variable based on the values of the predictor variables.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endParaRPr lang="en-NZ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uses the tree structure to determine the most likely outcome for a given set of predictor variable values.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3630FA-B48F-2C59-8989-D6274BFA1CFD}"/>
              </a:ext>
            </a:extLst>
          </p:cNvPr>
          <p:cNvSpPr txBox="1"/>
          <p:nvPr/>
        </p:nvSpPr>
        <p:spPr>
          <a:xfrm>
            <a:off x="7762009" y="6265590"/>
            <a:ext cx="41355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000" dirty="0"/>
              <a:t>https://www.geeksforgeeks.org/data-science/what-is-predictive-modeling/</a:t>
            </a:r>
          </a:p>
        </p:txBody>
      </p:sp>
      <p:pic>
        <p:nvPicPr>
          <p:cNvPr id="1026" name="Picture 2" descr="Introduction to Decision Trees - ML Pills">
            <a:extLst>
              <a:ext uri="{FF2B5EF4-FFF2-40B4-BE49-F238E27FC236}">
                <a16:creationId xmlns:a16="http://schemas.microsoft.com/office/drawing/2014/main" id="{13F91CDC-FAD5-CF89-8A04-5689A03D6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501343"/>
            <a:ext cx="4905344" cy="382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90218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E2E9C-42E3-D8C4-AF77-1C7848700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F6BB2-827B-6430-69F5-338B080FF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Predictive Modelling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CFFBA07-D49E-3422-94EE-FFDDA7BC74D8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F6AE4-C6D0-5095-E649-0C86F0E56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34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BD6886-78D4-1F7E-14CE-A1F63FD081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026" name="Picture 2" descr="Introduction to Decision Trees - ML Pills">
            <a:extLst>
              <a:ext uri="{FF2B5EF4-FFF2-40B4-BE49-F238E27FC236}">
                <a16:creationId xmlns:a16="http://schemas.microsoft.com/office/drawing/2014/main" id="{CA76646B-FEA9-EDE9-E773-8CFE18119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4597012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ecision Tree in Machine Learning">
            <a:extLst>
              <a:ext uri="{FF2B5EF4-FFF2-40B4-BE49-F238E27FC236}">
                <a16:creationId xmlns:a16="http://schemas.microsoft.com/office/drawing/2014/main" id="{A49BFA2B-FE2D-5C49-5D7F-859541547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074272"/>
            <a:ext cx="6377445" cy="5101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3B904E-4197-90DE-D3DF-AF531180800B}"/>
              </a:ext>
            </a:extLst>
          </p:cNvPr>
          <p:cNvSpPr txBox="1"/>
          <p:nvPr/>
        </p:nvSpPr>
        <p:spPr>
          <a:xfrm>
            <a:off x="381000" y="1019392"/>
            <a:ext cx="6192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N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Models</a:t>
            </a:r>
            <a:r>
              <a:rPr lang="en-NZ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</a:p>
        </p:txBody>
      </p:sp>
    </p:spTree>
    <p:extLst>
      <p:ext uri="{BB962C8B-B14F-4D97-AF65-F5344CB8AC3E}">
        <p14:creationId xmlns:p14="http://schemas.microsoft.com/office/powerpoint/2010/main" val="20718963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59E19-8948-18C3-7983-D41744700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25C19-6926-3D3C-3AC1-C4F311AC9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Predictive Modelling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FADE7C-B8B2-7213-1D11-490634B9BAD2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F4CCB-F9B8-4C98-04DE-A747C6389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35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D72788-25F6-E1F0-DE79-D58378EAE1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2B3F2B-DCB7-817C-4BEA-F81132BD77A6}"/>
              </a:ext>
            </a:extLst>
          </p:cNvPr>
          <p:cNvSpPr txBox="1"/>
          <p:nvPr/>
        </p:nvSpPr>
        <p:spPr>
          <a:xfrm>
            <a:off x="27709" y="920430"/>
            <a:ext cx="1197725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N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r>
              <a:rPr lang="en-NZ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</a:p>
          <a:p>
            <a:pPr algn="just" fontAlgn="base"/>
            <a:endParaRPr lang="en-NZ" sz="1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C109D8-7988-CABC-73D7-A2D3B15F62EA}"/>
              </a:ext>
            </a:extLst>
          </p:cNvPr>
          <p:cNvSpPr txBox="1"/>
          <p:nvPr/>
        </p:nvSpPr>
        <p:spPr>
          <a:xfrm>
            <a:off x="7762009" y="6265590"/>
            <a:ext cx="41355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000" dirty="0"/>
              <a:t>https://www.geeksforgeeks.org/data-science/what-is-predictive-modeling/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439EE5-9771-C5AC-8435-7B6F0DBD3A08}"/>
              </a:ext>
            </a:extLst>
          </p:cNvPr>
          <p:cNvSpPr txBox="1"/>
          <p:nvPr/>
        </p:nvSpPr>
        <p:spPr>
          <a:xfrm>
            <a:off x="89384" y="1449149"/>
            <a:ext cx="119772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combines multiple decision trees to improve accuracy and reduce errors.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creates multiple decision trees on different subsets of the training data, and then aggregates their predictions to make the final prediction.</a:t>
            </a:r>
            <a:endParaRPr lang="en-NZ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5CDE6D-15FB-49BD-6F15-FB62F1C5B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62" y="2557297"/>
            <a:ext cx="4905375" cy="3800475"/>
          </a:xfrm>
          <a:prstGeom prst="rect">
            <a:avLst/>
          </a:prstGeom>
        </p:spPr>
      </p:pic>
      <p:pic>
        <p:nvPicPr>
          <p:cNvPr id="3074" name="Picture 2" descr="Random Forest Algorithm in Machine Learning">
            <a:extLst>
              <a:ext uri="{FF2B5EF4-FFF2-40B4-BE49-F238E27FC236}">
                <a16:creationId xmlns:a16="http://schemas.microsoft.com/office/drawing/2014/main" id="{C4F8604B-79C3-6078-83B6-F605E430B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707668"/>
            <a:ext cx="5959882" cy="3528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91741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4C36A-D27C-E580-FCC9-B61240590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8CB0C-CB92-3A86-DB21-8DFF67CAF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Predictive Modelling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C3C4E5D-A62A-6AD2-4DA4-A8643E412B08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37720-3C27-2586-AD95-3C85AC703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36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CC3321-170C-22CB-77F8-395BBC43A8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A33C5B-2861-4231-ABF0-E7A738325B7A}"/>
              </a:ext>
            </a:extLst>
          </p:cNvPr>
          <p:cNvSpPr txBox="1"/>
          <p:nvPr/>
        </p:nvSpPr>
        <p:spPr>
          <a:xfrm>
            <a:off x="27709" y="920430"/>
            <a:ext cx="1197725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N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  <a:r>
              <a:rPr lang="en-NZ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</a:p>
          <a:p>
            <a:pPr algn="just" fontAlgn="base"/>
            <a:endParaRPr lang="en-NZ" sz="1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634CC9-1FA3-14A2-B0F9-4C5B27140E94}"/>
              </a:ext>
            </a:extLst>
          </p:cNvPr>
          <p:cNvSpPr txBox="1"/>
          <p:nvPr/>
        </p:nvSpPr>
        <p:spPr>
          <a:xfrm>
            <a:off x="7762009" y="6265590"/>
            <a:ext cx="41355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000" dirty="0"/>
              <a:t>https://www.geeksforgeeks.org/data-science/what-is-predictive-modeling/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C48E06-A9E1-379A-6EB8-EDC996D0D57D}"/>
              </a:ext>
            </a:extLst>
          </p:cNvPr>
          <p:cNvSpPr txBox="1"/>
          <p:nvPr/>
        </p:nvSpPr>
        <p:spPr>
          <a:xfrm>
            <a:off x="89384" y="1449149"/>
            <a:ext cx="119772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Distance-based models that use mathematical algorithms to classify data.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models are used to classify data into one or more categories based on one or more input variables. </a:t>
            </a:r>
            <a:endParaRPr lang="en-NZ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CDE304-E685-F3C8-9CA1-6A9FAF9A5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50" y="2649478"/>
            <a:ext cx="5095875" cy="3790950"/>
          </a:xfrm>
          <a:prstGeom prst="rect">
            <a:avLst/>
          </a:prstGeom>
        </p:spPr>
      </p:pic>
      <p:sp>
        <p:nvSpPr>
          <p:cNvPr id="3" name="AutoShape 2" descr="Support Vector Machines (SVM) Made Simple &amp; How To Tutorial">
            <a:extLst>
              <a:ext uri="{FF2B5EF4-FFF2-40B4-BE49-F238E27FC236}">
                <a16:creationId xmlns:a16="http://schemas.microsoft.com/office/drawing/2014/main" id="{C7E56109-35B2-B3C2-7096-F7056B00C2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Z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B9E910-7BE9-7A29-2CC6-7476B8E1D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325" y="2855270"/>
            <a:ext cx="6151908" cy="346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8538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C4EC8-4D4B-2FCA-D564-DE5244E89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25085-8269-43EC-8B60-CF309474D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Predictive Modelling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02A2520-DE48-3883-C0AD-D88B1C97C9FF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DC27B-F6A3-236F-34D8-9491D5682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37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3388B4-F3B5-916F-EE4C-82B29B3C50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CEF73A-06EB-5D0D-64DC-9518ABAA0E9E}"/>
              </a:ext>
            </a:extLst>
          </p:cNvPr>
          <p:cNvSpPr txBox="1"/>
          <p:nvPr/>
        </p:nvSpPr>
        <p:spPr>
          <a:xfrm>
            <a:off x="27709" y="920430"/>
            <a:ext cx="1197725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N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Networks:</a:t>
            </a:r>
            <a:endParaRPr lang="en-NZ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endParaRPr lang="en-NZ" sz="1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64B0E1-2B1F-1527-1FE0-60D92398C076}"/>
              </a:ext>
            </a:extLst>
          </p:cNvPr>
          <p:cNvSpPr txBox="1"/>
          <p:nvPr/>
        </p:nvSpPr>
        <p:spPr>
          <a:xfrm>
            <a:off x="7762009" y="6265590"/>
            <a:ext cx="41355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000" dirty="0"/>
              <a:t>https://www.geeksforgeeks.org/data-science/what-is-predictive-modeling/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27B72A-A17E-1FAE-2CB1-B32D7CFCD178}"/>
              </a:ext>
            </a:extLst>
          </p:cNvPr>
          <p:cNvSpPr txBox="1"/>
          <p:nvPr/>
        </p:nvSpPr>
        <p:spPr>
          <a:xfrm>
            <a:off x="27708" y="1675763"/>
            <a:ext cx="827809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models are a type of predictive </a:t>
            </a:r>
            <a:r>
              <a:rPr lang="en-NZ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 inspired by the structure and function of the human brain.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NZ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these models is to </a:t>
            </a:r>
            <a:r>
              <a:rPr lang="en-N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 complex relationships between input variables and output variables, and use that information to make predictions.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NZ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models are often used in fields such as image recognition, natural language processing, and speech recognition to make predictions such as object recognition, sentiment analysis, and speech transcription.</a:t>
            </a:r>
            <a:endParaRPr lang="en-NZ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131030-33FC-9317-5073-CE09EE4DC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803" y="1594172"/>
            <a:ext cx="3339812" cy="404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7146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C401C-82CA-2947-845B-EC224063A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20967-F95C-1B2E-3F2D-9FEE7DA8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Predictive Modelling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3C82058-9694-F97C-5623-A55409EDB997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C5BEA-94BC-E66E-BCC5-1D433C233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38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89ABCA-A471-B0DE-74AA-B0E84770D0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0DCDD0-8497-29C9-B48D-4592FCB57464}"/>
              </a:ext>
            </a:extLst>
          </p:cNvPr>
          <p:cNvSpPr txBox="1"/>
          <p:nvPr/>
        </p:nvSpPr>
        <p:spPr>
          <a:xfrm>
            <a:off x="27709" y="920430"/>
            <a:ext cx="1197725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N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Networks:</a:t>
            </a:r>
            <a:endParaRPr lang="en-NZ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endParaRPr lang="en-NZ" sz="1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DC48E2-9FDA-FFD6-1910-FBB1A10C45B2}"/>
              </a:ext>
            </a:extLst>
          </p:cNvPr>
          <p:cNvSpPr txBox="1"/>
          <p:nvPr/>
        </p:nvSpPr>
        <p:spPr>
          <a:xfrm>
            <a:off x="7762009" y="6265590"/>
            <a:ext cx="41355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000" dirty="0"/>
              <a:t>https://www.geeksforgeeks.org/data-science/what-is-predictive-modeling/</a:t>
            </a:r>
          </a:p>
        </p:txBody>
      </p:sp>
      <p:pic>
        <p:nvPicPr>
          <p:cNvPr id="5122" name="Picture 2" descr="Study urges caution when comparing neural networks to the brain | MIT News  | Massachusetts Institute of Technology">
            <a:extLst>
              <a:ext uri="{FF2B5EF4-FFF2-40B4-BE49-F238E27FC236}">
                <a16:creationId xmlns:a16="http://schemas.microsoft.com/office/drawing/2014/main" id="{12187677-6A5B-039F-A52A-78A2B2525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878" y="2124057"/>
            <a:ext cx="5124195" cy="341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58E797-171A-6439-5301-6D0534560D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80" t="11111" r="5527" b="12223"/>
          <a:stretch>
            <a:fillRect/>
          </a:stretch>
        </p:blipFill>
        <p:spPr>
          <a:xfrm>
            <a:off x="685800" y="1697181"/>
            <a:ext cx="6184472" cy="387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667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223F7-7E54-C051-AD4A-4306ACC7B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DE62F-D9A5-C774-C017-F6A0A70FF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Predictive Modelling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575CFFC-01B2-0FBB-EF68-79857E33E9CF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AA13E-A922-8402-23A2-C172DE787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39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0BEBFE-95E0-1C24-52AD-2C7EEE2357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144797-E263-E978-45BE-8207CBD57F71}"/>
              </a:ext>
            </a:extLst>
          </p:cNvPr>
          <p:cNvSpPr txBox="1"/>
          <p:nvPr/>
        </p:nvSpPr>
        <p:spPr>
          <a:xfrm>
            <a:off x="27709" y="920430"/>
            <a:ext cx="1197725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N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Boost:</a:t>
            </a:r>
            <a:endParaRPr lang="en-NZ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endParaRPr lang="en-NZ" sz="1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BAF6F1-29D4-7F4A-7069-1F4B4F354084}"/>
              </a:ext>
            </a:extLst>
          </p:cNvPr>
          <p:cNvSpPr txBox="1"/>
          <p:nvPr/>
        </p:nvSpPr>
        <p:spPr>
          <a:xfrm>
            <a:off x="7762009" y="6265590"/>
            <a:ext cx="41355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000" dirty="0"/>
              <a:t>https://www.geeksforgeeks.org/data-science/what-is-predictive-modeling/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ED6ED4-C5AF-37F5-14FF-B3C035D5F1E0}"/>
              </a:ext>
            </a:extLst>
          </p:cNvPr>
          <p:cNvSpPr txBox="1"/>
          <p:nvPr/>
        </p:nvSpPr>
        <p:spPr>
          <a:xfrm>
            <a:off x="107372" y="1407319"/>
            <a:ext cx="119772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builds models sequentially, each new model correcting errors made by the previous ones.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often used for regression and classification tasks.</a:t>
            </a:r>
            <a:endParaRPr lang="en-NZ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diagram of a model&#10;&#10;AI-generated content may be incorrect.">
            <a:extLst>
              <a:ext uri="{FF2B5EF4-FFF2-40B4-BE49-F238E27FC236}">
                <a16:creationId xmlns:a16="http://schemas.microsoft.com/office/drawing/2014/main" id="{AB1AEBC3-08F2-769E-09CC-0A52323A1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25" t="6639" r="15001" b="6639"/>
          <a:stretch>
            <a:fillRect/>
          </a:stretch>
        </p:blipFill>
        <p:spPr>
          <a:xfrm>
            <a:off x="1752600" y="2347161"/>
            <a:ext cx="5815098" cy="408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5942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4EAE3-E525-EE68-699E-9FFCB7FB2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2CC29-782A-501F-8A77-7CE908861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Predictive Modelling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ABA42B3-3E62-F3BA-11A8-7FDFE4791D70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73CB3-C51B-03C7-DAB6-54C149ACD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40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B3EF87-148C-6706-E0B4-C2FFE73D0A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DFE480-64F7-6214-4AF9-8B0A1AB40906}"/>
              </a:ext>
            </a:extLst>
          </p:cNvPr>
          <p:cNvSpPr txBox="1"/>
          <p:nvPr/>
        </p:nvSpPr>
        <p:spPr>
          <a:xfrm>
            <a:off x="27709" y="920430"/>
            <a:ext cx="1197725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N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Series:</a:t>
            </a:r>
            <a:endParaRPr lang="en-NZ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endParaRPr lang="en-NZ" sz="1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6B4742-94BF-B359-055F-24EC1DE43008}"/>
              </a:ext>
            </a:extLst>
          </p:cNvPr>
          <p:cNvSpPr txBox="1"/>
          <p:nvPr/>
        </p:nvSpPr>
        <p:spPr>
          <a:xfrm>
            <a:off x="7762009" y="6265590"/>
            <a:ext cx="41355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000" dirty="0"/>
              <a:t>https://www.geeksforgeeks.org/data-science/what-is-predictive-modeling/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26B098-C363-7F27-9DFA-A1E054F07930}"/>
              </a:ext>
            </a:extLst>
          </p:cNvPr>
          <p:cNvSpPr txBox="1"/>
          <p:nvPr/>
        </p:nvSpPr>
        <p:spPr>
          <a:xfrm>
            <a:off x="107373" y="1407319"/>
            <a:ext cx="6674428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NZ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series models are used to </a:t>
            </a:r>
            <a:r>
              <a:rPr lang="en-NZ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NZ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forecast data that varies over time.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 models help you </a:t>
            </a:r>
            <a:r>
              <a:rPr lang="en-N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patterns and trends in the data</a:t>
            </a: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N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use that information to make predictions about future values.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 models are used in a wide variety of fields, including financial analytics, economics, and weather forecasting, to predict outcomes such as stock prices, GDP growth, and temperatures.</a:t>
            </a:r>
            <a:endParaRPr lang="en-NZ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6ADE9A-2792-3D74-E6F5-14227EA688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82"/>
          <a:stretch>
            <a:fillRect/>
          </a:stretch>
        </p:blipFill>
        <p:spPr>
          <a:xfrm>
            <a:off x="6802584" y="2083820"/>
            <a:ext cx="5191989" cy="318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8122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4333B-EE55-4944-C58D-885309B75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13426-E8E0-7C7F-4813-71F761F98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Predictive Modelling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AE530C-C7EC-9D34-9928-103572566A0D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9C78A-24C8-23C1-15BA-FE85880B2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41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A8B5D3-4148-BF03-817F-832C2ADDD4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A9B302-FE8B-31DF-58F0-FF8240694B5C}"/>
              </a:ext>
            </a:extLst>
          </p:cNvPr>
          <p:cNvSpPr txBox="1"/>
          <p:nvPr/>
        </p:nvSpPr>
        <p:spPr>
          <a:xfrm>
            <a:off x="27709" y="920430"/>
            <a:ext cx="1197725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N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select the Right Model?</a:t>
            </a:r>
            <a:endParaRPr lang="en-NZ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endParaRPr lang="en-NZ" sz="1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07EDBF-4A43-9AEA-AC94-4A07D93919D6}"/>
              </a:ext>
            </a:extLst>
          </p:cNvPr>
          <p:cNvSpPr txBox="1"/>
          <p:nvPr/>
        </p:nvSpPr>
        <p:spPr>
          <a:xfrm>
            <a:off x="7762009" y="6265590"/>
            <a:ext cx="41355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000" dirty="0"/>
              <a:t>https://www.geeksforgeeks.org/data-science/what-is-predictive-modeling/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A282C1-5597-B02D-0BCB-547E50C16A8D}"/>
              </a:ext>
            </a:extLst>
          </p:cNvPr>
          <p:cNvSpPr txBox="1"/>
          <p:nvPr/>
        </p:nvSpPr>
        <p:spPr>
          <a:xfrm>
            <a:off x="107373" y="1407319"/>
            <a:ext cx="11977254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Problem</a:t>
            </a: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Data</a:t>
            </a: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Candidate Models</a:t>
            </a: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the Data (Train – Test)</a:t>
            </a: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Performance</a:t>
            </a: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 Hyperparameters</a:t>
            </a: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Best Model</a:t>
            </a: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N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on Test Set</a:t>
            </a:r>
            <a:endParaRPr lang="en-N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computer screen with text and symbols">
            <a:extLst>
              <a:ext uri="{FF2B5EF4-FFF2-40B4-BE49-F238E27FC236}">
                <a16:creationId xmlns:a16="http://schemas.microsoft.com/office/drawing/2014/main" id="{BAD3437A-2D7A-EA53-2A6E-6B2D7D723A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551222"/>
            <a:ext cx="7817427" cy="440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2304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4B36C-6CDB-6511-825E-569A95C17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26CF9-8651-A5D2-8081-DB32615C6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CBEAB-4864-F447-9B2B-228773CA5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102" y="1143000"/>
            <a:ext cx="11553698" cy="323666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NZ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Reading</a:t>
            </a:r>
          </a:p>
          <a:p>
            <a:pPr marL="514350" indent="-514350">
              <a:buAutoNum type="arabicPeriod"/>
            </a:pPr>
            <a:r>
              <a:rPr lang="en-NZ" sz="1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https://www.datasciencewizards.ai/beginners-guide-to-feature-selection/</a:t>
            </a:r>
            <a:endParaRPr lang="en-NZ" sz="1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NZ" sz="1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NZ" sz="1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https://levelup.gitconnected.com/the-data-wizards-guide-to-preprocessing-and-feature-engineering-e44ac2268739</a:t>
            </a:r>
            <a:endParaRPr lang="en-NZ" sz="1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NZ" sz="1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NZ" sz="1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https://medium.com/@WojtekFulmyk/feature-selection-in-data-preprocessing-421d5b527005</a:t>
            </a:r>
            <a:endParaRPr lang="en-NZ" sz="1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NZ" sz="1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Arial" pitchFamily="34" charset="0"/>
              <a:buAutoNum type="arabicPeriod"/>
            </a:pPr>
            <a:r>
              <a:rPr lang="en-NZ" sz="1400" dirty="0">
                <a:hlinkClick r:id="rId5"/>
              </a:rPr>
              <a:t>https://www.youtube.com/watch?v=SzpcUC7D7vg&amp;t=838s</a:t>
            </a:r>
            <a:endParaRPr lang="en-NZ" sz="1400" dirty="0"/>
          </a:p>
          <a:p>
            <a:pPr marL="514350" indent="-514350">
              <a:buFont typeface="Arial" pitchFamily="34" charset="0"/>
              <a:buAutoNum type="arabicPeriod"/>
            </a:pPr>
            <a:endParaRPr lang="en-NZ" sz="1400" dirty="0"/>
          </a:p>
          <a:p>
            <a:pPr marL="514350" indent="-514350">
              <a:buFont typeface="Arial" pitchFamily="34" charset="0"/>
              <a:buAutoNum type="arabicPeriod"/>
            </a:pPr>
            <a:r>
              <a:rPr lang="en-N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code for data 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for Machine Learning – See link: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https://github.com/atef-ataya/data_preprocessing_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tool/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Arial" pitchFamily="34" charset="0"/>
              <a:buAutoNum type="arabicPeriod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Arial" pitchFamily="34" charset="0"/>
              <a:buAutoNum type="arabicPeriod"/>
            </a:pPr>
            <a:r>
              <a:rPr lang="en-N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for Data Analysis - Dataset - </a:t>
            </a:r>
            <a:r>
              <a:rPr lang="en-US" sz="1400" dirty="0"/>
              <a:t>Online retail</a:t>
            </a:r>
            <a:r>
              <a:rPr lang="en-N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NZ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https://archive.ics.uci.edu/dataset/352/online+retail</a:t>
            </a:r>
            <a:endParaRPr lang="en-NZ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Arial" pitchFamily="34" charset="0"/>
              <a:buAutoNum type="arabicPeriod"/>
            </a:pP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Arial" pitchFamily="34" charset="0"/>
              <a:buAutoNum type="arabicPeriod"/>
            </a:pPr>
            <a:endParaRPr lang="en-NZ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Arial" pitchFamily="34" charset="0"/>
              <a:buAutoNum type="arabicPeriod"/>
            </a:pPr>
            <a:endParaRPr lang="en-NZ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9945BDC-64AC-8EAE-4AF1-26BC857319E7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95BBE-A868-250E-DC40-8B24BD968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42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E15D2C-04DA-5A22-C8A4-1A93E85E5A4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4376149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22451-AF5F-FD85-F814-D3F7CA5DE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1702A-385A-ECFE-EB86-7EA416B44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00"/>
            <a:ext cx="12192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NZ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Decision-Making with AI and ML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B1E2D-D931-640B-5AD0-F1499ACD3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31618"/>
            <a:ext cx="12039600" cy="5616000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endParaRPr lang="en-NZ" sz="44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NZ" sz="44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NZ" sz="4400" b="1" dirty="0">
                <a:solidFill>
                  <a:srgbClr val="0070C0"/>
                </a:solidFill>
              </a:rPr>
              <a:t>			      Thank You</a:t>
            </a:r>
          </a:p>
          <a:p>
            <a:endParaRPr lang="en-NZ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7189A85-52CE-B697-7901-3CEE7DC889DE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70D84-E887-69A6-FC75-EC2E0DDD0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0709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43</a:t>
            </a:fld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FF4269-227B-F0C9-07D2-34DB313D94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3" r="10112"/>
          <a:stretch>
            <a:fillRect/>
          </a:stretch>
        </p:blipFill>
        <p:spPr>
          <a:xfrm>
            <a:off x="9829800" y="46580"/>
            <a:ext cx="1676400" cy="80684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171199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12656</TotalTime>
  <Words>2277</Words>
  <Application>Microsoft Office PowerPoint</Application>
  <PresentationFormat>Widescreen</PresentationFormat>
  <Paragraphs>364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Times New Roman</vt:lpstr>
      <vt:lpstr>Wingdings</vt:lpstr>
      <vt:lpstr>Office Theme</vt:lpstr>
      <vt:lpstr>PowerPoint Presentation</vt:lpstr>
      <vt:lpstr>Overview</vt:lpstr>
      <vt:lpstr>Supervised vs. Unsupervised Learning - ML algorithms</vt:lpstr>
      <vt:lpstr>Supervised vs. Unsupervised Learning - ML algorithms</vt:lpstr>
      <vt:lpstr>Introduction to AI/ML in Business Context</vt:lpstr>
      <vt:lpstr>Introduction to AI/ML in Business Context</vt:lpstr>
      <vt:lpstr>Introduction to AI/ML in Business Context</vt:lpstr>
      <vt:lpstr>Supervised vs. Unsupervised Learning - ML algorithms</vt:lpstr>
      <vt:lpstr>Supervised vs. Unsupervised Learning - ML algorithms</vt:lpstr>
      <vt:lpstr>Supervised vs. Unsupervised Learning - ML algorithms</vt:lpstr>
      <vt:lpstr>Supervised vs. Unsupervised Learning - ML algorithms</vt:lpstr>
      <vt:lpstr>Supervised vs. Unsupervised Learning vs. RL - ML algorithms</vt:lpstr>
      <vt:lpstr>Supervised vs. Unsupervised Learning- ML algorithms</vt:lpstr>
      <vt:lpstr>Supervised vs. Unsupervised Learning- ML algorithms</vt:lpstr>
      <vt:lpstr>Supervised Learning - ML algorithms</vt:lpstr>
      <vt:lpstr>Supervised Learning - ML algorithms</vt:lpstr>
      <vt:lpstr>Supervised vs. Unsupervised Learning- ML algorithms</vt:lpstr>
      <vt:lpstr>Unsupervised Learning - ML algorithms</vt:lpstr>
      <vt:lpstr>Data Preprocessing and Feature Selection</vt:lpstr>
      <vt:lpstr>Data Preprocessing and Feature Selection</vt:lpstr>
      <vt:lpstr>Data Preprocessing and Feature Selection</vt:lpstr>
      <vt:lpstr>Data Preprocessing and Feature Selection</vt:lpstr>
      <vt:lpstr>Data Preprocessing and Feature Selection</vt:lpstr>
      <vt:lpstr>Data Preprocessing and Feature Selection</vt:lpstr>
      <vt:lpstr>Data Preprocessing and Feature Selection</vt:lpstr>
      <vt:lpstr>Data Preprocessing and Feature Selection</vt:lpstr>
      <vt:lpstr>Overview of Predictive Modelling</vt:lpstr>
      <vt:lpstr>Overview of Predictive Modelling</vt:lpstr>
      <vt:lpstr>Overview of Predictive Modelling</vt:lpstr>
      <vt:lpstr>Overview of Predictive Modelling</vt:lpstr>
      <vt:lpstr>Overview of Predictive Modelling</vt:lpstr>
      <vt:lpstr>Overview of Predictive Modelling</vt:lpstr>
      <vt:lpstr>Overview of Predictive Modelling</vt:lpstr>
      <vt:lpstr>Overview of Predictive Modelling</vt:lpstr>
      <vt:lpstr>Overview of Predictive Modelling</vt:lpstr>
      <vt:lpstr>Overview of Predictive Modelling</vt:lpstr>
      <vt:lpstr>Overview of Predictive Modelling</vt:lpstr>
      <vt:lpstr>Overview of Predictive Modelling</vt:lpstr>
      <vt:lpstr>Overview of Predictive Modelling</vt:lpstr>
      <vt:lpstr>Overview of Predictive Modelling</vt:lpstr>
      <vt:lpstr>Overview of Predictive Modelling</vt:lpstr>
      <vt:lpstr>References:</vt:lpstr>
      <vt:lpstr>Business Decision-Making with AI and ML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KONGU</dc:creator>
  <cp:lastModifiedBy>Mohammad Norouzifard</cp:lastModifiedBy>
  <cp:revision>1882</cp:revision>
  <dcterms:created xsi:type="dcterms:W3CDTF">2006-08-16T00:00:00Z</dcterms:created>
  <dcterms:modified xsi:type="dcterms:W3CDTF">2026-05-19T23:11:19Z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2025-12-01T23:36:18Z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35122e5c-9217-4629-835e-4c8ee65d5aea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10, 3, 0, 1</vt:lpwstr>
  </property>
</Properties>
</file>