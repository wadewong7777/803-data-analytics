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326" r:id="rId3"/>
    <p:sldId id="351" r:id="rId4"/>
    <p:sldId id="349" r:id="rId5"/>
    <p:sldId id="353" r:id="rId6"/>
    <p:sldId id="347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63849-18B8-4674-8FDD-7FED92E2812C}" v="7" dt="2024-09-03T01:34:20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381" autoAdjust="0"/>
    <p:restoredTop sz="94300" autoAdjust="0"/>
  </p:normalViewPr>
  <p:slideViewPr>
    <p:cSldViewPr snapToGrid="0">
      <p:cViewPr varScale="1">
        <p:scale>
          <a:sx n="138" d="100"/>
          <a:sy n="138" d="100"/>
        </p:scale>
        <p:origin x="642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an Wang" userId="5375c050-d6a4-4212-980e-f548dd476485" providerId="ADAL" clId="{73E94827-A49D-1443-BF7E-88509D3EDF36}"/>
    <pc:docChg chg="custSel modSld">
      <pc:chgData name="Guan Wang" userId="5375c050-d6a4-4212-980e-f548dd476485" providerId="ADAL" clId="{73E94827-A49D-1443-BF7E-88509D3EDF36}" dt="2024-09-03T02:04:39.988" v="2" actId="7634"/>
      <pc:docMkLst>
        <pc:docMk/>
      </pc:docMkLst>
      <pc:sldChg chg="addSp">
        <pc:chgData name="Guan Wang" userId="5375c050-d6a4-4212-980e-f548dd476485" providerId="ADAL" clId="{73E94827-A49D-1443-BF7E-88509D3EDF36}" dt="2024-09-03T02:04:39.988" v="2" actId="7634"/>
        <pc:sldMkLst>
          <pc:docMk/>
          <pc:sldMk cId="1216769125" sldId="349"/>
        </pc:sldMkLst>
        <pc:inkChg chg="add">
          <ac:chgData name="Guan Wang" userId="5375c050-d6a4-4212-980e-f548dd476485" providerId="ADAL" clId="{73E94827-A49D-1443-BF7E-88509D3EDF36}" dt="2024-09-03T02:04:39.988" v="2" actId="7634"/>
          <ac:inkMkLst>
            <pc:docMk/>
            <pc:sldMk cId="1216769125" sldId="349"/>
            <ac:inkMk id="4" creationId="{FFE512EC-B59F-25DB-6F40-4EDB7467D340}"/>
          </ac:inkMkLst>
        </pc:inkChg>
      </pc:sldChg>
      <pc:sldChg chg="addSp">
        <pc:chgData name="Guan Wang" userId="5375c050-d6a4-4212-980e-f548dd476485" providerId="ADAL" clId="{73E94827-A49D-1443-BF7E-88509D3EDF36}" dt="2024-09-03T01:31:21.253" v="1" actId="7634"/>
        <pc:sldMkLst>
          <pc:docMk/>
          <pc:sldMk cId="2836517454" sldId="350"/>
        </pc:sldMkLst>
        <pc:inkChg chg="add">
          <ac:chgData name="Guan Wang" userId="5375c050-d6a4-4212-980e-f548dd476485" providerId="ADAL" clId="{73E94827-A49D-1443-BF7E-88509D3EDF36}" dt="2024-09-03T00:40:35.784" v="0" actId="7634"/>
          <ac:inkMkLst>
            <pc:docMk/>
            <pc:sldMk cId="2836517454" sldId="350"/>
            <ac:inkMk id="4" creationId="{3A924E47-B644-D73E-036A-2E3223E7B248}"/>
          </ac:inkMkLst>
        </pc:inkChg>
        <pc:inkChg chg="add">
          <ac:chgData name="Guan Wang" userId="5375c050-d6a4-4212-980e-f548dd476485" providerId="ADAL" clId="{73E94827-A49D-1443-BF7E-88509D3EDF36}" dt="2024-09-03T01:31:21.253" v="1" actId="7634"/>
          <ac:inkMkLst>
            <pc:docMk/>
            <pc:sldMk cId="2836517454" sldId="350"/>
            <ac:inkMk id="5" creationId="{C33CC22F-66AE-5316-761D-88CC3B351CCA}"/>
          </ac:inkMkLst>
        </pc:inkChg>
      </pc:sldChg>
      <pc:sldChg chg="addSp">
        <pc:chgData name="Guan Wang" userId="5375c050-d6a4-4212-980e-f548dd476485" providerId="ADAL" clId="{73E94827-A49D-1443-BF7E-88509D3EDF36}" dt="2024-09-03T01:31:21.253" v="1" actId="7634"/>
        <pc:sldMkLst>
          <pc:docMk/>
          <pc:sldMk cId="2762148926" sldId="351"/>
        </pc:sldMkLst>
        <pc:inkChg chg="add">
          <ac:chgData name="Guan Wang" userId="5375c050-d6a4-4212-980e-f548dd476485" providerId="ADAL" clId="{73E94827-A49D-1443-BF7E-88509D3EDF36}" dt="2024-09-03T01:31:21.253" v="1" actId="7634"/>
          <ac:inkMkLst>
            <pc:docMk/>
            <pc:sldMk cId="2762148926" sldId="351"/>
            <ac:inkMk id="4" creationId="{39A3D58A-92C0-6158-6FFE-55EA5415076D}"/>
          </ac:inkMkLst>
        </pc:inkChg>
      </pc:sldChg>
      <pc:sldChg chg="addSp">
        <pc:chgData name="Guan Wang" userId="5375c050-d6a4-4212-980e-f548dd476485" providerId="ADAL" clId="{73E94827-A49D-1443-BF7E-88509D3EDF36}" dt="2024-09-03T02:04:39.988" v="2" actId="7634"/>
        <pc:sldMkLst>
          <pc:docMk/>
          <pc:sldMk cId="772658975" sldId="352"/>
        </pc:sldMkLst>
        <pc:inkChg chg="add">
          <ac:chgData name="Guan Wang" userId="5375c050-d6a4-4212-980e-f548dd476485" providerId="ADAL" clId="{73E94827-A49D-1443-BF7E-88509D3EDF36}" dt="2024-09-03T02:04:39.988" v="2" actId="7634"/>
          <ac:inkMkLst>
            <pc:docMk/>
            <pc:sldMk cId="772658975" sldId="352"/>
            <ac:inkMk id="4" creationId="{A3456A42-2274-5715-BD52-8CDBD92F8181}"/>
          </ac:inkMkLst>
        </pc:inkChg>
      </pc:sldChg>
    </pc:docChg>
  </pc:docChgLst>
  <pc:docChgLst>
    <pc:chgData name="Guan Wang" userId="5375c050-d6a4-4212-980e-f548dd476485" providerId="ADAL" clId="{81712863-BE7C-408C-887D-5445D8E53B94}"/>
    <pc:docChg chg="custSel delSld modSld">
      <pc:chgData name="Guan Wang" userId="5375c050-d6a4-4212-980e-f548dd476485" providerId="ADAL" clId="{81712863-BE7C-408C-887D-5445D8E53B94}" dt="2024-05-17T09:02:48.107" v="1" actId="478"/>
      <pc:docMkLst>
        <pc:docMk/>
      </pc:docMkLst>
      <pc:sldChg chg="delSp mod">
        <pc:chgData name="Guan Wang" userId="5375c050-d6a4-4212-980e-f548dd476485" providerId="ADAL" clId="{81712863-BE7C-408C-887D-5445D8E53B94}" dt="2024-05-17T09:02:48.107" v="1" actId="478"/>
        <pc:sldMkLst>
          <pc:docMk/>
          <pc:sldMk cId="0" sldId="256"/>
        </pc:sldMkLst>
        <pc:inkChg chg="del">
          <ac:chgData name="Guan Wang" userId="5375c050-d6a4-4212-980e-f548dd476485" providerId="ADAL" clId="{81712863-BE7C-408C-887D-5445D8E53B94}" dt="2024-05-17T09:02:48.107" v="1" actId="478"/>
          <ac:inkMkLst>
            <pc:docMk/>
            <pc:sldMk cId="0" sldId="256"/>
            <ac:inkMk id="2" creationId="{202C95B3-5805-BF3C-96A8-9D2EAAF851A5}"/>
          </ac:inkMkLst>
        </pc:inkChg>
      </pc:sldChg>
      <pc:sldChg chg="del">
        <pc:chgData name="Guan Wang" userId="5375c050-d6a4-4212-980e-f548dd476485" providerId="ADAL" clId="{81712863-BE7C-408C-887D-5445D8E53B94}" dt="2024-05-17T09:02:36.660" v="0" actId="2696"/>
        <pc:sldMkLst>
          <pc:docMk/>
          <pc:sldMk cId="2830521689" sldId="339"/>
        </pc:sldMkLst>
      </pc:sldChg>
    </pc:docChg>
  </pc:docChgLst>
  <pc:docChgLst>
    <pc:chgData name="Guan Wang" userId="5375c050-d6a4-4212-980e-f548dd476485" providerId="ADAL" clId="{F96CD083-0B7D-47E3-8DD3-C33005E198B8}"/>
    <pc:docChg chg="undo custSel addSld delSld modSld sldOrd">
      <pc:chgData name="Guan Wang" userId="5375c050-d6a4-4212-980e-f548dd476485" providerId="ADAL" clId="{F96CD083-0B7D-47E3-8DD3-C33005E198B8}" dt="2024-05-24T02:57:13.474" v="11717" actId="20577"/>
      <pc:docMkLst>
        <pc:docMk/>
      </pc:docMkLst>
      <pc:sldChg chg="modNotesTx">
        <pc:chgData name="Guan Wang" userId="5375c050-d6a4-4212-980e-f548dd476485" providerId="ADAL" clId="{F96CD083-0B7D-47E3-8DD3-C33005E198B8}" dt="2024-05-22T15:41:04.062" v="407" actId="20577"/>
        <pc:sldMkLst>
          <pc:docMk/>
          <pc:sldMk cId="1244038570" sldId="326"/>
        </pc:sldMkLst>
      </pc:sldChg>
      <pc:sldChg chg="del">
        <pc:chgData name="Guan Wang" userId="5375c050-d6a4-4212-980e-f548dd476485" providerId="ADAL" clId="{F96CD083-0B7D-47E3-8DD3-C33005E198B8}" dt="2024-05-23T15:33:50.188" v="10738" actId="2696"/>
        <pc:sldMkLst>
          <pc:docMk/>
          <pc:sldMk cId="2544803531" sldId="327"/>
        </pc:sldMkLst>
      </pc:sldChg>
      <pc:sldChg chg="del">
        <pc:chgData name="Guan Wang" userId="5375c050-d6a4-4212-980e-f548dd476485" providerId="ADAL" clId="{F96CD083-0B7D-47E3-8DD3-C33005E198B8}" dt="2024-05-23T15:33:50.188" v="10738" actId="2696"/>
        <pc:sldMkLst>
          <pc:docMk/>
          <pc:sldMk cId="2805253370" sldId="328"/>
        </pc:sldMkLst>
      </pc:sldChg>
      <pc:sldChg chg="del">
        <pc:chgData name="Guan Wang" userId="5375c050-d6a4-4212-980e-f548dd476485" providerId="ADAL" clId="{F96CD083-0B7D-47E3-8DD3-C33005E198B8}" dt="2024-05-23T15:33:50.188" v="10738" actId="2696"/>
        <pc:sldMkLst>
          <pc:docMk/>
          <pc:sldMk cId="2415924313" sldId="329"/>
        </pc:sldMkLst>
      </pc:sldChg>
      <pc:sldChg chg="del">
        <pc:chgData name="Guan Wang" userId="5375c050-d6a4-4212-980e-f548dd476485" providerId="ADAL" clId="{F96CD083-0B7D-47E3-8DD3-C33005E198B8}" dt="2024-05-23T15:33:50.188" v="10738" actId="2696"/>
        <pc:sldMkLst>
          <pc:docMk/>
          <pc:sldMk cId="1889864565" sldId="330"/>
        </pc:sldMkLst>
      </pc:sldChg>
      <pc:sldChg chg="del">
        <pc:chgData name="Guan Wang" userId="5375c050-d6a4-4212-980e-f548dd476485" providerId="ADAL" clId="{F96CD083-0B7D-47E3-8DD3-C33005E198B8}" dt="2024-05-23T15:33:50.188" v="10738" actId="2696"/>
        <pc:sldMkLst>
          <pc:docMk/>
          <pc:sldMk cId="3843966666" sldId="331"/>
        </pc:sldMkLst>
      </pc:sldChg>
      <pc:sldChg chg="del">
        <pc:chgData name="Guan Wang" userId="5375c050-d6a4-4212-980e-f548dd476485" providerId="ADAL" clId="{F96CD083-0B7D-47E3-8DD3-C33005E198B8}" dt="2024-05-23T15:33:50.188" v="10738" actId="2696"/>
        <pc:sldMkLst>
          <pc:docMk/>
          <pc:sldMk cId="107898282" sldId="332"/>
        </pc:sldMkLst>
      </pc:sldChg>
      <pc:sldChg chg="del">
        <pc:chgData name="Guan Wang" userId="5375c050-d6a4-4212-980e-f548dd476485" providerId="ADAL" clId="{F96CD083-0B7D-47E3-8DD3-C33005E198B8}" dt="2024-05-23T15:33:50.188" v="10738" actId="2696"/>
        <pc:sldMkLst>
          <pc:docMk/>
          <pc:sldMk cId="4195026803" sldId="333"/>
        </pc:sldMkLst>
      </pc:sldChg>
      <pc:sldChg chg="del">
        <pc:chgData name="Guan Wang" userId="5375c050-d6a4-4212-980e-f548dd476485" providerId="ADAL" clId="{F96CD083-0B7D-47E3-8DD3-C33005E198B8}" dt="2024-05-23T15:33:50.188" v="10738" actId="2696"/>
        <pc:sldMkLst>
          <pc:docMk/>
          <pc:sldMk cId="4105723979" sldId="334"/>
        </pc:sldMkLst>
      </pc:sldChg>
      <pc:sldChg chg="addSp delSp modSp mod modAnim modNotesTx">
        <pc:chgData name="Guan Wang" userId="5375c050-d6a4-4212-980e-f548dd476485" providerId="ADAL" clId="{F96CD083-0B7D-47E3-8DD3-C33005E198B8}" dt="2024-05-24T01:17:34.741" v="11476" actId="20577"/>
        <pc:sldMkLst>
          <pc:docMk/>
          <pc:sldMk cId="691660448" sldId="335"/>
        </pc:sldMkLst>
        <pc:spChg chg="mod">
          <ac:chgData name="Guan Wang" userId="5375c050-d6a4-4212-980e-f548dd476485" providerId="ADAL" clId="{F96CD083-0B7D-47E3-8DD3-C33005E198B8}" dt="2024-05-23T16:07:58.606" v="10808" actId="1076"/>
          <ac:spMkLst>
            <pc:docMk/>
            <pc:sldMk cId="691660448" sldId="335"/>
            <ac:spMk id="2" creationId="{A0F90CBD-F1BB-F521-B7EA-310909C6D0C9}"/>
          </ac:spMkLst>
        </pc:spChg>
        <pc:spChg chg="del">
          <ac:chgData name="Guan Wang" userId="5375c050-d6a4-4212-980e-f548dd476485" providerId="ADAL" clId="{F96CD083-0B7D-47E3-8DD3-C33005E198B8}" dt="2024-05-23T16:05:39.045" v="10792" actId="478"/>
          <ac:spMkLst>
            <pc:docMk/>
            <pc:sldMk cId="691660448" sldId="335"/>
            <ac:spMk id="3" creationId="{2604B41C-8584-6FC8-78F0-71EF3033A5D3}"/>
          </ac:spMkLst>
        </pc:spChg>
        <pc:spChg chg="add mod">
          <ac:chgData name="Guan Wang" userId="5375c050-d6a4-4212-980e-f548dd476485" providerId="ADAL" clId="{F96CD083-0B7D-47E3-8DD3-C33005E198B8}" dt="2024-05-24T01:13:53.116" v="11395" actId="1076"/>
          <ac:spMkLst>
            <pc:docMk/>
            <pc:sldMk cId="691660448" sldId="335"/>
            <ac:spMk id="3" creationId="{CE5D1FC4-E284-B034-7795-D593513CA53D}"/>
          </ac:spMkLst>
        </pc:spChg>
        <pc:spChg chg="add mod">
          <ac:chgData name="Guan Wang" userId="5375c050-d6a4-4212-980e-f548dd476485" providerId="ADAL" clId="{F96CD083-0B7D-47E3-8DD3-C33005E198B8}" dt="2024-05-24T01:16:38.858" v="11453" actId="20577"/>
          <ac:spMkLst>
            <pc:docMk/>
            <pc:sldMk cId="691660448" sldId="335"/>
            <ac:spMk id="4" creationId="{CD93E955-1F60-5553-A8E4-31231B355CE4}"/>
          </ac:spMkLst>
        </pc:spChg>
        <pc:spChg chg="del mod topLvl">
          <ac:chgData name="Guan Wang" userId="5375c050-d6a4-4212-980e-f548dd476485" providerId="ADAL" clId="{F96CD083-0B7D-47E3-8DD3-C33005E198B8}" dt="2024-05-23T16:09:22.395" v="10828" actId="478"/>
          <ac:spMkLst>
            <pc:docMk/>
            <pc:sldMk cId="691660448" sldId="335"/>
            <ac:spMk id="7" creationId="{407E301C-909B-6C6F-D836-D6A7F46AE97A}"/>
          </ac:spMkLst>
        </pc:spChg>
        <pc:spChg chg="del mod topLvl">
          <ac:chgData name="Guan Wang" userId="5375c050-d6a4-4212-980e-f548dd476485" providerId="ADAL" clId="{F96CD083-0B7D-47E3-8DD3-C33005E198B8}" dt="2024-05-23T16:09:22.395" v="10828" actId="478"/>
          <ac:spMkLst>
            <pc:docMk/>
            <pc:sldMk cId="691660448" sldId="335"/>
            <ac:spMk id="8" creationId="{2DFE95D2-5F43-0A10-7F7F-C50AE7582265}"/>
          </ac:spMkLst>
        </pc:spChg>
        <pc:spChg chg="del mod topLvl">
          <ac:chgData name="Guan Wang" userId="5375c050-d6a4-4212-980e-f548dd476485" providerId="ADAL" clId="{F96CD083-0B7D-47E3-8DD3-C33005E198B8}" dt="2024-05-23T16:09:22.395" v="10828" actId="478"/>
          <ac:spMkLst>
            <pc:docMk/>
            <pc:sldMk cId="691660448" sldId="335"/>
            <ac:spMk id="9" creationId="{C522B919-B215-C1A4-B42C-A4B5E78FCDFD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10" creationId="{F1D3FFDB-C69A-217B-EF31-253024055103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11" creationId="{708061F0-BAAB-593C-B3ED-9516428F6D8F}"/>
          </ac:spMkLst>
        </pc:spChg>
        <pc:spChg chg="mod topLvl">
          <ac:chgData name="Guan Wang" userId="5375c050-d6a4-4212-980e-f548dd476485" providerId="ADAL" clId="{F96CD083-0B7D-47E3-8DD3-C33005E198B8}" dt="2024-05-23T16:11:51.502" v="10870" actId="20577"/>
          <ac:spMkLst>
            <pc:docMk/>
            <pc:sldMk cId="691660448" sldId="335"/>
            <ac:spMk id="12" creationId="{C7B89F3F-DDF3-B0DD-7063-E46682994A11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13" creationId="{36F1C194-59F9-6230-DA92-7698F1BFB16B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14" creationId="{89E01CD6-7BEC-9324-5AFA-195D996E3F92}"/>
          </ac:spMkLst>
        </pc:spChg>
        <pc:spChg chg="del mod topLvl">
          <ac:chgData name="Guan Wang" userId="5375c050-d6a4-4212-980e-f548dd476485" providerId="ADAL" clId="{F96CD083-0B7D-47E3-8DD3-C33005E198B8}" dt="2024-05-23T16:09:22.395" v="10828" actId="478"/>
          <ac:spMkLst>
            <pc:docMk/>
            <pc:sldMk cId="691660448" sldId="335"/>
            <ac:spMk id="15" creationId="{04ACEB0E-92DB-BAE7-6884-33496B5BF40A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16" creationId="{69E18AE0-5272-6046-AF32-19FE3EB837C2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17" creationId="{1C7CD8B1-7BA6-220E-736A-FED1219B2C3C}"/>
          </ac:spMkLst>
        </pc:spChg>
        <pc:spChg chg="del mod topLvl">
          <ac:chgData name="Guan Wang" userId="5375c050-d6a4-4212-980e-f548dd476485" providerId="ADAL" clId="{F96CD083-0B7D-47E3-8DD3-C33005E198B8}" dt="2024-05-23T16:09:22.395" v="10828" actId="478"/>
          <ac:spMkLst>
            <pc:docMk/>
            <pc:sldMk cId="691660448" sldId="335"/>
            <ac:spMk id="18" creationId="{231FEEB8-7F4D-ABF8-534B-F29A7D26335D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19" creationId="{6E70661F-4174-9499-A99A-B56625A78F07}"/>
          </ac:spMkLst>
        </pc:spChg>
        <pc:spChg chg="del mod topLvl">
          <ac:chgData name="Guan Wang" userId="5375c050-d6a4-4212-980e-f548dd476485" providerId="ADAL" clId="{F96CD083-0B7D-47E3-8DD3-C33005E198B8}" dt="2024-05-23T16:09:22.395" v="10828" actId="478"/>
          <ac:spMkLst>
            <pc:docMk/>
            <pc:sldMk cId="691660448" sldId="335"/>
            <ac:spMk id="20" creationId="{1FCF9152-97E7-BD6A-7969-21497591959E}"/>
          </ac:spMkLst>
        </pc:spChg>
        <pc:spChg chg="del mod topLvl">
          <ac:chgData name="Guan Wang" userId="5375c050-d6a4-4212-980e-f548dd476485" providerId="ADAL" clId="{F96CD083-0B7D-47E3-8DD3-C33005E198B8}" dt="2024-05-23T16:09:22.395" v="10828" actId="478"/>
          <ac:spMkLst>
            <pc:docMk/>
            <pc:sldMk cId="691660448" sldId="335"/>
            <ac:spMk id="21" creationId="{A7415ABA-DA91-6CC1-A64C-0EAB8655F5B1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22" creationId="{0F84BF07-F28C-89C5-CB72-1921969EDA42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23" creationId="{76BCCF8E-80A3-F324-8743-44A84E59BF99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24" creationId="{A41E038F-4FD0-E097-DDA7-098A324C215A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25" creationId="{F863BB0D-089C-8224-69BE-1E743409660E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26" creationId="{918EAFA0-5553-D1B1-1164-35DF20A638C5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27" creationId="{F3B813B9-6B29-FC40-9726-53BE2295F674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28" creationId="{1B498454-AE62-A8E1-3A6A-EAE73ECB5136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29" creationId="{33133A59-E7A5-E29A-3978-8150019B3789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30" creationId="{3363DC11-41D9-B1EE-8C55-E09EBA49FD57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31" creationId="{6F7DC6E1-C1C5-8D9B-01FD-97F0B7838D7A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32" creationId="{F6B3BFC4-2B22-007A-F5D6-5371F089FF44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33" creationId="{9D5A9648-C440-4097-342D-3E4A3EDE93F6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34" creationId="{5D8B43FD-6DB4-BD57-6AF2-3CB7FC83F550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35" creationId="{419AC6A1-4523-79FD-467B-F51E42F984C0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36" creationId="{6B050F87-E9C5-D672-F4C4-42641D8E6845}"/>
          </ac:spMkLst>
        </pc:spChg>
        <pc:spChg chg="del mod topLvl">
          <ac:chgData name="Guan Wang" userId="5375c050-d6a4-4212-980e-f548dd476485" providerId="ADAL" clId="{F96CD083-0B7D-47E3-8DD3-C33005E198B8}" dt="2024-05-23T16:06:54.183" v="10797" actId="478"/>
          <ac:spMkLst>
            <pc:docMk/>
            <pc:sldMk cId="691660448" sldId="335"/>
            <ac:spMk id="37" creationId="{34B35313-BC78-F8DD-0C68-101876AF56F6}"/>
          </ac:spMkLst>
        </pc:spChg>
        <pc:spChg chg="del mod topLvl">
          <ac:chgData name="Guan Wang" userId="5375c050-d6a4-4212-980e-f548dd476485" providerId="ADAL" clId="{F96CD083-0B7D-47E3-8DD3-C33005E198B8}" dt="2024-05-23T16:06:54.183" v="10797" actId="478"/>
          <ac:spMkLst>
            <pc:docMk/>
            <pc:sldMk cId="691660448" sldId="335"/>
            <ac:spMk id="38" creationId="{17FDB05C-7D0F-B843-5BB1-D4D3914B0652}"/>
          </ac:spMkLst>
        </pc:spChg>
        <pc:spChg chg="del mod topLvl">
          <ac:chgData name="Guan Wang" userId="5375c050-d6a4-4212-980e-f548dd476485" providerId="ADAL" clId="{F96CD083-0B7D-47E3-8DD3-C33005E198B8}" dt="2024-05-23T16:06:54.183" v="10797" actId="478"/>
          <ac:spMkLst>
            <pc:docMk/>
            <pc:sldMk cId="691660448" sldId="335"/>
            <ac:spMk id="39" creationId="{982D7545-DF41-DFF4-225D-9E6B3B11B84B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40" creationId="{2A04E25C-123C-FE52-2F48-F9AE38185127}"/>
          </ac:spMkLst>
        </pc:spChg>
        <pc:spChg chg="del mod topLvl">
          <ac:chgData name="Guan Wang" userId="5375c050-d6a4-4212-980e-f548dd476485" providerId="ADAL" clId="{F96CD083-0B7D-47E3-8DD3-C33005E198B8}" dt="2024-05-23T16:09:22.395" v="10828" actId="478"/>
          <ac:spMkLst>
            <pc:docMk/>
            <pc:sldMk cId="691660448" sldId="335"/>
            <ac:spMk id="41" creationId="{C96173BB-A4EF-D853-233E-70AD59D53DB9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42" creationId="{F5E04D2C-4C44-DE36-7F7A-73C50754A952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43" creationId="{820D1B4A-DA0B-0FAF-4D33-3BADE7CE3C20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44" creationId="{DEC3F46B-F059-0A94-C51B-C1A7DD3BFD80}"/>
          </ac:spMkLst>
        </pc:spChg>
        <pc:spChg chg="del mod topLvl">
          <ac:chgData name="Guan Wang" userId="5375c050-d6a4-4212-980e-f548dd476485" providerId="ADAL" clId="{F96CD083-0B7D-47E3-8DD3-C33005E198B8}" dt="2024-05-23T16:06:51.384" v="10796" actId="478"/>
          <ac:spMkLst>
            <pc:docMk/>
            <pc:sldMk cId="691660448" sldId="335"/>
            <ac:spMk id="45" creationId="{04E56EC7-52BA-3ED8-F25F-3E9E7A9DE13D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46" creationId="{B3496F65-857F-2969-FE25-26740CBA1909}"/>
          </ac:spMkLst>
        </pc:spChg>
        <pc:spChg chg="mod topLvl">
          <ac:chgData name="Guan Wang" userId="5375c050-d6a4-4212-980e-f548dd476485" providerId="ADAL" clId="{F96CD083-0B7D-47E3-8DD3-C33005E198B8}" dt="2024-05-23T16:11:48.986" v="10869" actId="20577"/>
          <ac:spMkLst>
            <pc:docMk/>
            <pc:sldMk cId="691660448" sldId="335"/>
            <ac:spMk id="47" creationId="{5C93D621-E4BA-62EC-5883-4B86BF2137D0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61" creationId="{AB1ED5FC-7870-5D68-28EE-CCFB8C353240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62" creationId="{56995DE6-BFA3-5A85-BB7F-80BE7A042E4B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63" creationId="{6F5505B4-EEFF-00DD-334F-16ABE0B85E77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64" creationId="{A6D895F2-E5FC-8351-C11B-7CF8B813E6B3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65" creationId="{A2986B98-8F4A-3572-9070-EFD25721A17A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66" creationId="{39D97EFE-B523-8716-A0C2-E02560638F1A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67" creationId="{F863B15C-EC38-917C-D006-2FF5F097B3B5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68" creationId="{FFA6DCFC-0BA3-0743-E238-892DE71D7DB6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69" creationId="{9CA23F73-8F7C-A5EE-1550-8A3C917FF4D8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70" creationId="{CA3F3E6D-5620-A4A6-7767-070A44C3C5F8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71" creationId="{D941C898-1D11-C396-D7E8-161A2F672393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72" creationId="{4A99160A-94BF-AB18-600A-EBB1DC694ACC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73" creationId="{82E06203-B917-9695-CB87-84F3C71E5AF3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74" creationId="{4466F5FC-93D6-AAA7-C5FA-D87A2DACA8DE}"/>
          </ac:spMkLst>
        </pc:spChg>
        <pc:spChg chg="mod topLvl">
          <ac:chgData name="Guan Wang" userId="5375c050-d6a4-4212-980e-f548dd476485" providerId="ADAL" clId="{F96CD083-0B7D-47E3-8DD3-C33005E198B8}" dt="2024-05-23T16:12:01.411" v="10872" actId="20577"/>
          <ac:spMkLst>
            <pc:docMk/>
            <pc:sldMk cId="691660448" sldId="335"/>
            <ac:spMk id="75" creationId="{438B29CF-AF99-C655-F260-E0D0C08B9A33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80" creationId="{1A583B60-03A1-8A00-724C-A1785040688E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81" creationId="{2FEB870B-9D0A-F8BD-CC13-CD096129EBD7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82" creationId="{30042253-8589-1392-7C40-7C75F51694E5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83" creationId="{079047C3-C949-9293-4731-ADA3245A7072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84" creationId="{A482AEB6-2841-CD49-8257-D5772D9763F1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85" creationId="{65438E8E-3386-39A2-0E24-1ED49BB69A4F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86" creationId="{5450DFC8-23D1-BC8E-E788-0BD4421D2ECC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87" creationId="{302D2886-FD41-2828-D167-8F3923F19AB8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88" creationId="{2E5EDCD1-8DDD-E9E2-B296-B8199255B24A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89" creationId="{D871B518-7612-3F1F-C9AF-274BF90893AC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90" creationId="{4B5224A9-1F8B-B660-7693-D59431928D52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91" creationId="{0BD17CBC-5B2F-13DB-FD4A-9AC681FC93B2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92" creationId="{266B4AAE-0313-8072-942A-9C62B2C390B9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93" creationId="{7B7C804E-70B3-5FBA-F825-E98A9212191C}"/>
          </ac:spMkLst>
        </pc:spChg>
        <pc:spChg chg="mod topLvl">
          <ac:chgData name="Guan Wang" userId="5375c050-d6a4-4212-980e-f548dd476485" providerId="ADAL" clId="{F96CD083-0B7D-47E3-8DD3-C33005E198B8}" dt="2024-05-23T16:12:11.735" v="10874" actId="20577"/>
          <ac:spMkLst>
            <pc:docMk/>
            <pc:sldMk cId="691660448" sldId="335"/>
            <ac:spMk id="94" creationId="{087766F4-AAFD-54E8-02E3-9E97C86F17BD}"/>
          </ac:spMkLst>
        </pc:spChg>
        <pc:spChg chg="add del mod">
          <ac:chgData name="Guan Wang" userId="5375c050-d6a4-4212-980e-f548dd476485" providerId="ADAL" clId="{F96CD083-0B7D-47E3-8DD3-C33005E198B8}" dt="2024-05-23T16:21:01.668" v="11143" actId="478"/>
          <ac:spMkLst>
            <pc:docMk/>
            <pc:sldMk cId="691660448" sldId="335"/>
            <ac:spMk id="96" creationId="{5ECEDADE-6E22-4342-9524-72B6DD2529C8}"/>
          </ac:spMkLst>
        </pc:spChg>
        <pc:spChg chg="add mod">
          <ac:chgData name="Guan Wang" userId="5375c050-d6a4-4212-980e-f548dd476485" providerId="ADAL" clId="{F96CD083-0B7D-47E3-8DD3-C33005E198B8}" dt="2024-05-23T16:21:21.994" v="11153" actId="1076"/>
          <ac:spMkLst>
            <pc:docMk/>
            <pc:sldMk cId="691660448" sldId="335"/>
            <ac:spMk id="97" creationId="{4AD61F6E-81EA-E928-8C11-1150F0F7A1C2}"/>
          </ac:spMkLst>
        </pc:spChg>
        <pc:spChg chg="add mod">
          <ac:chgData name="Guan Wang" userId="5375c050-d6a4-4212-980e-f548dd476485" providerId="ADAL" clId="{F96CD083-0B7D-47E3-8DD3-C33005E198B8}" dt="2024-05-23T16:21:44.824" v="11162" actId="1076"/>
          <ac:spMkLst>
            <pc:docMk/>
            <pc:sldMk cId="691660448" sldId="335"/>
            <ac:spMk id="98" creationId="{2F3FDC44-2E7D-FE64-8092-F4905A4E1AFC}"/>
          </ac:spMkLst>
        </pc:spChg>
        <pc:spChg chg="add mod">
          <ac:chgData name="Guan Wang" userId="5375c050-d6a4-4212-980e-f548dd476485" providerId="ADAL" clId="{F96CD083-0B7D-47E3-8DD3-C33005E198B8}" dt="2024-05-23T16:21:55.188" v="11165" actId="20577"/>
          <ac:spMkLst>
            <pc:docMk/>
            <pc:sldMk cId="691660448" sldId="335"/>
            <ac:spMk id="99" creationId="{9DAECECE-A733-DCCC-2D17-C631AB460E17}"/>
          </ac:spMkLst>
        </pc:spChg>
        <pc:spChg chg="add mod">
          <ac:chgData name="Guan Wang" userId="5375c050-d6a4-4212-980e-f548dd476485" providerId="ADAL" clId="{F96CD083-0B7D-47E3-8DD3-C33005E198B8}" dt="2024-05-23T16:22:52.269" v="11174" actId="207"/>
          <ac:spMkLst>
            <pc:docMk/>
            <pc:sldMk cId="691660448" sldId="335"/>
            <ac:spMk id="100" creationId="{EB0C5931-20CF-3923-646A-F2B7AA5B29B8}"/>
          </ac:spMkLst>
        </pc:spChg>
        <pc:spChg chg="add mod">
          <ac:chgData name="Guan Wang" userId="5375c050-d6a4-4212-980e-f548dd476485" providerId="ADAL" clId="{F96CD083-0B7D-47E3-8DD3-C33005E198B8}" dt="2024-05-23T16:23:06.428" v="11177" actId="20577"/>
          <ac:spMkLst>
            <pc:docMk/>
            <pc:sldMk cId="691660448" sldId="335"/>
            <ac:spMk id="101" creationId="{36FE7591-98B0-26C3-EA34-C66AD152A0F9}"/>
          </ac:spMkLst>
        </pc:spChg>
        <pc:spChg chg="add mod">
          <ac:chgData name="Guan Wang" userId="5375c050-d6a4-4212-980e-f548dd476485" providerId="ADAL" clId="{F96CD083-0B7D-47E3-8DD3-C33005E198B8}" dt="2024-05-23T16:23:22.268" v="11188" actId="1076"/>
          <ac:spMkLst>
            <pc:docMk/>
            <pc:sldMk cId="691660448" sldId="335"/>
            <ac:spMk id="102" creationId="{ABAAEEE1-A6A4-E821-D102-404CE76D256E}"/>
          </ac:spMkLst>
        </pc:spChg>
        <pc:grpChg chg="add del mod">
          <ac:chgData name="Guan Wang" userId="5375c050-d6a4-4212-980e-f548dd476485" providerId="ADAL" clId="{F96CD083-0B7D-47E3-8DD3-C33005E198B8}" dt="2024-05-23T16:06:35.706" v="10795" actId="165"/>
          <ac:grpSpMkLst>
            <pc:docMk/>
            <pc:sldMk cId="691660448" sldId="335"/>
            <ac:grpSpMk id="4" creationId="{4A3D2202-B391-9BEB-7E66-633818CF4401}"/>
          </ac:grpSpMkLst>
        </pc:grpChg>
        <pc:grpChg chg="add mod">
          <ac:chgData name="Guan Wang" userId="5375c050-d6a4-4212-980e-f548dd476485" providerId="ADAL" clId="{F96CD083-0B7D-47E3-8DD3-C33005E198B8}" dt="2024-05-23T16:11:48.986" v="10869" actId="20577"/>
          <ac:grpSpMkLst>
            <pc:docMk/>
            <pc:sldMk cId="691660448" sldId="335"/>
            <ac:grpSpMk id="57" creationId="{F106812D-F6AC-5CCC-E598-4CE4D9CE7E12}"/>
          </ac:grpSpMkLst>
        </pc:grpChg>
        <pc:grpChg chg="add del mod">
          <ac:chgData name="Guan Wang" userId="5375c050-d6a4-4212-980e-f548dd476485" providerId="ADAL" clId="{F96CD083-0B7D-47E3-8DD3-C33005E198B8}" dt="2024-05-23T16:09:27.471" v="10829" actId="165"/>
          <ac:grpSpMkLst>
            <pc:docMk/>
            <pc:sldMk cId="691660448" sldId="335"/>
            <ac:grpSpMk id="58" creationId="{4E5AAD08-67AD-0B84-6847-D5C58A41DE4B}"/>
          </ac:grpSpMkLst>
        </pc:grpChg>
        <pc:grpChg chg="add mod">
          <ac:chgData name="Guan Wang" userId="5375c050-d6a4-4212-980e-f548dd476485" providerId="ADAL" clId="{F96CD083-0B7D-47E3-8DD3-C33005E198B8}" dt="2024-05-23T16:12:01.411" v="10872" actId="20577"/>
          <ac:grpSpMkLst>
            <pc:docMk/>
            <pc:sldMk cId="691660448" sldId="335"/>
            <ac:grpSpMk id="76" creationId="{FC25C832-AE8D-40C5-A5F5-3EEF3A26EF5A}"/>
          </ac:grpSpMkLst>
        </pc:grpChg>
        <pc:grpChg chg="add del mod">
          <ac:chgData name="Guan Wang" userId="5375c050-d6a4-4212-980e-f548dd476485" providerId="ADAL" clId="{F96CD083-0B7D-47E3-8DD3-C33005E198B8}" dt="2024-05-23T16:10:04.498" v="10846" actId="165"/>
          <ac:grpSpMkLst>
            <pc:docMk/>
            <pc:sldMk cId="691660448" sldId="335"/>
            <ac:grpSpMk id="77" creationId="{7B99CA90-EA17-6E92-6AFD-65CB5CB50F8D}"/>
          </ac:grpSpMkLst>
        </pc:grpChg>
        <pc:grpChg chg="add mod">
          <ac:chgData name="Guan Wang" userId="5375c050-d6a4-4212-980e-f548dd476485" providerId="ADAL" clId="{F96CD083-0B7D-47E3-8DD3-C33005E198B8}" dt="2024-05-23T16:12:11.735" v="10874" actId="20577"/>
          <ac:grpSpMkLst>
            <pc:docMk/>
            <pc:sldMk cId="691660448" sldId="335"/>
            <ac:grpSpMk id="95" creationId="{3AE43B64-6818-5C3E-5603-3EF879FA8907}"/>
          </ac:grpSpMkLst>
        </pc:grpChg>
        <pc:cxnChg chg="mod topLvl">
          <ac:chgData name="Guan Wang" userId="5375c050-d6a4-4212-980e-f548dd476485" providerId="ADAL" clId="{F96CD083-0B7D-47E3-8DD3-C33005E198B8}" dt="2024-05-23T16:11:48.986" v="10869" actId="20577"/>
          <ac:cxnSpMkLst>
            <pc:docMk/>
            <pc:sldMk cId="691660448" sldId="335"/>
            <ac:cxnSpMk id="5" creationId="{1029531C-3BF8-8FD0-1B4E-CA671F9BF9CC}"/>
          </ac:cxnSpMkLst>
        </pc:cxnChg>
        <pc:cxnChg chg="mod topLvl">
          <ac:chgData name="Guan Wang" userId="5375c050-d6a4-4212-980e-f548dd476485" providerId="ADAL" clId="{F96CD083-0B7D-47E3-8DD3-C33005E198B8}" dt="2024-05-23T16:11:48.986" v="10869" actId="20577"/>
          <ac:cxnSpMkLst>
            <pc:docMk/>
            <pc:sldMk cId="691660448" sldId="335"/>
            <ac:cxnSpMk id="6" creationId="{A17F3F89-B668-C272-179D-9C9D8D53AFFF}"/>
          </ac:cxnSpMkLst>
        </pc:cxnChg>
        <pc:cxnChg chg="mod topLvl">
          <ac:chgData name="Guan Wang" userId="5375c050-d6a4-4212-980e-f548dd476485" providerId="ADAL" clId="{F96CD083-0B7D-47E3-8DD3-C33005E198B8}" dt="2024-05-23T16:12:01.411" v="10872" actId="20577"/>
          <ac:cxnSpMkLst>
            <pc:docMk/>
            <pc:sldMk cId="691660448" sldId="335"/>
            <ac:cxnSpMk id="59" creationId="{45A9C07D-EFF0-EB9B-D315-A1F9B5744535}"/>
          </ac:cxnSpMkLst>
        </pc:cxnChg>
        <pc:cxnChg chg="mod topLvl">
          <ac:chgData name="Guan Wang" userId="5375c050-d6a4-4212-980e-f548dd476485" providerId="ADAL" clId="{F96CD083-0B7D-47E3-8DD3-C33005E198B8}" dt="2024-05-23T16:12:01.411" v="10872" actId="20577"/>
          <ac:cxnSpMkLst>
            <pc:docMk/>
            <pc:sldMk cId="691660448" sldId="335"/>
            <ac:cxnSpMk id="60" creationId="{771049FC-AC47-D8C4-B8DF-195875623637}"/>
          </ac:cxnSpMkLst>
        </pc:cxnChg>
        <pc:cxnChg chg="mod topLvl">
          <ac:chgData name="Guan Wang" userId="5375c050-d6a4-4212-980e-f548dd476485" providerId="ADAL" clId="{F96CD083-0B7D-47E3-8DD3-C33005E198B8}" dt="2024-05-23T16:12:11.735" v="10874" actId="20577"/>
          <ac:cxnSpMkLst>
            <pc:docMk/>
            <pc:sldMk cId="691660448" sldId="335"/>
            <ac:cxnSpMk id="78" creationId="{ECC3CA97-1129-66BE-E66A-2D84D67B5EEE}"/>
          </ac:cxnSpMkLst>
        </pc:cxnChg>
        <pc:cxnChg chg="mod topLvl">
          <ac:chgData name="Guan Wang" userId="5375c050-d6a4-4212-980e-f548dd476485" providerId="ADAL" clId="{F96CD083-0B7D-47E3-8DD3-C33005E198B8}" dt="2024-05-23T16:12:11.735" v="10874" actId="20577"/>
          <ac:cxnSpMkLst>
            <pc:docMk/>
            <pc:sldMk cId="691660448" sldId="335"/>
            <ac:cxnSpMk id="79" creationId="{6FC47B41-F3B6-CCCF-581E-F4818AC0B026}"/>
          </ac:cxnSpMkLst>
        </pc:cxnChg>
      </pc:sldChg>
      <pc:sldChg chg="addSp delSp modSp mod modAnim modNotesTx">
        <pc:chgData name="Guan Wang" userId="5375c050-d6a4-4212-980e-f548dd476485" providerId="ADAL" clId="{F96CD083-0B7D-47E3-8DD3-C33005E198B8}" dt="2024-05-24T02:57:13.474" v="11717" actId="20577"/>
        <pc:sldMkLst>
          <pc:docMk/>
          <pc:sldMk cId="1013859140" sldId="336"/>
        </pc:sldMkLst>
        <pc:spChg chg="mod">
          <ac:chgData name="Guan Wang" userId="5375c050-d6a4-4212-980e-f548dd476485" providerId="ADAL" clId="{F96CD083-0B7D-47E3-8DD3-C33005E198B8}" dt="2024-05-24T01:17:48.876" v="11479"/>
          <ac:spMkLst>
            <pc:docMk/>
            <pc:sldMk cId="1013859140" sldId="336"/>
            <ac:spMk id="2" creationId="{61F38DDD-0B9B-2162-8718-4DC5C65DC0BC}"/>
          </ac:spMkLst>
        </pc:spChg>
        <pc:spChg chg="mod">
          <ac:chgData name="Guan Wang" userId="5375c050-d6a4-4212-980e-f548dd476485" providerId="ADAL" clId="{F96CD083-0B7D-47E3-8DD3-C33005E198B8}" dt="2024-05-24T01:15:25.859" v="11409" actId="14100"/>
          <ac:spMkLst>
            <pc:docMk/>
            <pc:sldMk cId="1013859140" sldId="336"/>
            <ac:spMk id="3" creationId="{C33AB70E-55C5-696B-C5BF-0A98B9579271}"/>
          </ac:spMkLst>
        </pc:spChg>
        <pc:spChg chg="add mod">
          <ac:chgData name="Guan Wang" userId="5375c050-d6a4-4212-980e-f548dd476485" providerId="ADAL" clId="{F96CD083-0B7D-47E3-8DD3-C33005E198B8}" dt="2024-05-24T01:15:46.800" v="11428" actId="20577"/>
          <ac:spMkLst>
            <pc:docMk/>
            <pc:sldMk cId="1013859140" sldId="336"/>
            <ac:spMk id="4" creationId="{117348DA-7007-A764-6B8B-E7710989B769}"/>
          </ac:spMkLst>
        </pc:spChg>
        <pc:spChg chg="add mod">
          <ac:chgData name="Guan Wang" userId="5375c050-d6a4-4212-980e-f548dd476485" providerId="ADAL" clId="{F96CD083-0B7D-47E3-8DD3-C33005E198B8}" dt="2024-05-24T01:16:32.303" v="11451" actId="20577"/>
          <ac:spMkLst>
            <pc:docMk/>
            <pc:sldMk cId="1013859140" sldId="336"/>
            <ac:spMk id="5" creationId="{43DBA58E-63C6-93B7-CB64-E2D30F5EC826}"/>
          </ac:spMkLst>
        </pc:spChg>
        <pc:picChg chg="add mod modCrop">
          <ac:chgData name="Guan Wang" userId="5375c050-d6a4-4212-980e-f548dd476485" providerId="ADAL" clId="{F96CD083-0B7D-47E3-8DD3-C33005E198B8}" dt="2024-05-24T01:42:29.719" v="11649" actId="1076"/>
          <ac:picMkLst>
            <pc:docMk/>
            <pc:sldMk cId="1013859140" sldId="336"/>
            <ac:picMk id="7" creationId="{6E1A18EA-9C95-2469-12E9-47C6DBD03BEA}"/>
          </ac:picMkLst>
        </pc:picChg>
        <pc:picChg chg="add del">
          <ac:chgData name="Guan Wang" userId="5375c050-d6a4-4212-980e-f548dd476485" providerId="ADAL" clId="{F96CD083-0B7D-47E3-8DD3-C33005E198B8}" dt="2024-05-24T01:55:51.906" v="11697" actId="478"/>
          <ac:picMkLst>
            <pc:docMk/>
            <pc:sldMk cId="1013859140" sldId="336"/>
            <ac:picMk id="9" creationId="{890096C5-2652-C4E5-A311-B1278914E6E3}"/>
          </ac:picMkLst>
        </pc:picChg>
      </pc:sldChg>
      <pc:sldChg chg="del">
        <pc:chgData name="Guan Wang" userId="5375c050-d6a4-4212-980e-f548dd476485" providerId="ADAL" clId="{F96CD083-0B7D-47E3-8DD3-C33005E198B8}" dt="2024-05-23T15:33:50.188" v="10738" actId="2696"/>
        <pc:sldMkLst>
          <pc:docMk/>
          <pc:sldMk cId="1008084864" sldId="338"/>
        </pc:sldMkLst>
      </pc:sldChg>
      <pc:sldChg chg="del">
        <pc:chgData name="Guan Wang" userId="5375c050-d6a4-4212-980e-f548dd476485" providerId="ADAL" clId="{F96CD083-0B7D-47E3-8DD3-C33005E198B8}" dt="2024-05-23T15:19:58.545" v="10185" actId="2696"/>
        <pc:sldMkLst>
          <pc:docMk/>
          <pc:sldMk cId="1183065883" sldId="339"/>
        </pc:sldMkLst>
      </pc:sldChg>
      <pc:sldChg chg="addSp delSp modSp mod modAnim modNotesTx">
        <pc:chgData name="Guan Wang" userId="5375c050-d6a4-4212-980e-f548dd476485" providerId="ADAL" clId="{F96CD083-0B7D-47E3-8DD3-C33005E198B8}" dt="2024-05-24T00:18:11.759" v="11325" actId="20577"/>
        <pc:sldMkLst>
          <pc:docMk/>
          <pc:sldMk cId="3188025409" sldId="340"/>
        </pc:sldMkLst>
        <pc:spChg chg="mod">
          <ac:chgData name="Guan Wang" userId="5375c050-d6a4-4212-980e-f548dd476485" providerId="ADAL" clId="{F96CD083-0B7D-47E3-8DD3-C33005E198B8}" dt="2024-05-22T15:26:57.929" v="16" actId="27636"/>
          <ac:spMkLst>
            <pc:docMk/>
            <pc:sldMk cId="3188025409" sldId="340"/>
            <ac:spMk id="2" creationId="{3D293466-7805-2E9B-83BB-4660E457894D}"/>
          </ac:spMkLst>
        </pc:spChg>
        <pc:spChg chg="del">
          <ac:chgData name="Guan Wang" userId="5375c050-d6a4-4212-980e-f548dd476485" providerId="ADAL" clId="{F96CD083-0B7D-47E3-8DD3-C33005E198B8}" dt="2024-05-22T15:43:14.497" v="409" actId="478"/>
          <ac:spMkLst>
            <pc:docMk/>
            <pc:sldMk cId="3188025409" sldId="340"/>
            <ac:spMk id="3" creationId="{43893600-1ED2-AC5A-23FD-CD65BC2FC281}"/>
          </ac:spMkLst>
        </pc:spChg>
        <pc:spChg chg="add mod">
          <ac:chgData name="Guan Wang" userId="5375c050-d6a4-4212-980e-f548dd476485" providerId="ADAL" clId="{F96CD083-0B7D-47E3-8DD3-C33005E198B8}" dt="2024-05-23T13:53:42.173" v="5901" actId="1076"/>
          <ac:spMkLst>
            <pc:docMk/>
            <pc:sldMk cId="3188025409" sldId="340"/>
            <ac:spMk id="5" creationId="{8B5327AA-33CD-7CEB-D6C3-76B905189279}"/>
          </ac:spMkLst>
        </pc:spChg>
        <pc:spChg chg="add mod">
          <ac:chgData name="Guan Wang" userId="5375c050-d6a4-4212-980e-f548dd476485" providerId="ADAL" clId="{F96CD083-0B7D-47E3-8DD3-C33005E198B8}" dt="2024-05-23T13:53:37.811" v="5900" actId="1076"/>
          <ac:spMkLst>
            <pc:docMk/>
            <pc:sldMk cId="3188025409" sldId="340"/>
            <ac:spMk id="6" creationId="{D4BE251B-E192-5A94-5A28-AD4B4AEE6B0A}"/>
          </ac:spMkLst>
        </pc:spChg>
        <pc:graphicFrameChg chg="add mod modGraphic">
          <ac:chgData name="Guan Wang" userId="5375c050-d6a4-4212-980e-f548dd476485" providerId="ADAL" clId="{F96CD083-0B7D-47E3-8DD3-C33005E198B8}" dt="2024-05-23T10:51:07.006" v="3481" actId="1076"/>
          <ac:graphicFrameMkLst>
            <pc:docMk/>
            <pc:sldMk cId="3188025409" sldId="340"/>
            <ac:graphicFrameMk id="4" creationId="{A27E505C-DB63-C5BF-9F33-639CD0768B56}"/>
          </ac:graphicFrameMkLst>
        </pc:graphicFrameChg>
      </pc:sldChg>
      <pc:sldChg chg="addSp delSp modSp new mod ord modNotes">
        <pc:chgData name="Guan Wang" userId="5375c050-d6a4-4212-980e-f548dd476485" providerId="ADAL" clId="{F96CD083-0B7D-47E3-8DD3-C33005E198B8}" dt="2024-05-23T15:21:40.622" v="10239" actId="20577"/>
        <pc:sldMkLst>
          <pc:docMk/>
          <pc:sldMk cId="3397949460" sldId="341"/>
        </pc:sldMkLst>
        <pc:spChg chg="mod">
          <ac:chgData name="Guan Wang" userId="5375c050-d6a4-4212-980e-f548dd476485" providerId="ADAL" clId="{F96CD083-0B7D-47E3-8DD3-C33005E198B8}" dt="2024-05-23T15:21:40.622" v="10239" actId="20577"/>
          <ac:spMkLst>
            <pc:docMk/>
            <pc:sldMk cId="3397949460" sldId="341"/>
            <ac:spMk id="2" creationId="{F9C7CC9C-AAAB-2FC5-FB72-4EF745B25472}"/>
          </ac:spMkLst>
        </pc:spChg>
        <pc:picChg chg="add mod">
          <ac:chgData name="Guan Wang" userId="5375c050-d6a4-4212-980e-f548dd476485" providerId="ADAL" clId="{F96CD083-0B7D-47E3-8DD3-C33005E198B8}" dt="2024-05-23T06:59:55.151" v="2976" actId="1076"/>
          <ac:picMkLst>
            <pc:docMk/>
            <pc:sldMk cId="3397949460" sldId="341"/>
            <ac:picMk id="5" creationId="{B67931CE-8501-F116-45D1-2D04566A763E}"/>
          </ac:picMkLst>
        </pc:picChg>
        <pc:picChg chg="add del mod">
          <ac:chgData name="Guan Wang" userId="5375c050-d6a4-4212-980e-f548dd476485" providerId="ADAL" clId="{F96CD083-0B7D-47E3-8DD3-C33005E198B8}" dt="2024-05-23T07:00:07.444" v="2977" actId="478"/>
          <ac:picMkLst>
            <pc:docMk/>
            <pc:sldMk cId="3397949460" sldId="341"/>
            <ac:picMk id="7" creationId="{795FC8F5-3465-96C8-93DA-C94747ABF4A6}"/>
          </ac:picMkLst>
        </pc:picChg>
        <pc:picChg chg="add mod">
          <ac:chgData name="Guan Wang" userId="5375c050-d6a4-4212-980e-f548dd476485" providerId="ADAL" clId="{F96CD083-0B7D-47E3-8DD3-C33005E198B8}" dt="2024-05-23T06:59:52.316" v="2975" actId="1076"/>
          <ac:picMkLst>
            <pc:docMk/>
            <pc:sldMk cId="3397949460" sldId="341"/>
            <ac:picMk id="9" creationId="{F96FB647-F6F6-071F-F04F-9056E7D1F36C}"/>
          </ac:picMkLst>
        </pc:picChg>
        <pc:picChg chg="add mod">
          <ac:chgData name="Guan Wang" userId="5375c050-d6a4-4212-980e-f548dd476485" providerId="ADAL" clId="{F96CD083-0B7D-47E3-8DD3-C33005E198B8}" dt="2024-05-23T07:00:46.255" v="2982" actId="1076"/>
          <ac:picMkLst>
            <pc:docMk/>
            <pc:sldMk cId="3397949460" sldId="341"/>
            <ac:picMk id="11" creationId="{DCCD304C-07BA-D60F-B2FD-49A835C942CB}"/>
          </ac:picMkLst>
        </pc:picChg>
      </pc:sldChg>
      <pc:sldChg chg="modSp add del modNotesTx">
        <pc:chgData name="Guan Wang" userId="5375c050-d6a4-4212-980e-f548dd476485" providerId="ADAL" clId="{F96CD083-0B7D-47E3-8DD3-C33005E198B8}" dt="2024-05-23T11:02:04.575" v="3600" actId="2696"/>
        <pc:sldMkLst>
          <pc:docMk/>
          <pc:sldMk cId="2013680825" sldId="342"/>
        </pc:sldMkLst>
        <pc:graphicFrameChg chg="mod">
          <ac:chgData name="Guan Wang" userId="5375c050-d6a4-4212-980e-f548dd476485" providerId="ADAL" clId="{F96CD083-0B7D-47E3-8DD3-C33005E198B8}" dt="2024-05-23T07:08:15.129" v="2992" actId="207"/>
          <ac:graphicFrameMkLst>
            <pc:docMk/>
            <pc:sldMk cId="2013680825" sldId="342"/>
            <ac:graphicFrameMk id="4" creationId="{A27E505C-DB63-C5BF-9F33-639CD0768B56}"/>
          </ac:graphicFrameMkLst>
        </pc:graphicFrameChg>
      </pc:sldChg>
      <pc:sldChg chg="modSp new del mod ord">
        <pc:chgData name="Guan Wang" userId="5375c050-d6a4-4212-980e-f548dd476485" providerId="ADAL" clId="{F96CD083-0B7D-47E3-8DD3-C33005E198B8}" dt="2024-05-23T15:33:42.338" v="10737" actId="47"/>
        <pc:sldMkLst>
          <pc:docMk/>
          <pc:sldMk cId="1173226366" sldId="343"/>
        </pc:sldMkLst>
        <pc:spChg chg="mod">
          <ac:chgData name="Guan Wang" userId="5375c050-d6a4-4212-980e-f548dd476485" providerId="ADAL" clId="{F96CD083-0B7D-47E3-8DD3-C33005E198B8}" dt="2024-05-23T07:11:12.880" v="3190" actId="20577"/>
          <ac:spMkLst>
            <pc:docMk/>
            <pc:sldMk cId="1173226366" sldId="343"/>
            <ac:spMk id="2" creationId="{813CE80C-06D7-862E-CAE3-C46615F176A1}"/>
          </ac:spMkLst>
        </pc:spChg>
        <pc:spChg chg="mod">
          <ac:chgData name="Guan Wang" userId="5375c050-d6a4-4212-980e-f548dd476485" providerId="ADAL" clId="{F96CD083-0B7D-47E3-8DD3-C33005E198B8}" dt="2024-05-23T15:33:18.995" v="10727" actId="21"/>
          <ac:spMkLst>
            <pc:docMk/>
            <pc:sldMk cId="1173226366" sldId="343"/>
            <ac:spMk id="3" creationId="{50AD27B2-FE0A-EE07-9389-526C359A54B8}"/>
          </ac:spMkLst>
        </pc:spChg>
      </pc:sldChg>
      <pc:sldChg chg="add del">
        <pc:chgData name="Guan Wang" userId="5375c050-d6a4-4212-980e-f548dd476485" providerId="ADAL" clId="{F96CD083-0B7D-47E3-8DD3-C33005E198B8}" dt="2024-05-23T11:01:28.125" v="3593" actId="2696"/>
        <pc:sldMkLst>
          <pc:docMk/>
          <pc:sldMk cId="2335709223" sldId="344"/>
        </pc:sldMkLst>
      </pc:sldChg>
      <pc:sldChg chg="addSp delSp modSp add mod delAnim modAnim modNotesTx">
        <pc:chgData name="Guan Wang" userId="5375c050-d6a4-4212-980e-f548dd476485" providerId="ADAL" clId="{F96CD083-0B7D-47E3-8DD3-C33005E198B8}" dt="2024-05-24T00:33:37.922" v="11331" actId="20577"/>
        <pc:sldMkLst>
          <pc:docMk/>
          <pc:sldMk cId="3565952612" sldId="345"/>
        </pc:sldMkLst>
        <pc:spChg chg="add mod">
          <ac:chgData name="Guan Wang" userId="5375c050-d6a4-4212-980e-f548dd476485" providerId="ADAL" clId="{F96CD083-0B7D-47E3-8DD3-C33005E198B8}" dt="2024-05-23T13:54:08.867" v="5906" actId="1076"/>
          <ac:spMkLst>
            <pc:docMk/>
            <pc:sldMk cId="3565952612" sldId="345"/>
            <ac:spMk id="3" creationId="{B9AEF8BC-3E72-6C13-5F3D-F5A587441E2E}"/>
          </ac:spMkLst>
        </pc:spChg>
        <pc:spChg chg="del mod">
          <ac:chgData name="Guan Wang" userId="5375c050-d6a4-4212-980e-f548dd476485" providerId="ADAL" clId="{F96CD083-0B7D-47E3-8DD3-C33005E198B8}" dt="2024-05-23T13:54:03.400" v="5902" actId="478"/>
          <ac:spMkLst>
            <pc:docMk/>
            <pc:sldMk cId="3565952612" sldId="345"/>
            <ac:spMk id="5" creationId="{8B5327AA-33CD-7CEB-D6C3-76B905189279}"/>
          </ac:spMkLst>
        </pc:spChg>
        <pc:spChg chg="mod">
          <ac:chgData name="Guan Wang" userId="5375c050-d6a4-4212-980e-f548dd476485" providerId="ADAL" clId="{F96CD083-0B7D-47E3-8DD3-C33005E198B8}" dt="2024-05-23T13:54:20.082" v="5909" actId="20577"/>
          <ac:spMkLst>
            <pc:docMk/>
            <pc:sldMk cId="3565952612" sldId="345"/>
            <ac:spMk id="6" creationId="{D4BE251B-E192-5A94-5A28-AD4B4AEE6B0A}"/>
          </ac:spMkLst>
        </pc:spChg>
        <pc:graphicFrameChg chg="mod modGraphic">
          <ac:chgData name="Guan Wang" userId="5375c050-d6a4-4212-980e-f548dd476485" providerId="ADAL" clId="{F96CD083-0B7D-47E3-8DD3-C33005E198B8}" dt="2024-05-23T11:01:47.923" v="3597" actId="20577"/>
          <ac:graphicFrameMkLst>
            <pc:docMk/>
            <pc:sldMk cId="3565952612" sldId="345"/>
            <ac:graphicFrameMk id="4" creationId="{A27E505C-DB63-C5BF-9F33-639CD0768B56}"/>
          </ac:graphicFrameMkLst>
        </pc:graphicFrameChg>
      </pc:sldChg>
      <pc:sldChg chg="addSp modSp new mod modAnim modNotesTx">
        <pc:chgData name="Guan Wang" userId="5375c050-d6a4-4212-980e-f548dd476485" providerId="ADAL" clId="{F96CD083-0B7D-47E3-8DD3-C33005E198B8}" dt="2024-05-23T15:05:43.799" v="9960" actId="20577"/>
        <pc:sldMkLst>
          <pc:docMk/>
          <pc:sldMk cId="245109097" sldId="346"/>
        </pc:sldMkLst>
        <pc:spChg chg="mod">
          <ac:chgData name="Guan Wang" userId="5375c050-d6a4-4212-980e-f548dd476485" providerId="ADAL" clId="{F96CD083-0B7D-47E3-8DD3-C33005E198B8}" dt="2024-05-23T14:50:58.226" v="9228"/>
          <ac:spMkLst>
            <pc:docMk/>
            <pc:sldMk cId="245109097" sldId="346"/>
            <ac:spMk id="2" creationId="{89FF513A-F15A-4900-E769-1E3FD561D800}"/>
          </ac:spMkLst>
        </pc:spChg>
        <pc:spChg chg="mod">
          <ac:chgData name="Guan Wang" userId="5375c050-d6a4-4212-980e-f548dd476485" providerId="ADAL" clId="{F96CD083-0B7D-47E3-8DD3-C33005E198B8}" dt="2024-05-23T14:50:46.666" v="9224" actId="14100"/>
          <ac:spMkLst>
            <pc:docMk/>
            <pc:sldMk cId="245109097" sldId="346"/>
            <ac:spMk id="3" creationId="{15484AFE-6BB5-B7F1-50A6-0EC6189A07A4}"/>
          </ac:spMkLst>
        </pc:spChg>
        <pc:spChg chg="add mod">
          <ac:chgData name="Guan Wang" userId="5375c050-d6a4-4212-980e-f548dd476485" providerId="ADAL" clId="{F96CD083-0B7D-47E3-8DD3-C33005E198B8}" dt="2024-05-23T14:50:52.537" v="9227" actId="1076"/>
          <ac:spMkLst>
            <pc:docMk/>
            <pc:sldMk cId="245109097" sldId="346"/>
            <ac:spMk id="4" creationId="{2F2BEC2E-7DE2-A83C-1725-14AEDE7D25BF}"/>
          </ac:spMkLst>
        </pc:spChg>
        <pc:spChg chg="add mod">
          <ac:chgData name="Guan Wang" userId="5375c050-d6a4-4212-980e-f548dd476485" providerId="ADAL" clId="{F96CD083-0B7D-47E3-8DD3-C33005E198B8}" dt="2024-05-23T14:50:52.537" v="9227" actId="1076"/>
          <ac:spMkLst>
            <pc:docMk/>
            <pc:sldMk cId="245109097" sldId="346"/>
            <ac:spMk id="5" creationId="{8834EB4E-723C-3204-D3F9-751016FEE980}"/>
          </ac:spMkLst>
        </pc:spChg>
        <pc:spChg chg="add mod">
          <ac:chgData name="Guan Wang" userId="5375c050-d6a4-4212-980e-f548dd476485" providerId="ADAL" clId="{F96CD083-0B7D-47E3-8DD3-C33005E198B8}" dt="2024-05-23T14:56:18.689" v="9436" actId="1076"/>
          <ac:spMkLst>
            <pc:docMk/>
            <pc:sldMk cId="245109097" sldId="346"/>
            <ac:spMk id="7" creationId="{7302C8BA-8676-46FC-29EA-D9ADEB6F6E7F}"/>
          </ac:spMkLst>
        </pc:spChg>
      </pc:sldChg>
      <pc:sldChg chg="delSp modSp new mod ord">
        <pc:chgData name="Guan Wang" userId="5375c050-d6a4-4212-980e-f548dd476485" providerId="ADAL" clId="{F96CD083-0B7D-47E3-8DD3-C33005E198B8}" dt="2024-05-23T15:21:22.487" v="10193"/>
        <pc:sldMkLst>
          <pc:docMk/>
          <pc:sldMk cId="2328970765" sldId="347"/>
        </pc:sldMkLst>
        <pc:spChg chg="mod">
          <ac:chgData name="Guan Wang" userId="5375c050-d6a4-4212-980e-f548dd476485" providerId="ADAL" clId="{F96CD083-0B7D-47E3-8DD3-C33005E198B8}" dt="2024-05-23T15:20:13.720" v="10191" actId="1076"/>
          <ac:spMkLst>
            <pc:docMk/>
            <pc:sldMk cId="2328970765" sldId="347"/>
            <ac:spMk id="2" creationId="{25BA6DDA-0287-4180-C32E-19718B631FD2}"/>
          </ac:spMkLst>
        </pc:spChg>
        <pc:spChg chg="del">
          <ac:chgData name="Guan Wang" userId="5375c050-d6a4-4212-980e-f548dd476485" providerId="ADAL" clId="{F96CD083-0B7D-47E3-8DD3-C33005E198B8}" dt="2024-05-23T15:19:49.417" v="10179" actId="478"/>
          <ac:spMkLst>
            <pc:docMk/>
            <pc:sldMk cId="2328970765" sldId="347"/>
            <ac:spMk id="3" creationId="{0542856F-BDA3-5767-CBE9-787423287C88}"/>
          </ac:spMkLst>
        </pc:spChg>
      </pc:sldChg>
      <pc:sldChg chg="addSp modSp add mod ord modNotesTx">
        <pc:chgData name="Guan Wang" userId="5375c050-d6a4-4212-980e-f548dd476485" providerId="ADAL" clId="{F96CD083-0B7D-47E3-8DD3-C33005E198B8}" dt="2024-05-23T15:19:35.427" v="10178" actId="20577"/>
        <pc:sldMkLst>
          <pc:docMk/>
          <pc:sldMk cId="1889102614" sldId="348"/>
        </pc:sldMkLst>
        <pc:spChg chg="mod">
          <ac:chgData name="Guan Wang" userId="5375c050-d6a4-4212-980e-f548dd476485" providerId="ADAL" clId="{F96CD083-0B7D-47E3-8DD3-C33005E198B8}" dt="2024-05-23T15:10:05.682" v="9994" actId="1037"/>
          <ac:spMkLst>
            <pc:docMk/>
            <pc:sldMk cId="1889102614" sldId="348"/>
            <ac:spMk id="6" creationId="{D4BE251B-E192-5A94-5A28-AD4B4AEE6B0A}"/>
          </ac:spMkLst>
        </pc:spChg>
        <pc:spChg chg="add mod">
          <ac:chgData name="Guan Wang" userId="5375c050-d6a4-4212-980e-f548dd476485" providerId="ADAL" clId="{F96CD083-0B7D-47E3-8DD3-C33005E198B8}" dt="2024-05-23T15:10:05.682" v="9994" actId="1037"/>
          <ac:spMkLst>
            <pc:docMk/>
            <pc:sldMk cId="1889102614" sldId="348"/>
            <ac:spMk id="7" creationId="{D62CAF3B-6942-4C3D-79A6-667EAAED6BAD}"/>
          </ac:spMkLst>
        </pc:spChg>
        <pc:graphicFrameChg chg="mod modGraphic">
          <ac:chgData name="Guan Wang" userId="5375c050-d6a4-4212-980e-f548dd476485" providerId="ADAL" clId="{F96CD083-0B7D-47E3-8DD3-C33005E198B8}" dt="2024-05-23T15:18:31.401" v="10122" actId="207"/>
          <ac:graphicFrameMkLst>
            <pc:docMk/>
            <pc:sldMk cId="1889102614" sldId="348"/>
            <ac:graphicFrameMk id="4" creationId="{A27E505C-DB63-C5BF-9F33-639CD0768B56}"/>
          </ac:graphicFrameMkLst>
        </pc:graphicFrameChg>
      </pc:sldChg>
      <pc:sldChg chg="modSp new mod modNotesTx">
        <pc:chgData name="Guan Wang" userId="5375c050-d6a4-4212-980e-f548dd476485" providerId="ADAL" clId="{F96CD083-0B7D-47E3-8DD3-C33005E198B8}" dt="2024-05-23T15:33:30.806" v="10736" actId="27636"/>
        <pc:sldMkLst>
          <pc:docMk/>
          <pc:sldMk cId="1216769125" sldId="349"/>
        </pc:sldMkLst>
        <pc:spChg chg="mod">
          <ac:chgData name="Guan Wang" userId="5375c050-d6a4-4212-980e-f548dd476485" providerId="ADAL" clId="{F96CD083-0B7D-47E3-8DD3-C33005E198B8}" dt="2024-05-23T15:22:15.850" v="10249" actId="20577"/>
          <ac:spMkLst>
            <pc:docMk/>
            <pc:sldMk cId="1216769125" sldId="349"/>
            <ac:spMk id="2" creationId="{498B91EB-52D4-ED06-29EA-8576A1F8E4BA}"/>
          </ac:spMkLst>
        </pc:spChg>
        <pc:spChg chg="mod">
          <ac:chgData name="Guan Wang" userId="5375c050-d6a4-4212-980e-f548dd476485" providerId="ADAL" clId="{F96CD083-0B7D-47E3-8DD3-C33005E198B8}" dt="2024-05-23T15:33:30.806" v="10736" actId="27636"/>
          <ac:spMkLst>
            <pc:docMk/>
            <pc:sldMk cId="1216769125" sldId="349"/>
            <ac:spMk id="3" creationId="{E876597A-858D-A3B8-9D46-43112A3A9065}"/>
          </ac:spMkLst>
        </pc:spChg>
      </pc:sldChg>
    </pc:docChg>
  </pc:docChgLst>
  <pc:docChgLst>
    <pc:chgData name="Guan Wang" userId="5375c050-d6a4-4212-980e-f548dd476485" providerId="ADAL" clId="{E5E55435-0E79-468B-87CF-28E75283CFD8}"/>
    <pc:docChg chg="undo custSel addSld delSld modSld sldOrd">
      <pc:chgData name="Guan Wang" userId="5375c050-d6a4-4212-980e-f548dd476485" providerId="ADAL" clId="{E5E55435-0E79-468B-87CF-28E75283CFD8}" dt="2024-06-04T23:03:19.698" v="3378" actId="20577"/>
      <pc:docMkLst>
        <pc:docMk/>
      </pc:docMkLst>
      <pc:sldChg chg="modSp mod modNotesTx">
        <pc:chgData name="Guan Wang" userId="5375c050-d6a4-4212-980e-f548dd476485" providerId="ADAL" clId="{E5E55435-0E79-468B-87CF-28E75283CFD8}" dt="2024-06-04T23:03:19.698" v="3378" actId="20577"/>
        <pc:sldMkLst>
          <pc:docMk/>
          <pc:sldMk cId="0" sldId="256"/>
        </pc:sldMkLst>
        <pc:spChg chg="mod">
          <ac:chgData name="Guan Wang" userId="5375c050-d6a4-4212-980e-f548dd476485" providerId="ADAL" clId="{E5E55435-0E79-468B-87CF-28E75283CFD8}" dt="2024-06-04T14:34:15.327" v="10" actId="20577"/>
          <ac:spMkLst>
            <pc:docMk/>
            <pc:sldMk cId="0" sldId="256"/>
            <ac:spMk id="66" creationId="{00000000-0000-0000-0000-000000000000}"/>
          </ac:spMkLst>
        </pc:spChg>
      </pc:sldChg>
      <pc:sldChg chg="delSp modSp mod modNotesTx">
        <pc:chgData name="Guan Wang" userId="5375c050-d6a4-4212-980e-f548dd476485" providerId="ADAL" clId="{E5E55435-0E79-468B-87CF-28E75283CFD8}" dt="2024-06-04T14:55:01.333" v="384" actId="20577"/>
        <pc:sldMkLst>
          <pc:docMk/>
          <pc:sldMk cId="1244038570" sldId="326"/>
        </pc:sldMkLst>
        <pc:spChg chg="mod">
          <ac:chgData name="Guan Wang" userId="5375c050-d6a4-4212-980e-f548dd476485" providerId="ADAL" clId="{E5E55435-0E79-468B-87CF-28E75283CFD8}" dt="2024-06-04T14:44:18.178" v="63" actId="20577"/>
          <ac:spMkLst>
            <pc:docMk/>
            <pc:sldMk cId="1244038570" sldId="326"/>
            <ac:spMk id="2" creationId="{E244F7C2-0747-510D-C5E1-9E0646E503EE}"/>
          </ac:spMkLst>
        </pc:spChg>
        <pc:graphicFrameChg chg="mod modGraphic">
          <ac:chgData name="Guan Wang" userId="5375c050-d6a4-4212-980e-f548dd476485" providerId="ADAL" clId="{E5E55435-0E79-468B-87CF-28E75283CFD8}" dt="2024-06-04T14:52:16.813" v="304" actId="20577"/>
          <ac:graphicFrameMkLst>
            <pc:docMk/>
            <pc:sldMk cId="1244038570" sldId="326"/>
            <ac:graphicFrameMk id="7" creationId="{F9919755-F23C-24A2-1336-A0DABA541FA0}"/>
          </ac:graphicFrameMkLst>
        </pc:graphicFrameChg>
        <pc:inkChg chg="del">
          <ac:chgData name="Guan Wang" userId="5375c050-d6a4-4212-980e-f548dd476485" providerId="ADAL" clId="{E5E55435-0E79-468B-87CF-28E75283CFD8}" dt="2024-06-04T14:34:21.982" v="11" actId="478"/>
          <ac:inkMkLst>
            <pc:docMk/>
            <pc:sldMk cId="1244038570" sldId="326"/>
            <ac:inkMk id="3" creationId="{CCE3120F-F851-97B8-4E95-733CF7045E3C}"/>
          </ac:inkMkLst>
        </pc:inkChg>
      </pc:sldChg>
      <pc:sldChg chg="del">
        <pc:chgData name="Guan Wang" userId="5375c050-d6a4-4212-980e-f548dd476485" providerId="ADAL" clId="{E5E55435-0E79-468B-87CF-28E75283CFD8}" dt="2024-06-04T17:00:08.148" v="2825" actId="2696"/>
        <pc:sldMkLst>
          <pc:docMk/>
          <pc:sldMk cId="691660448" sldId="335"/>
        </pc:sldMkLst>
      </pc:sldChg>
      <pc:sldChg chg="del">
        <pc:chgData name="Guan Wang" userId="5375c050-d6a4-4212-980e-f548dd476485" providerId="ADAL" clId="{E5E55435-0E79-468B-87CF-28E75283CFD8}" dt="2024-06-04T17:00:08.148" v="2825" actId="2696"/>
        <pc:sldMkLst>
          <pc:docMk/>
          <pc:sldMk cId="1013859140" sldId="336"/>
        </pc:sldMkLst>
      </pc:sldChg>
      <pc:sldChg chg="delSp del mod">
        <pc:chgData name="Guan Wang" userId="5375c050-d6a4-4212-980e-f548dd476485" providerId="ADAL" clId="{E5E55435-0E79-468B-87CF-28E75283CFD8}" dt="2024-06-04T17:00:01.110" v="2824" actId="2696"/>
        <pc:sldMkLst>
          <pc:docMk/>
          <pc:sldMk cId="3188025409" sldId="340"/>
        </pc:sldMkLst>
        <pc:inkChg chg="del">
          <ac:chgData name="Guan Wang" userId="5375c050-d6a4-4212-980e-f548dd476485" providerId="ADAL" clId="{E5E55435-0E79-468B-87CF-28E75283CFD8}" dt="2024-06-04T14:34:24.530" v="12" actId="478"/>
          <ac:inkMkLst>
            <pc:docMk/>
            <pc:sldMk cId="3188025409" sldId="340"/>
            <ac:inkMk id="3" creationId="{2CF2182B-4724-E2D7-E857-35BB50F31B46}"/>
          </ac:inkMkLst>
        </pc:inkChg>
      </pc:sldChg>
      <pc:sldChg chg="del">
        <pc:chgData name="Guan Wang" userId="5375c050-d6a4-4212-980e-f548dd476485" providerId="ADAL" clId="{E5E55435-0E79-468B-87CF-28E75283CFD8}" dt="2024-06-04T17:00:01.110" v="2824" actId="2696"/>
        <pc:sldMkLst>
          <pc:docMk/>
          <pc:sldMk cId="3397949460" sldId="341"/>
        </pc:sldMkLst>
      </pc:sldChg>
      <pc:sldChg chg="del">
        <pc:chgData name="Guan Wang" userId="5375c050-d6a4-4212-980e-f548dd476485" providerId="ADAL" clId="{E5E55435-0E79-468B-87CF-28E75283CFD8}" dt="2024-06-04T17:00:01.110" v="2824" actId="2696"/>
        <pc:sldMkLst>
          <pc:docMk/>
          <pc:sldMk cId="3565952612" sldId="345"/>
        </pc:sldMkLst>
      </pc:sldChg>
      <pc:sldChg chg="del">
        <pc:chgData name="Guan Wang" userId="5375c050-d6a4-4212-980e-f548dd476485" providerId="ADAL" clId="{E5E55435-0E79-468B-87CF-28E75283CFD8}" dt="2024-06-04T17:00:01.110" v="2824" actId="2696"/>
        <pc:sldMkLst>
          <pc:docMk/>
          <pc:sldMk cId="245109097" sldId="346"/>
        </pc:sldMkLst>
      </pc:sldChg>
      <pc:sldChg chg="ord">
        <pc:chgData name="Guan Wang" userId="5375c050-d6a4-4212-980e-f548dd476485" providerId="ADAL" clId="{E5E55435-0E79-468B-87CF-28E75283CFD8}" dt="2024-06-04T16:59:55.348" v="2823"/>
        <pc:sldMkLst>
          <pc:docMk/>
          <pc:sldMk cId="2328970765" sldId="347"/>
        </pc:sldMkLst>
      </pc:sldChg>
      <pc:sldChg chg="del">
        <pc:chgData name="Guan Wang" userId="5375c050-d6a4-4212-980e-f548dd476485" providerId="ADAL" clId="{E5E55435-0E79-468B-87CF-28E75283CFD8}" dt="2024-06-04T17:00:01.110" v="2824" actId="2696"/>
        <pc:sldMkLst>
          <pc:docMk/>
          <pc:sldMk cId="1889102614" sldId="348"/>
        </pc:sldMkLst>
      </pc:sldChg>
      <pc:sldChg chg="delSp modSp mod modNotesTx">
        <pc:chgData name="Guan Wang" userId="5375c050-d6a4-4212-980e-f548dd476485" providerId="ADAL" clId="{E5E55435-0E79-468B-87CF-28E75283CFD8}" dt="2024-06-04T17:05:55.754" v="3336" actId="20577"/>
        <pc:sldMkLst>
          <pc:docMk/>
          <pc:sldMk cId="1216769125" sldId="349"/>
        </pc:sldMkLst>
        <pc:spChg chg="mod">
          <ac:chgData name="Guan Wang" userId="5375c050-d6a4-4212-980e-f548dd476485" providerId="ADAL" clId="{E5E55435-0E79-468B-87CF-28E75283CFD8}" dt="2024-06-04T17:05:55.754" v="3336" actId="20577"/>
          <ac:spMkLst>
            <pc:docMk/>
            <pc:sldMk cId="1216769125" sldId="349"/>
            <ac:spMk id="3" creationId="{E876597A-858D-A3B8-9D46-43112A3A9065}"/>
          </ac:spMkLst>
        </pc:spChg>
        <pc:graphicFrameChg chg="del">
          <ac:chgData name="Guan Wang" userId="5375c050-d6a4-4212-980e-f548dd476485" providerId="ADAL" clId="{E5E55435-0E79-468B-87CF-28E75283CFD8}" dt="2024-06-04T17:02:04.594" v="3004" actId="478"/>
          <ac:graphicFrameMkLst>
            <pc:docMk/>
            <pc:sldMk cId="1216769125" sldId="349"/>
            <ac:graphicFrameMk id="5" creationId="{D609DBE1-EB13-FC93-C2DB-D4D4D082B746}"/>
          </ac:graphicFrameMkLst>
        </pc:graphicFrameChg>
        <pc:graphicFrameChg chg="del">
          <ac:chgData name="Guan Wang" userId="5375c050-d6a4-4212-980e-f548dd476485" providerId="ADAL" clId="{E5E55435-0E79-468B-87CF-28E75283CFD8}" dt="2024-06-04T17:02:07.788" v="3005" actId="478"/>
          <ac:graphicFrameMkLst>
            <pc:docMk/>
            <pc:sldMk cId="1216769125" sldId="349"/>
            <ac:graphicFrameMk id="6" creationId="{AA482A78-2208-8ED6-9AC2-18130A432A89}"/>
          </ac:graphicFrameMkLst>
        </pc:graphicFrameChg>
      </pc:sldChg>
      <pc:sldChg chg="modSp new mod modNotesTx">
        <pc:chgData name="Guan Wang" userId="5375c050-d6a4-4212-980e-f548dd476485" providerId="ADAL" clId="{E5E55435-0E79-468B-87CF-28E75283CFD8}" dt="2024-06-04T16:12:25.162" v="1859" actId="20577"/>
        <pc:sldMkLst>
          <pc:docMk/>
          <pc:sldMk cId="2836517454" sldId="350"/>
        </pc:sldMkLst>
        <pc:spChg chg="mod">
          <ac:chgData name="Guan Wang" userId="5375c050-d6a4-4212-980e-f548dd476485" providerId="ADAL" clId="{E5E55435-0E79-468B-87CF-28E75283CFD8}" dt="2024-06-04T15:35:04.500" v="1224" actId="20577"/>
          <ac:spMkLst>
            <pc:docMk/>
            <pc:sldMk cId="2836517454" sldId="350"/>
            <ac:spMk id="2" creationId="{21978472-6D68-ABDB-928B-5EF887EC8663}"/>
          </ac:spMkLst>
        </pc:spChg>
      </pc:sldChg>
      <pc:sldChg chg="modSp new mod modAnim modNotesTx">
        <pc:chgData name="Guan Wang" userId="5375c050-d6a4-4212-980e-f548dd476485" providerId="ADAL" clId="{E5E55435-0E79-468B-87CF-28E75283CFD8}" dt="2024-06-04T17:06:50.536" v="3377" actId="20577"/>
        <pc:sldMkLst>
          <pc:docMk/>
          <pc:sldMk cId="2762148926" sldId="351"/>
        </pc:sldMkLst>
        <pc:spChg chg="mod">
          <ac:chgData name="Guan Wang" userId="5375c050-d6a4-4212-980e-f548dd476485" providerId="ADAL" clId="{E5E55435-0E79-468B-87CF-28E75283CFD8}" dt="2024-06-04T16:15:31.986" v="1868" actId="20577"/>
          <ac:spMkLst>
            <pc:docMk/>
            <pc:sldMk cId="2762148926" sldId="351"/>
            <ac:spMk id="2" creationId="{D0CC8A09-2990-2606-9736-ADB7CFC7C1A6}"/>
          </ac:spMkLst>
        </pc:spChg>
        <pc:spChg chg="mod">
          <ac:chgData name="Guan Wang" userId="5375c050-d6a4-4212-980e-f548dd476485" providerId="ADAL" clId="{E5E55435-0E79-468B-87CF-28E75283CFD8}" dt="2024-06-04T16:20:26.680" v="2092" actId="20577"/>
          <ac:spMkLst>
            <pc:docMk/>
            <pc:sldMk cId="2762148926" sldId="351"/>
            <ac:spMk id="3" creationId="{CD9A8726-64F0-9FE5-2931-CA0FA1342486}"/>
          </ac:spMkLst>
        </pc:spChg>
      </pc:sldChg>
      <pc:sldChg chg="modSp new mod modNotesTx">
        <pc:chgData name="Guan Wang" userId="5375c050-d6a4-4212-980e-f548dd476485" providerId="ADAL" clId="{E5E55435-0E79-468B-87CF-28E75283CFD8}" dt="2024-06-04T16:58:54.989" v="2821" actId="20577"/>
        <pc:sldMkLst>
          <pc:docMk/>
          <pc:sldMk cId="772658975" sldId="352"/>
        </pc:sldMkLst>
        <pc:spChg chg="mod">
          <ac:chgData name="Guan Wang" userId="5375c050-d6a4-4212-980e-f548dd476485" providerId="ADAL" clId="{E5E55435-0E79-468B-87CF-28E75283CFD8}" dt="2024-06-04T16:20:48.345" v="2111" actId="20577"/>
          <ac:spMkLst>
            <pc:docMk/>
            <pc:sldMk cId="772658975" sldId="352"/>
            <ac:spMk id="2" creationId="{0030F696-2DA0-608B-FB75-1059874F5C65}"/>
          </ac:spMkLst>
        </pc:spChg>
      </pc:sldChg>
    </pc:docChg>
  </pc:docChgLst>
  <pc:docChgLst>
    <pc:chgData name="Guan Wang" userId="5375c050-d6a4-4212-980e-f548dd476485" providerId="ADAL" clId="{C87FFD06-BA24-8843-9ABC-0AFD706A7B0C}"/>
    <pc:docChg chg="custSel modSld">
      <pc:chgData name="Guan Wang" userId="5375c050-d6a4-4212-980e-f548dd476485" providerId="ADAL" clId="{C87FFD06-BA24-8843-9ABC-0AFD706A7B0C}" dt="2024-05-09T02:10:01.712" v="0" actId="7634"/>
      <pc:docMkLst>
        <pc:docMk/>
      </pc:docMkLst>
      <pc:sldChg chg="addSp">
        <pc:chgData name="Guan Wang" userId="5375c050-d6a4-4212-980e-f548dd476485" providerId="ADAL" clId="{C87FFD06-BA24-8843-9ABC-0AFD706A7B0C}" dt="2024-05-09T02:10:01.712" v="0" actId="7634"/>
        <pc:sldMkLst>
          <pc:docMk/>
          <pc:sldMk cId="0" sldId="256"/>
        </pc:sldMkLst>
        <pc:inkChg chg="add">
          <ac:chgData name="Guan Wang" userId="5375c050-d6a4-4212-980e-f548dd476485" providerId="ADAL" clId="{C87FFD06-BA24-8843-9ABC-0AFD706A7B0C}" dt="2024-05-09T02:10:01.712" v="0" actId="7634"/>
          <ac:inkMkLst>
            <pc:docMk/>
            <pc:sldMk cId="0" sldId="256"/>
            <ac:inkMk id="2" creationId="{202C95B3-5805-BF3C-96A8-9D2EAAF851A5}"/>
          </ac:inkMkLst>
        </pc:inkChg>
      </pc:sldChg>
      <pc:sldChg chg="addSp">
        <pc:chgData name="Guan Wang" userId="5375c050-d6a4-4212-980e-f548dd476485" providerId="ADAL" clId="{C87FFD06-BA24-8843-9ABC-0AFD706A7B0C}" dt="2024-05-09T02:10:01.712" v="0" actId="7634"/>
        <pc:sldMkLst>
          <pc:docMk/>
          <pc:sldMk cId="1244038570" sldId="326"/>
        </pc:sldMkLst>
        <pc:inkChg chg="add">
          <ac:chgData name="Guan Wang" userId="5375c050-d6a4-4212-980e-f548dd476485" providerId="ADAL" clId="{C87FFD06-BA24-8843-9ABC-0AFD706A7B0C}" dt="2024-05-09T02:10:01.712" v="0" actId="7634"/>
          <ac:inkMkLst>
            <pc:docMk/>
            <pc:sldMk cId="1244038570" sldId="326"/>
            <ac:inkMk id="4" creationId="{98C99765-F55F-B199-295E-56020FEB32CA}"/>
          </ac:inkMkLst>
        </pc:inkChg>
      </pc:sldChg>
      <pc:sldChg chg="addSp">
        <pc:chgData name="Guan Wang" userId="5375c050-d6a4-4212-980e-f548dd476485" providerId="ADAL" clId="{C87FFD06-BA24-8843-9ABC-0AFD706A7B0C}" dt="2024-05-09T02:10:01.712" v="0" actId="7634"/>
        <pc:sldMkLst>
          <pc:docMk/>
          <pc:sldMk cId="2544803531" sldId="327"/>
        </pc:sldMkLst>
        <pc:inkChg chg="add">
          <ac:chgData name="Guan Wang" userId="5375c050-d6a4-4212-980e-f548dd476485" providerId="ADAL" clId="{C87FFD06-BA24-8843-9ABC-0AFD706A7B0C}" dt="2024-05-09T02:10:01.712" v="0" actId="7634"/>
          <ac:inkMkLst>
            <pc:docMk/>
            <pc:sldMk cId="2544803531" sldId="327"/>
            <ac:inkMk id="14" creationId="{B59AD86C-9AD4-AEF2-2340-1BA7B6E270AB}"/>
          </ac:inkMkLst>
        </pc:inkChg>
      </pc:sldChg>
      <pc:sldChg chg="addSp">
        <pc:chgData name="Guan Wang" userId="5375c050-d6a4-4212-980e-f548dd476485" providerId="ADAL" clId="{C87FFD06-BA24-8843-9ABC-0AFD706A7B0C}" dt="2024-05-09T02:10:01.712" v="0" actId="7634"/>
        <pc:sldMkLst>
          <pc:docMk/>
          <pc:sldMk cId="2415924313" sldId="329"/>
        </pc:sldMkLst>
        <pc:inkChg chg="add">
          <ac:chgData name="Guan Wang" userId="5375c050-d6a4-4212-980e-f548dd476485" providerId="ADAL" clId="{C87FFD06-BA24-8843-9ABC-0AFD706A7B0C}" dt="2024-05-09T02:10:01.712" v="0" actId="7634"/>
          <ac:inkMkLst>
            <pc:docMk/>
            <pc:sldMk cId="2415924313" sldId="329"/>
            <ac:inkMk id="13" creationId="{28F0F570-86C7-EEA8-6AD3-FE41B9FD6A34}"/>
          </ac:inkMkLst>
        </pc:inkChg>
      </pc:sldChg>
      <pc:sldChg chg="addSp">
        <pc:chgData name="Guan Wang" userId="5375c050-d6a4-4212-980e-f548dd476485" providerId="ADAL" clId="{C87FFD06-BA24-8843-9ABC-0AFD706A7B0C}" dt="2024-05-09T02:10:01.712" v="0" actId="7634"/>
        <pc:sldMkLst>
          <pc:docMk/>
          <pc:sldMk cId="1889864565" sldId="330"/>
        </pc:sldMkLst>
        <pc:inkChg chg="add">
          <ac:chgData name="Guan Wang" userId="5375c050-d6a4-4212-980e-f548dd476485" providerId="ADAL" clId="{C87FFD06-BA24-8843-9ABC-0AFD706A7B0C}" dt="2024-05-09T02:10:01.712" v="0" actId="7634"/>
          <ac:inkMkLst>
            <pc:docMk/>
            <pc:sldMk cId="1889864565" sldId="330"/>
            <ac:inkMk id="4" creationId="{E8C725E7-039B-B792-BB8C-88AED67EDFB4}"/>
          </ac:inkMkLst>
        </pc:inkChg>
      </pc:sldChg>
      <pc:sldChg chg="addSp">
        <pc:chgData name="Guan Wang" userId="5375c050-d6a4-4212-980e-f548dd476485" providerId="ADAL" clId="{C87FFD06-BA24-8843-9ABC-0AFD706A7B0C}" dt="2024-05-09T02:10:01.712" v="0" actId="7634"/>
        <pc:sldMkLst>
          <pc:docMk/>
          <pc:sldMk cId="3843966666" sldId="331"/>
        </pc:sldMkLst>
        <pc:inkChg chg="add">
          <ac:chgData name="Guan Wang" userId="5375c050-d6a4-4212-980e-f548dd476485" providerId="ADAL" clId="{C87FFD06-BA24-8843-9ABC-0AFD706A7B0C}" dt="2024-05-09T02:10:01.712" v="0" actId="7634"/>
          <ac:inkMkLst>
            <pc:docMk/>
            <pc:sldMk cId="3843966666" sldId="331"/>
            <ac:inkMk id="4" creationId="{3FBBCDF2-ADEC-8386-D438-80BDABF6E10E}"/>
          </ac:inkMkLst>
        </pc:inkChg>
      </pc:sldChg>
      <pc:sldChg chg="addSp">
        <pc:chgData name="Guan Wang" userId="5375c050-d6a4-4212-980e-f548dd476485" providerId="ADAL" clId="{C87FFD06-BA24-8843-9ABC-0AFD706A7B0C}" dt="2024-05-09T02:10:01.712" v="0" actId="7634"/>
        <pc:sldMkLst>
          <pc:docMk/>
          <pc:sldMk cId="107898282" sldId="332"/>
        </pc:sldMkLst>
        <pc:inkChg chg="add">
          <ac:chgData name="Guan Wang" userId="5375c050-d6a4-4212-980e-f548dd476485" providerId="ADAL" clId="{C87FFD06-BA24-8843-9ABC-0AFD706A7B0C}" dt="2024-05-09T02:10:01.712" v="0" actId="7634"/>
          <ac:inkMkLst>
            <pc:docMk/>
            <pc:sldMk cId="107898282" sldId="332"/>
            <ac:inkMk id="13" creationId="{5C34A8E0-C20C-7477-9C70-09139749980A}"/>
          </ac:inkMkLst>
        </pc:inkChg>
      </pc:sldChg>
      <pc:sldChg chg="addSp">
        <pc:chgData name="Guan Wang" userId="5375c050-d6a4-4212-980e-f548dd476485" providerId="ADAL" clId="{C87FFD06-BA24-8843-9ABC-0AFD706A7B0C}" dt="2024-05-09T02:10:01.712" v="0" actId="7634"/>
        <pc:sldMkLst>
          <pc:docMk/>
          <pc:sldMk cId="4105723979" sldId="334"/>
        </pc:sldMkLst>
        <pc:inkChg chg="add">
          <ac:chgData name="Guan Wang" userId="5375c050-d6a4-4212-980e-f548dd476485" providerId="ADAL" clId="{C87FFD06-BA24-8843-9ABC-0AFD706A7B0C}" dt="2024-05-09T02:10:01.712" v="0" actId="7634"/>
          <ac:inkMkLst>
            <pc:docMk/>
            <pc:sldMk cId="4105723979" sldId="334"/>
            <ac:inkMk id="14" creationId="{9E3D3434-E6B0-4CAA-F207-7458BDB8CF24}"/>
          </ac:inkMkLst>
        </pc:inkChg>
      </pc:sldChg>
      <pc:sldChg chg="addSp">
        <pc:chgData name="Guan Wang" userId="5375c050-d6a4-4212-980e-f548dd476485" providerId="ADAL" clId="{C87FFD06-BA24-8843-9ABC-0AFD706A7B0C}" dt="2024-05-09T02:10:01.712" v="0" actId="7634"/>
        <pc:sldMkLst>
          <pc:docMk/>
          <pc:sldMk cId="1008084864" sldId="338"/>
        </pc:sldMkLst>
        <pc:inkChg chg="add">
          <ac:chgData name="Guan Wang" userId="5375c050-d6a4-4212-980e-f548dd476485" providerId="ADAL" clId="{C87FFD06-BA24-8843-9ABC-0AFD706A7B0C}" dt="2024-05-09T02:10:01.712" v="0" actId="7634"/>
          <ac:inkMkLst>
            <pc:docMk/>
            <pc:sldMk cId="1008084864" sldId="338"/>
            <ac:inkMk id="2" creationId="{FE00EE88-9570-6F1B-30EA-B631D626D9A0}"/>
          </ac:inkMkLst>
        </pc:inkChg>
      </pc:sldChg>
      <pc:sldChg chg="addSp">
        <pc:chgData name="Guan Wang" userId="5375c050-d6a4-4212-980e-f548dd476485" providerId="ADAL" clId="{C87FFD06-BA24-8843-9ABC-0AFD706A7B0C}" dt="2024-05-09T02:10:01.712" v="0" actId="7634"/>
        <pc:sldMkLst>
          <pc:docMk/>
          <pc:sldMk cId="2830521689" sldId="339"/>
        </pc:sldMkLst>
        <pc:inkChg chg="add">
          <ac:chgData name="Guan Wang" userId="5375c050-d6a4-4212-980e-f548dd476485" providerId="ADAL" clId="{C87FFD06-BA24-8843-9ABC-0AFD706A7B0C}" dt="2024-05-09T02:10:01.712" v="0" actId="7634"/>
          <ac:inkMkLst>
            <pc:docMk/>
            <pc:sldMk cId="2830521689" sldId="339"/>
            <ac:inkMk id="4" creationId="{5C2A9E00-3ED3-D477-F27E-449666F684D0}"/>
          </ac:inkMkLst>
        </pc:inkChg>
      </pc:sldChg>
    </pc:docChg>
  </pc:docChgLst>
  <pc:docChgLst>
    <pc:chgData name="Guan Wang" userId="5375c050-d6a4-4212-980e-f548dd476485" providerId="ADAL" clId="{DA0E661D-D1FD-FF4C-82CF-1483AD4DB6C6}"/>
    <pc:docChg chg="custSel modSld">
      <pc:chgData name="Guan Wang" userId="5375c050-d6a4-4212-980e-f548dd476485" providerId="ADAL" clId="{DA0E661D-D1FD-FF4C-82CF-1483AD4DB6C6}" dt="2024-05-29T02:52:02.256" v="0" actId="7634"/>
      <pc:docMkLst>
        <pc:docMk/>
      </pc:docMkLst>
      <pc:sldChg chg="addSp">
        <pc:chgData name="Guan Wang" userId="5375c050-d6a4-4212-980e-f548dd476485" providerId="ADAL" clId="{DA0E661D-D1FD-FF4C-82CF-1483AD4DB6C6}" dt="2024-05-29T02:52:02.256" v="0" actId="7634"/>
        <pc:sldMkLst>
          <pc:docMk/>
          <pc:sldMk cId="1244038570" sldId="326"/>
        </pc:sldMkLst>
        <pc:inkChg chg="add">
          <ac:chgData name="Guan Wang" userId="5375c050-d6a4-4212-980e-f548dd476485" providerId="ADAL" clId="{DA0E661D-D1FD-FF4C-82CF-1483AD4DB6C6}" dt="2024-05-29T02:52:02.256" v="0" actId="7634"/>
          <ac:inkMkLst>
            <pc:docMk/>
            <pc:sldMk cId="1244038570" sldId="326"/>
            <ac:inkMk id="3" creationId="{CCE3120F-F851-97B8-4E95-733CF7045E3C}"/>
          </ac:inkMkLst>
        </pc:inkChg>
      </pc:sldChg>
      <pc:sldChg chg="addSp">
        <pc:chgData name="Guan Wang" userId="5375c050-d6a4-4212-980e-f548dd476485" providerId="ADAL" clId="{DA0E661D-D1FD-FF4C-82CF-1483AD4DB6C6}" dt="2024-05-29T02:52:02.256" v="0" actId="7634"/>
        <pc:sldMkLst>
          <pc:docMk/>
          <pc:sldMk cId="3188025409" sldId="340"/>
        </pc:sldMkLst>
        <pc:inkChg chg="add">
          <ac:chgData name="Guan Wang" userId="5375c050-d6a4-4212-980e-f548dd476485" providerId="ADAL" clId="{DA0E661D-D1FD-FF4C-82CF-1483AD4DB6C6}" dt="2024-05-29T02:52:02.256" v="0" actId="7634"/>
          <ac:inkMkLst>
            <pc:docMk/>
            <pc:sldMk cId="3188025409" sldId="340"/>
            <ac:inkMk id="3" creationId="{2CF2182B-4724-E2D7-E857-35BB50F31B46}"/>
          </ac:inkMkLst>
        </pc:inkChg>
      </pc:sldChg>
      <pc:sldChg chg="addSp">
        <pc:chgData name="Guan Wang" userId="5375c050-d6a4-4212-980e-f548dd476485" providerId="ADAL" clId="{DA0E661D-D1FD-FF4C-82CF-1483AD4DB6C6}" dt="2024-05-29T02:52:02.256" v="0" actId="7634"/>
        <pc:sldMkLst>
          <pc:docMk/>
          <pc:sldMk cId="3397949460" sldId="341"/>
        </pc:sldMkLst>
        <pc:inkChg chg="add">
          <ac:chgData name="Guan Wang" userId="5375c050-d6a4-4212-980e-f548dd476485" providerId="ADAL" clId="{DA0E661D-D1FD-FF4C-82CF-1483AD4DB6C6}" dt="2024-05-29T02:52:02.256" v="0" actId="7634"/>
          <ac:inkMkLst>
            <pc:docMk/>
            <pc:sldMk cId="3397949460" sldId="341"/>
            <ac:inkMk id="3" creationId="{312CDE3A-625E-9098-E5CC-E79620BBB09F}"/>
          </ac:inkMkLst>
        </pc:inkChg>
      </pc:sldChg>
      <pc:sldChg chg="addSp">
        <pc:chgData name="Guan Wang" userId="5375c050-d6a4-4212-980e-f548dd476485" providerId="ADAL" clId="{DA0E661D-D1FD-FF4C-82CF-1483AD4DB6C6}" dt="2024-05-29T02:52:02.256" v="0" actId="7634"/>
        <pc:sldMkLst>
          <pc:docMk/>
          <pc:sldMk cId="3565952612" sldId="345"/>
        </pc:sldMkLst>
        <pc:inkChg chg="add">
          <ac:chgData name="Guan Wang" userId="5375c050-d6a4-4212-980e-f548dd476485" providerId="ADAL" clId="{DA0E661D-D1FD-FF4C-82CF-1483AD4DB6C6}" dt="2024-05-29T02:52:02.256" v="0" actId="7634"/>
          <ac:inkMkLst>
            <pc:docMk/>
            <pc:sldMk cId="3565952612" sldId="345"/>
            <ac:inkMk id="3" creationId="{75638CE5-B79D-03E2-9CD3-272D68246DC4}"/>
          </ac:inkMkLst>
        </pc:inkChg>
      </pc:sldChg>
      <pc:sldChg chg="addSp">
        <pc:chgData name="Guan Wang" userId="5375c050-d6a4-4212-980e-f548dd476485" providerId="ADAL" clId="{DA0E661D-D1FD-FF4C-82CF-1483AD4DB6C6}" dt="2024-05-29T02:52:02.256" v="0" actId="7634"/>
        <pc:sldMkLst>
          <pc:docMk/>
          <pc:sldMk cId="245109097" sldId="346"/>
        </pc:sldMkLst>
        <pc:inkChg chg="add">
          <ac:chgData name="Guan Wang" userId="5375c050-d6a4-4212-980e-f548dd476485" providerId="ADAL" clId="{DA0E661D-D1FD-FF4C-82CF-1483AD4DB6C6}" dt="2024-05-29T02:52:02.256" v="0" actId="7634"/>
          <ac:inkMkLst>
            <pc:docMk/>
            <pc:sldMk cId="245109097" sldId="346"/>
            <ac:inkMk id="3" creationId="{8BBCE5FE-5965-5D0A-F022-203778B1CD12}"/>
          </ac:inkMkLst>
        </pc:inkChg>
      </pc:sldChg>
      <pc:sldChg chg="addSp">
        <pc:chgData name="Guan Wang" userId="5375c050-d6a4-4212-980e-f548dd476485" providerId="ADAL" clId="{DA0E661D-D1FD-FF4C-82CF-1483AD4DB6C6}" dt="2024-05-29T02:52:02.256" v="0" actId="7634"/>
        <pc:sldMkLst>
          <pc:docMk/>
          <pc:sldMk cId="1889102614" sldId="348"/>
        </pc:sldMkLst>
        <pc:inkChg chg="add">
          <ac:chgData name="Guan Wang" userId="5375c050-d6a4-4212-980e-f548dd476485" providerId="ADAL" clId="{DA0E661D-D1FD-FF4C-82CF-1483AD4DB6C6}" dt="2024-05-29T02:52:02.256" v="0" actId="7634"/>
          <ac:inkMkLst>
            <pc:docMk/>
            <pc:sldMk cId="1889102614" sldId="348"/>
            <ac:inkMk id="3" creationId="{2802522F-1DCC-6A90-641A-EC52566B4354}"/>
          </ac:inkMkLst>
        </pc:inkChg>
      </pc:sldChg>
      <pc:sldChg chg="addSp">
        <pc:chgData name="Guan Wang" userId="5375c050-d6a4-4212-980e-f548dd476485" providerId="ADAL" clId="{DA0E661D-D1FD-FF4C-82CF-1483AD4DB6C6}" dt="2024-05-29T02:52:02.256" v="0" actId="7634"/>
        <pc:sldMkLst>
          <pc:docMk/>
          <pc:sldMk cId="1216769125" sldId="349"/>
        </pc:sldMkLst>
        <pc:inkChg chg="add">
          <ac:chgData name="Guan Wang" userId="5375c050-d6a4-4212-980e-f548dd476485" providerId="ADAL" clId="{DA0E661D-D1FD-FF4C-82CF-1483AD4DB6C6}" dt="2024-05-29T02:52:02.256" v="0" actId="7634"/>
          <ac:inkMkLst>
            <pc:docMk/>
            <pc:sldMk cId="1216769125" sldId="349"/>
            <ac:inkMk id="4" creationId="{0A3ECAC2-808C-9D1D-995A-A3460D8E6435}"/>
          </ac:inkMkLst>
        </pc:inkChg>
      </pc:sldChg>
    </pc:docChg>
  </pc:docChgLst>
  <pc:docChgLst>
    <pc:chgData name="Guan Wang" userId="5375c050-d6a4-4212-980e-f548dd476485" providerId="ADAL" clId="{FEE1E8B7-2351-114C-8327-2CA47779C563}"/>
    <pc:docChg chg="custSel modSld">
      <pc:chgData name="Guan Wang" userId="5375c050-d6a4-4212-980e-f548dd476485" providerId="ADAL" clId="{FEE1E8B7-2351-114C-8327-2CA47779C563}" dt="2024-06-18T02:35:11.354" v="0" actId="7634"/>
      <pc:docMkLst>
        <pc:docMk/>
      </pc:docMkLst>
      <pc:sldChg chg="addSp">
        <pc:chgData name="Guan Wang" userId="5375c050-d6a4-4212-980e-f548dd476485" providerId="ADAL" clId="{FEE1E8B7-2351-114C-8327-2CA47779C563}" dt="2024-06-18T02:35:11.354" v="0" actId="7634"/>
        <pc:sldMkLst>
          <pc:docMk/>
          <pc:sldMk cId="1244038570" sldId="326"/>
        </pc:sldMkLst>
        <pc:inkChg chg="add">
          <ac:chgData name="Guan Wang" userId="5375c050-d6a4-4212-980e-f548dd476485" providerId="ADAL" clId="{FEE1E8B7-2351-114C-8327-2CA47779C563}" dt="2024-06-18T02:35:11.354" v="0" actId="7634"/>
          <ac:inkMkLst>
            <pc:docMk/>
            <pc:sldMk cId="1244038570" sldId="326"/>
            <ac:inkMk id="3" creationId="{3B054117-ACB2-45AD-5918-6522FF1C927E}"/>
          </ac:inkMkLst>
        </pc:inkChg>
      </pc:sldChg>
      <pc:sldChg chg="addSp">
        <pc:chgData name="Guan Wang" userId="5375c050-d6a4-4212-980e-f548dd476485" providerId="ADAL" clId="{FEE1E8B7-2351-114C-8327-2CA47779C563}" dt="2024-06-18T02:35:11.354" v="0" actId="7634"/>
        <pc:sldMkLst>
          <pc:docMk/>
          <pc:sldMk cId="1216769125" sldId="349"/>
        </pc:sldMkLst>
        <pc:inkChg chg="add">
          <ac:chgData name="Guan Wang" userId="5375c050-d6a4-4212-980e-f548dd476485" providerId="ADAL" clId="{FEE1E8B7-2351-114C-8327-2CA47779C563}" dt="2024-06-18T02:35:11.354" v="0" actId="7634"/>
          <ac:inkMkLst>
            <pc:docMk/>
            <pc:sldMk cId="1216769125" sldId="349"/>
            <ac:inkMk id="4" creationId="{2B4CAB2E-8CB0-8B8D-A20E-5BB659674121}"/>
          </ac:inkMkLst>
        </pc:inkChg>
      </pc:sldChg>
      <pc:sldChg chg="addSp">
        <pc:chgData name="Guan Wang" userId="5375c050-d6a4-4212-980e-f548dd476485" providerId="ADAL" clId="{FEE1E8B7-2351-114C-8327-2CA47779C563}" dt="2024-06-18T02:35:11.354" v="0" actId="7634"/>
        <pc:sldMkLst>
          <pc:docMk/>
          <pc:sldMk cId="2836517454" sldId="350"/>
        </pc:sldMkLst>
        <pc:inkChg chg="add">
          <ac:chgData name="Guan Wang" userId="5375c050-d6a4-4212-980e-f548dd476485" providerId="ADAL" clId="{FEE1E8B7-2351-114C-8327-2CA47779C563}" dt="2024-06-18T02:35:11.354" v="0" actId="7634"/>
          <ac:inkMkLst>
            <pc:docMk/>
            <pc:sldMk cId="2836517454" sldId="350"/>
            <ac:inkMk id="4" creationId="{1C8CF1EE-76F0-C9FC-B661-48D7224771BD}"/>
          </ac:inkMkLst>
        </pc:inkChg>
      </pc:sldChg>
      <pc:sldChg chg="addSp">
        <pc:chgData name="Guan Wang" userId="5375c050-d6a4-4212-980e-f548dd476485" providerId="ADAL" clId="{FEE1E8B7-2351-114C-8327-2CA47779C563}" dt="2024-06-18T02:35:11.354" v="0" actId="7634"/>
        <pc:sldMkLst>
          <pc:docMk/>
          <pc:sldMk cId="2762148926" sldId="351"/>
        </pc:sldMkLst>
        <pc:inkChg chg="add">
          <ac:chgData name="Guan Wang" userId="5375c050-d6a4-4212-980e-f548dd476485" providerId="ADAL" clId="{FEE1E8B7-2351-114C-8327-2CA47779C563}" dt="2024-06-18T02:35:11.354" v="0" actId="7634"/>
          <ac:inkMkLst>
            <pc:docMk/>
            <pc:sldMk cId="2762148926" sldId="351"/>
            <ac:inkMk id="4" creationId="{C51D0C00-883F-8B83-F601-878D7C375E75}"/>
          </ac:inkMkLst>
        </pc:inkChg>
      </pc:sldChg>
      <pc:sldChg chg="addSp">
        <pc:chgData name="Guan Wang" userId="5375c050-d6a4-4212-980e-f548dd476485" providerId="ADAL" clId="{FEE1E8B7-2351-114C-8327-2CA47779C563}" dt="2024-06-18T02:35:11.354" v="0" actId="7634"/>
        <pc:sldMkLst>
          <pc:docMk/>
          <pc:sldMk cId="772658975" sldId="352"/>
        </pc:sldMkLst>
        <pc:inkChg chg="add">
          <ac:chgData name="Guan Wang" userId="5375c050-d6a4-4212-980e-f548dd476485" providerId="ADAL" clId="{FEE1E8B7-2351-114C-8327-2CA47779C563}" dt="2024-06-18T02:35:11.354" v="0" actId="7634"/>
          <ac:inkMkLst>
            <pc:docMk/>
            <pc:sldMk cId="772658975" sldId="352"/>
            <ac:inkMk id="4" creationId="{EC9409EC-A174-3B24-7C47-A48EAEC3349B}"/>
          </ac:inkMkLst>
        </pc:inkChg>
      </pc:sldChg>
    </pc:docChg>
  </pc:docChgLst>
  <pc:docChgLst>
    <pc:chgData name="Guan Wang" userId="5375c050-d6a4-4212-980e-f548dd476485" providerId="ADAL" clId="{E035958B-88CA-40D1-A5AE-4D1FC8136608}"/>
    <pc:docChg chg="undo custSel addSld delSld modSld">
      <pc:chgData name="Guan Wang" userId="5375c050-d6a4-4212-980e-f548dd476485" providerId="ADAL" clId="{E035958B-88CA-40D1-A5AE-4D1FC8136608}" dt="2024-05-06T14:11:43.935" v="11" actId="2696"/>
      <pc:docMkLst>
        <pc:docMk/>
      </pc:docMkLst>
      <pc:sldChg chg="modNotesTx">
        <pc:chgData name="Guan Wang" userId="5375c050-d6a4-4212-980e-f548dd476485" providerId="ADAL" clId="{E035958B-88CA-40D1-A5AE-4D1FC8136608}" dt="2024-05-06T14:11:06.820" v="0" actId="20577"/>
        <pc:sldMkLst>
          <pc:docMk/>
          <pc:sldMk cId="0" sldId="256"/>
        </pc:sldMkLst>
      </pc:sldChg>
      <pc:sldChg chg="modNotesTx">
        <pc:chgData name="Guan Wang" userId="5375c050-d6a4-4212-980e-f548dd476485" providerId="ADAL" clId="{E035958B-88CA-40D1-A5AE-4D1FC8136608}" dt="2024-05-06T14:11:19.981" v="5" actId="20577"/>
        <pc:sldMkLst>
          <pc:docMk/>
          <pc:sldMk cId="884139968" sldId="295"/>
        </pc:sldMkLst>
      </pc:sldChg>
      <pc:sldChg chg="modNotesTx">
        <pc:chgData name="Guan Wang" userId="5375c050-d6a4-4212-980e-f548dd476485" providerId="ADAL" clId="{E035958B-88CA-40D1-A5AE-4D1FC8136608}" dt="2024-05-06T14:11:23.131" v="6" actId="20577"/>
        <pc:sldMkLst>
          <pc:docMk/>
          <pc:sldMk cId="1786977950" sldId="296"/>
        </pc:sldMkLst>
      </pc:sldChg>
      <pc:sldChg chg="modNotesTx">
        <pc:chgData name="Guan Wang" userId="5375c050-d6a4-4212-980e-f548dd476485" providerId="ADAL" clId="{E035958B-88CA-40D1-A5AE-4D1FC8136608}" dt="2024-05-06T14:11:09.395" v="1" actId="20577"/>
        <pc:sldMkLst>
          <pc:docMk/>
          <pc:sldMk cId="1292758061" sldId="303"/>
        </pc:sldMkLst>
      </pc:sldChg>
      <pc:sldChg chg="modNotesTx">
        <pc:chgData name="Guan Wang" userId="5375c050-d6a4-4212-980e-f548dd476485" providerId="ADAL" clId="{E035958B-88CA-40D1-A5AE-4D1FC8136608}" dt="2024-05-06T14:11:11.850" v="2" actId="20577"/>
        <pc:sldMkLst>
          <pc:docMk/>
          <pc:sldMk cId="4104588341" sldId="304"/>
        </pc:sldMkLst>
      </pc:sldChg>
      <pc:sldChg chg="modNotesTx">
        <pc:chgData name="Guan Wang" userId="5375c050-d6a4-4212-980e-f548dd476485" providerId="ADAL" clId="{E035958B-88CA-40D1-A5AE-4D1FC8136608}" dt="2024-05-06T14:11:14.277" v="3" actId="20577"/>
        <pc:sldMkLst>
          <pc:docMk/>
          <pc:sldMk cId="2624575177" sldId="305"/>
        </pc:sldMkLst>
      </pc:sldChg>
      <pc:sldChg chg="modNotesTx">
        <pc:chgData name="Guan Wang" userId="5375c050-d6a4-4212-980e-f548dd476485" providerId="ADAL" clId="{E035958B-88CA-40D1-A5AE-4D1FC8136608}" dt="2024-05-06T14:11:16.757" v="4" actId="20577"/>
        <pc:sldMkLst>
          <pc:docMk/>
          <pc:sldMk cId="2977654365" sldId="306"/>
        </pc:sldMkLst>
      </pc:sldChg>
      <pc:sldChg chg="modNotesTx">
        <pc:chgData name="Guan Wang" userId="5375c050-d6a4-4212-980e-f548dd476485" providerId="ADAL" clId="{E035958B-88CA-40D1-A5AE-4D1FC8136608}" dt="2024-05-06T14:11:28.845" v="8" actId="20577"/>
        <pc:sldMkLst>
          <pc:docMk/>
          <pc:sldMk cId="2484500570" sldId="307"/>
        </pc:sldMkLst>
      </pc:sldChg>
      <pc:sldChg chg="del">
        <pc:chgData name="Guan Wang" userId="5375c050-d6a4-4212-980e-f548dd476485" providerId="ADAL" clId="{E035958B-88CA-40D1-A5AE-4D1FC8136608}" dt="2024-05-06T14:11:35.245" v="9" actId="2696"/>
        <pc:sldMkLst>
          <pc:docMk/>
          <pc:sldMk cId="3438040821" sldId="308"/>
        </pc:sldMkLst>
      </pc:sldChg>
      <pc:sldChg chg="del">
        <pc:chgData name="Guan Wang" userId="5375c050-d6a4-4212-980e-f548dd476485" providerId="ADAL" clId="{E035958B-88CA-40D1-A5AE-4D1FC8136608}" dt="2024-05-06T14:11:35.245" v="9" actId="2696"/>
        <pc:sldMkLst>
          <pc:docMk/>
          <pc:sldMk cId="629199185" sldId="309"/>
        </pc:sldMkLst>
      </pc:sldChg>
      <pc:sldChg chg="del">
        <pc:chgData name="Guan Wang" userId="5375c050-d6a4-4212-980e-f548dd476485" providerId="ADAL" clId="{E035958B-88CA-40D1-A5AE-4D1FC8136608}" dt="2024-05-06T14:11:35.245" v="9" actId="2696"/>
        <pc:sldMkLst>
          <pc:docMk/>
          <pc:sldMk cId="3838195969" sldId="310"/>
        </pc:sldMkLst>
      </pc:sldChg>
      <pc:sldChg chg="del">
        <pc:chgData name="Guan Wang" userId="5375c050-d6a4-4212-980e-f548dd476485" providerId="ADAL" clId="{E035958B-88CA-40D1-A5AE-4D1FC8136608}" dt="2024-05-06T14:11:35.245" v="9" actId="2696"/>
        <pc:sldMkLst>
          <pc:docMk/>
          <pc:sldMk cId="1370825274" sldId="311"/>
        </pc:sldMkLst>
      </pc:sldChg>
      <pc:sldChg chg="add del">
        <pc:chgData name="Guan Wang" userId="5375c050-d6a4-4212-980e-f548dd476485" providerId="ADAL" clId="{E035958B-88CA-40D1-A5AE-4D1FC8136608}" dt="2024-05-06T14:11:43.935" v="11" actId="2696"/>
        <pc:sldMkLst>
          <pc:docMk/>
          <pc:sldMk cId="2255061590" sldId="312"/>
        </pc:sldMkLst>
      </pc:sldChg>
      <pc:sldChg chg="modNotesTx">
        <pc:chgData name="Guan Wang" userId="5375c050-d6a4-4212-980e-f548dd476485" providerId="ADAL" clId="{E035958B-88CA-40D1-A5AE-4D1FC8136608}" dt="2024-05-06T14:11:26.284" v="7" actId="20577"/>
        <pc:sldMkLst>
          <pc:docMk/>
          <pc:sldMk cId="4089648078" sldId="313"/>
        </pc:sldMkLst>
      </pc:sldChg>
      <pc:sldChg chg="del">
        <pc:chgData name="Guan Wang" userId="5375c050-d6a4-4212-980e-f548dd476485" providerId="ADAL" clId="{E035958B-88CA-40D1-A5AE-4D1FC8136608}" dt="2024-05-06T14:11:35.245" v="9" actId="2696"/>
        <pc:sldMkLst>
          <pc:docMk/>
          <pc:sldMk cId="2786142115" sldId="314"/>
        </pc:sldMkLst>
      </pc:sldChg>
    </pc:docChg>
  </pc:docChgLst>
  <pc:docChgLst>
    <pc:chgData name="Guan Wang" userId="5375c050-d6a4-4212-980e-f548dd476485" providerId="ADAL" clId="{48466AFF-F2C2-4424-9042-F9D4E9E65FEA}"/>
    <pc:docChg chg="custSel modSld">
      <pc:chgData name="Guan Wang" userId="5375c050-d6a4-4212-980e-f548dd476485" providerId="ADAL" clId="{48466AFF-F2C2-4424-9042-F9D4E9E65FEA}" dt="2024-06-17T23:39:48.776" v="5" actId="478"/>
      <pc:docMkLst>
        <pc:docMk/>
      </pc:docMkLst>
      <pc:sldChg chg="delSp mod">
        <pc:chgData name="Guan Wang" userId="5375c050-d6a4-4212-980e-f548dd476485" providerId="ADAL" clId="{48466AFF-F2C2-4424-9042-F9D4E9E65FEA}" dt="2024-06-17T23:39:27.427" v="0" actId="478"/>
        <pc:sldMkLst>
          <pc:docMk/>
          <pc:sldMk cId="1244038570" sldId="326"/>
        </pc:sldMkLst>
        <pc:inkChg chg="del">
          <ac:chgData name="Guan Wang" userId="5375c050-d6a4-4212-980e-f548dd476485" providerId="ADAL" clId="{48466AFF-F2C2-4424-9042-F9D4E9E65FEA}" dt="2024-06-17T23:39:27.427" v="0" actId="478"/>
          <ac:inkMkLst>
            <pc:docMk/>
            <pc:sldMk cId="1244038570" sldId="326"/>
            <ac:inkMk id="3" creationId="{80B3AACA-15CD-6310-7A91-F48AEE508998}"/>
          </ac:inkMkLst>
        </pc:inkChg>
      </pc:sldChg>
      <pc:sldChg chg="delSp mod">
        <pc:chgData name="Guan Wang" userId="5375c050-d6a4-4212-980e-f548dd476485" providerId="ADAL" clId="{48466AFF-F2C2-4424-9042-F9D4E9E65FEA}" dt="2024-06-17T23:39:48.776" v="5" actId="478"/>
        <pc:sldMkLst>
          <pc:docMk/>
          <pc:sldMk cId="1216769125" sldId="349"/>
        </pc:sldMkLst>
        <pc:inkChg chg="del">
          <ac:chgData name="Guan Wang" userId="5375c050-d6a4-4212-980e-f548dd476485" providerId="ADAL" clId="{48466AFF-F2C2-4424-9042-F9D4E9E65FEA}" dt="2024-06-17T23:39:48.776" v="5" actId="478"/>
          <ac:inkMkLst>
            <pc:docMk/>
            <pc:sldMk cId="1216769125" sldId="349"/>
            <ac:inkMk id="4" creationId="{AE31F44B-552A-527F-2918-EE177206B72B}"/>
          </ac:inkMkLst>
        </pc:inkChg>
      </pc:sldChg>
      <pc:sldChg chg="delSp mod">
        <pc:chgData name="Guan Wang" userId="5375c050-d6a4-4212-980e-f548dd476485" providerId="ADAL" clId="{48466AFF-F2C2-4424-9042-F9D4E9E65FEA}" dt="2024-06-17T23:39:38.009" v="2" actId="478"/>
        <pc:sldMkLst>
          <pc:docMk/>
          <pc:sldMk cId="2836517454" sldId="350"/>
        </pc:sldMkLst>
        <pc:inkChg chg="del">
          <ac:chgData name="Guan Wang" userId="5375c050-d6a4-4212-980e-f548dd476485" providerId="ADAL" clId="{48466AFF-F2C2-4424-9042-F9D4E9E65FEA}" dt="2024-06-17T23:39:37.419" v="1" actId="478"/>
          <ac:inkMkLst>
            <pc:docMk/>
            <pc:sldMk cId="2836517454" sldId="350"/>
            <ac:inkMk id="4" creationId="{2134EC41-7D4B-13F7-7BCE-FC4B119286DD}"/>
          </ac:inkMkLst>
        </pc:inkChg>
        <pc:inkChg chg="del">
          <ac:chgData name="Guan Wang" userId="5375c050-d6a4-4212-980e-f548dd476485" providerId="ADAL" clId="{48466AFF-F2C2-4424-9042-F9D4E9E65FEA}" dt="2024-06-17T23:39:38.009" v="2" actId="478"/>
          <ac:inkMkLst>
            <pc:docMk/>
            <pc:sldMk cId="2836517454" sldId="350"/>
            <ac:inkMk id="5" creationId="{43F6B563-D797-3328-4F5A-607C2E64E84C}"/>
          </ac:inkMkLst>
        </pc:inkChg>
      </pc:sldChg>
      <pc:sldChg chg="delSp mod">
        <pc:chgData name="Guan Wang" userId="5375c050-d6a4-4212-980e-f548dd476485" providerId="ADAL" clId="{48466AFF-F2C2-4424-9042-F9D4E9E65FEA}" dt="2024-06-17T23:39:41.260" v="3" actId="478"/>
        <pc:sldMkLst>
          <pc:docMk/>
          <pc:sldMk cId="2762148926" sldId="351"/>
        </pc:sldMkLst>
        <pc:inkChg chg="del">
          <ac:chgData name="Guan Wang" userId="5375c050-d6a4-4212-980e-f548dd476485" providerId="ADAL" clId="{48466AFF-F2C2-4424-9042-F9D4E9E65FEA}" dt="2024-06-17T23:39:41.260" v="3" actId="478"/>
          <ac:inkMkLst>
            <pc:docMk/>
            <pc:sldMk cId="2762148926" sldId="351"/>
            <ac:inkMk id="4" creationId="{DFCDBA94-6752-A1E6-7FC2-F755A7CC6669}"/>
          </ac:inkMkLst>
        </pc:inkChg>
      </pc:sldChg>
      <pc:sldChg chg="delSp mod">
        <pc:chgData name="Guan Wang" userId="5375c050-d6a4-4212-980e-f548dd476485" providerId="ADAL" clId="{48466AFF-F2C2-4424-9042-F9D4E9E65FEA}" dt="2024-06-17T23:39:44.707" v="4" actId="478"/>
        <pc:sldMkLst>
          <pc:docMk/>
          <pc:sldMk cId="772658975" sldId="352"/>
        </pc:sldMkLst>
        <pc:inkChg chg="del">
          <ac:chgData name="Guan Wang" userId="5375c050-d6a4-4212-980e-f548dd476485" providerId="ADAL" clId="{48466AFF-F2C2-4424-9042-F9D4E9E65FEA}" dt="2024-06-17T23:39:44.707" v="4" actId="478"/>
          <ac:inkMkLst>
            <pc:docMk/>
            <pc:sldMk cId="772658975" sldId="352"/>
            <ac:inkMk id="4" creationId="{747C0CDE-6794-1746-F0A5-C293144CF085}"/>
          </ac:inkMkLst>
        </pc:inkChg>
      </pc:sldChg>
    </pc:docChg>
  </pc:docChgLst>
  <pc:docChgLst>
    <pc:chgData name="Guan Wang" userId="5375c050-d6a4-4212-980e-f548dd476485" providerId="ADAL" clId="{798198A7-777D-46C1-87F6-6E635503B7DF}"/>
    <pc:docChg chg="custSel modSld">
      <pc:chgData name="Guan Wang" userId="5375c050-d6a4-4212-980e-f548dd476485" providerId="ADAL" clId="{798198A7-777D-46C1-87F6-6E635503B7DF}" dt="2024-05-03T14:00:55.771" v="15" actId="478"/>
      <pc:docMkLst>
        <pc:docMk/>
      </pc:docMkLst>
      <pc:sldChg chg="modSp">
        <pc:chgData name="Guan Wang" userId="5375c050-d6a4-4212-980e-f548dd476485" providerId="ADAL" clId="{798198A7-777D-46C1-87F6-6E635503B7DF}" dt="2024-05-03T14:00:40.202" v="12" actId="20577"/>
        <pc:sldMkLst>
          <pc:docMk/>
          <pc:sldMk cId="1942940566" sldId="285"/>
        </pc:sldMkLst>
        <pc:spChg chg="mod">
          <ac:chgData name="Guan Wang" userId="5375c050-d6a4-4212-980e-f548dd476485" providerId="ADAL" clId="{798198A7-777D-46C1-87F6-6E635503B7DF}" dt="2024-05-03T14:00:18.329" v="1" actId="20577"/>
          <ac:spMkLst>
            <pc:docMk/>
            <pc:sldMk cId="1942940566" sldId="285"/>
            <ac:spMk id="4" creationId="{162C6974-A20B-2CDB-8239-B14BFE32396C}"/>
          </ac:spMkLst>
        </pc:spChg>
        <pc:spChg chg="mod">
          <ac:chgData name="Guan Wang" userId="5375c050-d6a4-4212-980e-f548dd476485" providerId="ADAL" clId="{798198A7-777D-46C1-87F6-6E635503B7DF}" dt="2024-05-03T14:00:24.817" v="5" actId="20577"/>
          <ac:spMkLst>
            <pc:docMk/>
            <pc:sldMk cId="1942940566" sldId="285"/>
            <ac:spMk id="5" creationId="{F88D93F4-2B2B-5BA1-8631-A502B15B6E21}"/>
          </ac:spMkLst>
        </pc:spChg>
        <pc:spChg chg="mod">
          <ac:chgData name="Guan Wang" userId="5375c050-d6a4-4212-980e-f548dd476485" providerId="ADAL" clId="{798198A7-777D-46C1-87F6-6E635503B7DF}" dt="2024-05-03T14:00:40.202" v="12" actId="20577"/>
          <ac:spMkLst>
            <pc:docMk/>
            <pc:sldMk cId="1942940566" sldId="285"/>
            <ac:spMk id="6" creationId="{5B816D9D-B72A-C19F-9EE9-7E499A769470}"/>
          </ac:spMkLst>
        </pc:spChg>
      </pc:sldChg>
      <pc:sldChg chg="delSp modSp mod">
        <pc:chgData name="Guan Wang" userId="5375c050-d6a4-4212-980e-f548dd476485" providerId="ADAL" clId="{798198A7-777D-46C1-87F6-6E635503B7DF}" dt="2024-05-03T14:00:55.771" v="15" actId="478"/>
        <pc:sldMkLst>
          <pc:docMk/>
          <pc:sldMk cId="3321833285" sldId="286"/>
        </pc:sldMkLst>
        <pc:spChg chg="mod">
          <ac:chgData name="Guan Wang" userId="5375c050-d6a4-4212-980e-f548dd476485" providerId="ADAL" clId="{798198A7-777D-46C1-87F6-6E635503B7DF}" dt="2024-05-03T14:00:48.269" v="14" actId="20577"/>
          <ac:spMkLst>
            <pc:docMk/>
            <pc:sldMk cId="3321833285" sldId="286"/>
            <ac:spMk id="5" creationId="{DBF46E68-F8FC-8BD5-78B1-365D84672913}"/>
          </ac:spMkLst>
        </pc:spChg>
        <pc:spChg chg="del">
          <ac:chgData name="Guan Wang" userId="5375c050-d6a4-4212-980e-f548dd476485" providerId="ADAL" clId="{798198A7-777D-46C1-87F6-6E635503B7DF}" dt="2024-05-03T14:00:47.512" v="13" actId="478"/>
          <ac:spMkLst>
            <pc:docMk/>
            <pc:sldMk cId="3321833285" sldId="286"/>
            <ac:spMk id="6" creationId="{3466F0A0-D79A-B944-B8DA-844484A08E5E}"/>
          </ac:spMkLst>
        </pc:spChg>
        <pc:spChg chg="del">
          <ac:chgData name="Guan Wang" userId="5375c050-d6a4-4212-980e-f548dd476485" providerId="ADAL" clId="{798198A7-777D-46C1-87F6-6E635503B7DF}" dt="2024-05-03T14:00:55.771" v="15" actId="478"/>
          <ac:spMkLst>
            <pc:docMk/>
            <pc:sldMk cId="3321833285" sldId="286"/>
            <ac:spMk id="7" creationId="{19599172-6398-3774-A4D4-90CB0832E9FE}"/>
          </ac:spMkLst>
        </pc:spChg>
      </pc:sldChg>
    </pc:docChg>
  </pc:docChgLst>
  <pc:docChgLst>
    <pc:chgData name="Guan Wang" userId="5375c050-d6a4-4212-980e-f548dd476485" providerId="ADAL" clId="{E5AE7DA2-22CF-4574-B9B2-BD6A0BD16AFF}"/>
    <pc:docChg chg="custSel modSld">
      <pc:chgData name="Guan Wang" userId="5375c050-d6a4-4212-980e-f548dd476485" providerId="ADAL" clId="{E5AE7DA2-22CF-4574-B9B2-BD6A0BD16AFF}" dt="2024-06-04T06:17:32.106" v="0" actId="478"/>
      <pc:docMkLst>
        <pc:docMk/>
      </pc:docMkLst>
      <pc:sldChg chg="delSp mod">
        <pc:chgData name="Guan Wang" userId="5375c050-d6a4-4212-980e-f548dd476485" providerId="ADAL" clId="{E5AE7DA2-22CF-4574-B9B2-BD6A0BD16AFF}" dt="2024-06-04T06:17:32.106" v="0" actId="478"/>
        <pc:sldMkLst>
          <pc:docMk/>
          <pc:sldMk cId="1216769125" sldId="349"/>
        </pc:sldMkLst>
        <pc:inkChg chg="del">
          <ac:chgData name="Guan Wang" userId="5375c050-d6a4-4212-980e-f548dd476485" providerId="ADAL" clId="{E5AE7DA2-22CF-4574-B9B2-BD6A0BD16AFF}" dt="2024-06-04T06:17:32.106" v="0" actId="478"/>
          <ac:inkMkLst>
            <pc:docMk/>
            <pc:sldMk cId="1216769125" sldId="349"/>
            <ac:inkMk id="4" creationId="{0A3ECAC2-808C-9D1D-995A-A3460D8E6435}"/>
          </ac:inkMkLst>
        </pc:inkChg>
      </pc:sldChg>
    </pc:docChg>
  </pc:docChgLst>
  <pc:docChgLst>
    <pc:chgData name="Guan Wang" userId="5375c050-d6a4-4212-980e-f548dd476485" providerId="ADAL" clId="{2AB62749-2764-4798-A142-3D9DEDCAC482}"/>
    <pc:docChg chg="undo redo custSel addSld delSld modSld sldOrd">
      <pc:chgData name="Guan Wang" userId="5375c050-d6a4-4212-980e-f548dd476485" providerId="ADAL" clId="{2AB62749-2764-4798-A142-3D9DEDCAC482}" dt="2024-05-07T22:09:48.734" v="3701" actId="2696"/>
      <pc:docMkLst>
        <pc:docMk/>
      </pc:docMkLst>
      <pc:sldChg chg="modSp mod modNotesTx">
        <pc:chgData name="Guan Wang" userId="5375c050-d6a4-4212-980e-f548dd476485" providerId="ADAL" clId="{2AB62749-2764-4798-A142-3D9DEDCAC482}" dt="2024-05-06T14:39:56.780" v="66" actId="20577"/>
        <pc:sldMkLst>
          <pc:docMk/>
          <pc:sldMk cId="0" sldId="256"/>
        </pc:sldMkLst>
        <pc:spChg chg="mod">
          <ac:chgData name="Guan Wang" userId="5375c050-d6a4-4212-980e-f548dd476485" providerId="ADAL" clId="{2AB62749-2764-4798-A142-3D9DEDCAC482}" dt="2024-05-06T14:24:29.486" v="16" actId="27636"/>
          <ac:spMkLst>
            <pc:docMk/>
            <pc:sldMk cId="0" sldId="256"/>
            <ac:spMk id="66" creationId="{00000000-0000-0000-0000-000000000000}"/>
          </ac:spMkLst>
        </pc:spChg>
      </pc:sldChg>
      <pc:sldChg chg="del">
        <pc:chgData name="Guan Wang" userId="5375c050-d6a4-4212-980e-f548dd476485" providerId="ADAL" clId="{2AB62749-2764-4798-A142-3D9DEDCAC482}" dt="2024-05-07T22:09:48.734" v="3701" actId="2696"/>
        <pc:sldMkLst>
          <pc:docMk/>
          <pc:sldMk cId="884139968" sldId="295"/>
        </pc:sldMkLst>
      </pc:sldChg>
      <pc:sldChg chg="del">
        <pc:chgData name="Guan Wang" userId="5375c050-d6a4-4212-980e-f548dd476485" providerId="ADAL" clId="{2AB62749-2764-4798-A142-3D9DEDCAC482}" dt="2024-05-07T22:09:48.734" v="3701" actId="2696"/>
        <pc:sldMkLst>
          <pc:docMk/>
          <pc:sldMk cId="1786977950" sldId="296"/>
        </pc:sldMkLst>
      </pc:sldChg>
      <pc:sldChg chg="del ord">
        <pc:chgData name="Guan Wang" userId="5375c050-d6a4-4212-980e-f548dd476485" providerId="ADAL" clId="{2AB62749-2764-4798-A142-3D9DEDCAC482}" dt="2024-05-07T22:09:48.734" v="3701" actId="2696"/>
        <pc:sldMkLst>
          <pc:docMk/>
          <pc:sldMk cId="1292758061" sldId="303"/>
        </pc:sldMkLst>
      </pc:sldChg>
      <pc:sldChg chg="del">
        <pc:chgData name="Guan Wang" userId="5375c050-d6a4-4212-980e-f548dd476485" providerId="ADAL" clId="{2AB62749-2764-4798-A142-3D9DEDCAC482}" dt="2024-05-07T22:09:48.734" v="3701" actId="2696"/>
        <pc:sldMkLst>
          <pc:docMk/>
          <pc:sldMk cId="4104588341" sldId="304"/>
        </pc:sldMkLst>
      </pc:sldChg>
      <pc:sldChg chg="del">
        <pc:chgData name="Guan Wang" userId="5375c050-d6a4-4212-980e-f548dd476485" providerId="ADAL" clId="{2AB62749-2764-4798-A142-3D9DEDCAC482}" dt="2024-05-07T22:09:48.734" v="3701" actId="2696"/>
        <pc:sldMkLst>
          <pc:docMk/>
          <pc:sldMk cId="2624575177" sldId="305"/>
        </pc:sldMkLst>
      </pc:sldChg>
      <pc:sldChg chg="del">
        <pc:chgData name="Guan Wang" userId="5375c050-d6a4-4212-980e-f548dd476485" providerId="ADAL" clId="{2AB62749-2764-4798-A142-3D9DEDCAC482}" dt="2024-05-07T22:09:48.734" v="3701" actId="2696"/>
        <pc:sldMkLst>
          <pc:docMk/>
          <pc:sldMk cId="2977654365" sldId="306"/>
        </pc:sldMkLst>
      </pc:sldChg>
      <pc:sldChg chg="del">
        <pc:chgData name="Guan Wang" userId="5375c050-d6a4-4212-980e-f548dd476485" providerId="ADAL" clId="{2AB62749-2764-4798-A142-3D9DEDCAC482}" dt="2024-05-07T22:09:48.734" v="3701" actId="2696"/>
        <pc:sldMkLst>
          <pc:docMk/>
          <pc:sldMk cId="2484500570" sldId="307"/>
        </pc:sldMkLst>
      </pc:sldChg>
      <pc:sldChg chg="del">
        <pc:chgData name="Guan Wang" userId="5375c050-d6a4-4212-980e-f548dd476485" providerId="ADAL" clId="{2AB62749-2764-4798-A142-3D9DEDCAC482}" dt="2024-05-07T22:09:48.734" v="3701" actId="2696"/>
        <pc:sldMkLst>
          <pc:docMk/>
          <pc:sldMk cId="2255061590" sldId="312"/>
        </pc:sldMkLst>
      </pc:sldChg>
      <pc:sldChg chg="del">
        <pc:chgData name="Guan Wang" userId="5375c050-d6a4-4212-980e-f548dd476485" providerId="ADAL" clId="{2AB62749-2764-4798-A142-3D9DEDCAC482}" dt="2024-05-07T22:09:48.734" v="3701" actId="2696"/>
        <pc:sldMkLst>
          <pc:docMk/>
          <pc:sldMk cId="4089648078" sldId="313"/>
        </pc:sldMkLst>
      </pc:sldChg>
      <pc:sldChg chg="modSp new del mod">
        <pc:chgData name="Guan Wang" userId="5375c050-d6a4-4212-980e-f548dd476485" providerId="ADAL" clId="{2AB62749-2764-4798-A142-3D9DEDCAC482}" dt="2024-05-07T22:09:48.734" v="3701" actId="2696"/>
        <pc:sldMkLst>
          <pc:docMk/>
          <pc:sldMk cId="4145343387" sldId="314"/>
        </pc:sldMkLst>
        <pc:spChg chg="mod">
          <ac:chgData name="Guan Wang" userId="5375c050-d6a4-4212-980e-f548dd476485" providerId="ADAL" clId="{2AB62749-2764-4798-A142-3D9DEDCAC482}" dt="2024-05-06T15:05:16.916" v="87" actId="27636"/>
          <ac:spMkLst>
            <pc:docMk/>
            <pc:sldMk cId="4145343387" sldId="314"/>
            <ac:spMk id="2" creationId="{12B033E8-E280-3A97-E65D-1A07BA90D2F5}"/>
          </ac:spMkLst>
        </pc:spChg>
        <pc:spChg chg="mod">
          <ac:chgData name="Guan Wang" userId="5375c050-d6a4-4212-980e-f548dd476485" providerId="ADAL" clId="{2AB62749-2764-4798-A142-3D9DEDCAC482}" dt="2024-05-07T17:01:08.970" v="3697"/>
          <ac:spMkLst>
            <pc:docMk/>
            <pc:sldMk cId="4145343387" sldId="314"/>
            <ac:spMk id="3" creationId="{D6A0B79E-CE1A-9E82-3AB6-8404B1BDE2BB}"/>
          </ac:spMkLst>
        </pc:spChg>
      </pc:sldChg>
      <pc:sldChg chg="new del">
        <pc:chgData name="Guan Wang" userId="5375c050-d6a4-4212-980e-f548dd476485" providerId="ADAL" clId="{2AB62749-2764-4798-A142-3D9DEDCAC482}" dt="2024-05-06T14:39:23.648" v="51" actId="680"/>
        <pc:sldMkLst>
          <pc:docMk/>
          <pc:sldMk cId="4197551654" sldId="314"/>
        </pc:sldMkLst>
      </pc:sldChg>
      <pc:sldChg chg="delSp modSp new mod modNotesTx">
        <pc:chgData name="Guan Wang" userId="5375c050-d6a4-4212-980e-f548dd476485" providerId="ADAL" clId="{2AB62749-2764-4798-A142-3D9DEDCAC482}" dt="2024-05-07T11:02:58.370" v="795" actId="20577"/>
        <pc:sldMkLst>
          <pc:docMk/>
          <pc:sldMk cId="1840087807" sldId="315"/>
        </pc:sldMkLst>
        <pc:spChg chg="del">
          <ac:chgData name="Guan Wang" userId="5375c050-d6a4-4212-980e-f548dd476485" providerId="ADAL" clId="{2AB62749-2764-4798-A142-3D9DEDCAC482}" dt="2024-05-06T15:05:03.750" v="70" actId="478"/>
          <ac:spMkLst>
            <pc:docMk/>
            <pc:sldMk cId="1840087807" sldId="315"/>
            <ac:spMk id="2" creationId="{BCA497A9-61FA-B51F-1733-D5CCF71CB07F}"/>
          </ac:spMkLst>
        </pc:spChg>
        <pc:spChg chg="mod">
          <ac:chgData name="Guan Wang" userId="5375c050-d6a4-4212-980e-f548dd476485" providerId="ADAL" clId="{2AB62749-2764-4798-A142-3D9DEDCAC482}" dt="2024-05-06T15:26:38.773" v="356" actId="20577"/>
          <ac:spMkLst>
            <pc:docMk/>
            <pc:sldMk cId="1840087807" sldId="315"/>
            <ac:spMk id="3" creationId="{5E9DCA1D-E59B-B7E5-8B60-60E8799ED09A}"/>
          </ac:spMkLst>
        </pc:spChg>
      </pc:sldChg>
      <pc:sldChg chg="addSp delSp modSp new mod modAnim modNotesTx">
        <pc:chgData name="Guan Wang" userId="5375c050-d6a4-4212-980e-f548dd476485" providerId="ADAL" clId="{2AB62749-2764-4798-A142-3D9DEDCAC482}" dt="2024-05-07T13:52:06.620" v="1103" actId="20577"/>
        <pc:sldMkLst>
          <pc:docMk/>
          <pc:sldMk cId="1036447579" sldId="316"/>
        </pc:sldMkLst>
        <pc:spChg chg="del">
          <ac:chgData name="Guan Wang" userId="5375c050-d6a4-4212-980e-f548dd476485" providerId="ADAL" clId="{2AB62749-2764-4798-A142-3D9DEDCAC482}" dt="2024-05-06T15:31:11.721" v="506" actId="478"/>
          <ac:spMkLst>
            <pc:docMk/>
            <pc:sldMk cId="1036447579" sldId="316"/>
            <ac:spMk id="2" creationId="{43F73E40-D00D-940E-90F4-48D81A201D27}"/>
          </ac:spMkLst>
        </pc:spChg>
        <pc:spChg chg="mod">
          <ac:chgData name="Guan Wang" userId="5375c050-d6a4-4212-980e-f548dd476485" providerId="ADAL" clId="{2AB62749-2764-4798-A142-3D9DEDCAC482}" dt="2024-05-06T16:07:51.552" v="751"/>
          <ac:spMkLst>
            <pc:docMk/>
            <pc:sldMk cId="1036447579" sldId="316"/>
            <ac:spMk id="3" creationId="{25A80114-3730-767F-6F7E-E232DFAEEFAE}"/>
          </ac:spMkLst>
        </pc:spChg>
        <pc:spChg chg="add mod">
          <ac:chgData name="Guan Wang" userId="5375c050-d6a4-4212-980e-f548dd476485" providerId="ADAL" clId="{2AB62749-2764-4798-A142-3D9DEDCAC482}" dt="2024-05-06T16:08:51.692" v="776" actId="1076"/>
          <ac:spMkLst>
            <pc:docMk/>
            <pc:sldMk cId="1036447579" sldId="316"/>
            <ac:spMk id="9" creationId="{1DDE97E4-2BF7-CA57-AFF8-8B08BBFAFE3B}"/>
          </ac:spMkLst>
        </pc:spChg>
        <pc:spChg chg="add mod">
          <ac:chgData name="Guan Wang" userId="5375c050-d6a4-4212-980e-f548dd476485" providerId="ADAL" clId="{2AB62749-2764-4798-A142-3D9DEDCAC482}" dt="2024-05-06T16:08:47.392" v="775" actId="1076"/>
          <ac:spMkLst>
            <pc:docMk/>
            <pc:sldMk cId="1036447579" sldId="316"/>
            <ac:spMk id="11" creationId="{43E9DFE8-4E14-E2F0-6A3A-797509CC5D37}"/>
          </ac:spMkLst>
        </pc:spChg>
        <pc:spChg chg="add mod">
          <ac:chgData name="Guan Wang" userId="5375c050-d6a4-4212-980e-f548dd476485" providerId="ADAL" clId="{2AB62749-2764-4798-A142-3D9DEDCAC482}" dt="2024-05-06T16:08:47.392" v="775" actId="1076"/>
          <ac:spMkLst>
            <pc:docMk/>
            <pc:sldMk cId="1036447579" sldId="316"/>
            <ac:spMk id="12" creationId="{6B0BCE5C-7106-9136-68FF-D9263ECC520D}"/>
          </ac:spMkLst>
        </pc:spChg>
        <pc:spChg chg="add mod">
          <ac:chgData name="Guan Wang" userId="5375c050-d6a4-4212-980e-f548dd476485" providerId="ADAL" clId="{2AB62749-2764-4798-A142-3D9DEDCAC482}" dt="2024-05-06T16:08:54.974" v="777" actId="1076"/>
          <ac:spMkLst>
            <pc:docMk/>
            <pc:sldMk cId="1036447579" sldId="316"/>
            <ac:spMk id="15" creationId="{BE284370-5A73-7F9A-EBD8-E16094E26140}"/>
          </ac:spMkLst>
        </pc:spChg>
        <pc:spChg chg="add mod">
          <ac:chgData name="Guan Wang" userId="5375c050-d6a4-4212-980e-f548dd476485" providerId="ADAL" clId="{2AB62749-2764-4798-A142-3D9DEDCAC482}" dt="2024-05-06T16:08:47.392" v="775" actId="1076"/>
          <ac:spMkLst>
            <pc:docMk/>
            <pc:sldMk cId="1036447579" sldId="316"/>
            <ac:spMk id="16" creationId="{0A48CF97-F6F2-B39D-8402-80AC205658E3}"/>
          </ac:spMkLst>
        </pc:spChg>
        <pc:spChg chg="add mod">
          <ac:chgData name="Guan Wang" userId="5375c050-d6a4-4212-980e-f548dd476485" providerId="ADAL" clId="{2AB62749-2764-4798-A142-3D9DEDCAC482}" dt="2024-05-06T16:08:47.392" v="775" actId="1076"/>
          <ac:spMkLst>
            <pc:docMk/>
            <pc:sldMk cId="1036447579" sldId="316"/>
            <ac:spMk id="17" creationId="{25D3A74B-9FE3-6A4D-79EA-E5476B9F7A85}"/>
          </ac:spMkLst>
        </pc:spChg>
        <pc:cxnChg chg="add mod">
          <ac:chgData name="Guan Wang" userId="5375c050-d6a4-4212-980e-f548dd476485" providerId="ADAL" clId="{2AB62749-2764-4798-A142-3D9DEDCAC482}" dt="2024-05-06T16:08:47.392" v="775" actId="1076"/>
          <ac:cxnSpMkLst>
            <pc:docMk/>
            <pc:sldMk cId="1036447579" sldId="316"/>
            <ac:cxnSpMk id="5" creationId="{7BB54DB6-965D-7A13-B3FA-B2FF439284CD}"/>
          </ac:cxnSpMkLst>
        </pc:cxnChg>
        <pc:cxnChg chg="add mod">
          <ac:chgData name="Guan Wang" userId="5375c050-d6a4-4212-980e-f548dd476485" providerId="ADAL" clId="{2AB62749-2764-4798-A142-3D9DEDCAC482}" dt="2024-05-06T16:08:47.392" v="775" actId="1076"/>
          <ac:cxnSpMkLst>
            <pc:docMk/>
            <pc:sldMk cId="1036447579" sldId="316"/>
            <ac:cxnSpMk id="6" creationId="{B53539EB-65E9-703A-3155-A492BC7EB8DE}"/>
          </ac:cxnSpMkLst>
        </pc:cxnChg>
        <pc:cxnChg chg="add mod">
          <ac:chgData name="Guan Wang" userId="5375c050-d6a4-4212-980e-f548dd476485" providerId="ADAL" clId="{2AB62749-2764-4798-A142-3D9DEDCAC482}" dt="2024-05-06T16:08:47.392" v="775" actId="1076"/>
          <ac:cxnSpMkLst>
            <pc:docMk/>
            <pc:sldMk cId="1036447579" sldId="316"/>
            <ac:cxnSpMk id="13" creationId="{8BF18A07-AB71-9814-F353-A579D6173D28}"/>
          </ac:cxnSpMkLst>
        </pc:cxnChg>
        <pc:cxnChg chg="add mod">
          <ac:chgData name="Guan Wang" userId="5375c050-d6a4-4212-980e-f548dd476485" providerId="ADAL" clId="{2AB62749-2764-4798-A142-3D9DEDCAC482}" dt="2024-05-06T16:08:47.392" v="775" actId="1076"/>
          <ac:cxnSpMkLst>
            <pc:docMk/>
            <pc:sldMk cId="1036447579" sldId="316"/>
            <ac:cxnSpMk id="14" creationId="{4963DE57-4A9C-3CB7-7384-C080C7DBD77C}"/>
          </ac:cxnSpMkLst>
        </pc:cxnChg>
      </pc:sldChg>
      <pc:sldChg chg="addSp delSp modSp new mod delAnim modAnim modNotesTx">
        <pc:chgData name="Guan Wang" userId="5375c050-d6a4-4212-980e-f548dd476485" providerId="ADAL" clId="{2AB62749-2764-4798-A142-3D9DEDCAC482}" dt="2024-05-07T14:56:05.583" v="1769" actId="20577"/>
        <pc:sldMkLst>
          <pc:docMk/>
          <pc:sldMk cId="1905917999" sldId="317"/>
        </pc:sldMkLst>
        <pc:spChg chg="mod">
          <ac:chgData name="Guan Wang" userId="5375c050-d6a4-4212-980e-f548dd476485" providerId="ADAL" clId="{2AB62749-2764-4798-A142-3D9DEDCAC482}" dt="2024-05-07T13:53:20.931" v="1148" actId="20577"/>
          <ac:spMkLst>
            <pc:docMk/>
            <pc:sldMk cId="1905917999" sldId="317"/>
            <ac:spMk id="2" creationId="{80F67745-5FB9-94D0-C6A5-9B31EC8EF9A4}"/>
          </ac:spMkLst>
        </pc:spChg>
        <pc:spChg chg="mod">
          <ac:chgData name="Guan Wang" userId="5375c050-d6a4-4212-980e-f548dd476485" providerId="ADAL" clId="{2AB62749-2764-4798-A142-3D9DEDCAC482}" dt="2024-05-07T13:55:24.245" v="1212" actId="20577"/>
          <ac:spMkLst>
            <pc:docMk/>
            <pc:sldMk cId="1905917999" sldId="317"/>
            <ac:spMk id="3" creationId="{B023B47A-BD72-6A7D-98A4-FE81095DEA8C}"/>
          </ac:spMkLst>
        </pc:spChg>
        <pc:spChg chg="add mod">
          <ac:chgData name="Guan Wang" userId="5375c050-d6a4-4212-980e-f548dd476485" providerId="ADAL" clId="{2AB62749-2764-4798-A142-3D9DEDCAC482}" dt="2024-05-07T14:00:47.506" v="1239" actId="1076"/>
          <ac:spMkLst>
            <pc:docMk/>
            <pc:sldMk cId="1905917999" sldId="317"/>
            <ac:spMk id="6" creationId="{16FD4DEE-E00B-8DB2-CC70-CB76A07A21A1}"/>
          </ac:spMkLst>
        </pc:spChg>
        <pc:spChg chg="add del mod">
          <ac:chgData name="Guan Wang" userId="5375c050-d6a4-4212-980e-f548dd476485" providerId="ADAL" clId="{2AB62749-2764-4798-A142-3D9DEDCAC482}" dt="2024-05-07T13:59:55.909" v="1227" actId="478"/>
          <ac:spMkLst>
            <pc:docMk/>
            <pc:sldMk cId="1905917999" sldId="317"/>
            <ac:spMk id="7" creationId="{04664C7B-BE7E-4DE8-8925-ABFEE812839C}"/>
          </ac:spMkLst>
        </pc:spChg>
        <pc:spChg chg="add mod">
          <ac:chgData name="Guan Wang" userId="5375c050-d6a4-4212-980e-f548dd476485" providerId="ADAL" clId="{2AB62749-2764-4798-A142-3D9DEDCAC482}" dt="2024-05-07T14:00:33.969" v="1235" actId="1076"/>
          <ac:spMkLst>
            <pc:docMk/>
            <pc:sldMk cId="1905917999" sldId="317"/>
            <ac:spMk id="8" creationId="{2DE643BE-56EA-37D4-F141-CD85BC04D5E2}"/>
          </ac:spMkLst>
        </pc:spChg>
        <pc:spChg chg="add mod">
          <ac:chgData name="Guan Wang" userId="5375c050-d6a4-4212-980e-f548dd476485" providerId="ADAL" clId="{2AB62749-2764-4798-A142-3D9DEDCAC482}" dt="2024-05-07T14:00:40.162" v="1238" actId="1076"/>
          <ac:spMkLst>
            <pc:docMk/>
            <pc:sldMk cId="1905917999" sldId="317"/>
            <ac:spMk id="11" creationId="{199AC8EA-A54D-3983-54EB-EDE2E4F2A548}"/>
          </ac:spMkLst>
        </pc:spChg>
        <pc:spChg chg="add mod">
          <ac:chgData name="Guan Wang" userId="5375c050-d6a4-4212-980e-f548dd476485" providerId="ADAL" clId="{2AB62749-2764-4798-A142-3D9DEDCAC482}" dt="2024-05-07T14:00:56.155" v="1240"/>
          <ac:spMkLst>
            <pc:docMk/>
            <pc:sldMk cId="1905917999" sldId="317"/>
            <ac:spMk id="12" creationId="{038F4F39-ECE4-A238-92C9-5A9A245564E6}"/>
          </ac:spMkLst>
        </pc:spChg>
        <pc:spChg chg="add mod">
          <ac:chgData name="Guan Wang" userId="5375c050-d6a4-4212-980e-f548dd476485" providerId="ADAL" clId="{2AB62749-2764-4798-A142-3D9DEDCAC482}" dt="2024-05-07T14:01:11.368" v="1244" actId="1076"/>
          <ac:spMkLst>
            <pc:docMk/>
            <pc:sldMk cId="1905917999" sldId="317"/>
            <ac:spMk id="14" creationId="{55B6E85C-80C8-897D-BFB0-DE7B42354BA3}"/>
          </ac:spMkLst>
        </pc:spChg>
        <pc:spChg chg="add mod">
          <ac:chgData name="Guan Wang" userId="5375c050-d6a4-4212-980e-f548dd476485" providerId="ADAL" clId="{2AB62749-2764-4798-A142-3D9DEDCAC482}" dt="2024-05-07T14:13:39.052" v="1657" actId="20577"/>
          <ac:spMkLst>
            <pc:docMk/>
            <pc:sldMk cId="1905917999" sldId="317"/>
            <ac:spMk id="15" creationId="{73558135-AF2D-3F35-6456-83714292529C}"/>
          </ac:spMkLst>
        </pc:spChg>
        <pc:cxnChg chg="add mod">
          <ac:chgData name="Guan Wang" userId="5375c050-d6a4-4212-980e-f548dd476485" providerId="ADAL" clId="{2AB62749-2764-4798-A142-3D9DEDCAC482}" dt="2024-05-07T13:59:52.138" v="1226" actId="1076"/>
          <ac:cxnSpMkLst>
            <pc:docMk/>
            <pc:sldMk cId="1905917999" sldId="317"/>
            <ac:cxnSpMk id="4" creationId="{F70F970C-B400-D357-4DA8-BBC3067CF468}"/>
          </ac:cxnSpMkLst>
        </pc:cxnChg>
        <pc:cxnChg chg="add mod">
          <ac:chgData name="Guan Wang" userId="5375c050-d6a4-4212-980e-f548dd476485" providerId="ADAL" clId="{2AB62749-2764-4798-A142-3D9DEDCAC482}" dt="2024-05-07T13:59:52.138" v="1226" actId="1076"/>
          <ac:cxnSpMkLst>
            <pc:docMk/>
            <pc:sldMk cId="1905917999" sldId="317"/>
            <ac:cxnSpMk id="5" creationId="{AA31DDC1-5B0C-9425-68BE-52BAECEACAF1}"/>
          </ac:cxnSpMkLst>
        </pc:cxnChg>
        <pc:cxnChg chg="add">
          <ac:chgData name="Guan Wang" userId="5375c050-d6a4-4212-980e-f548dd476485" providerId="ADAL" clId="{2AB62749-2764-4798-A142-3D9DEDCAC482}" dt="2024-05-07T14:00:20.539" v="1233" actId="11529"/>
          <ac:cxnSpMkLst>
            <pc:docMk/>
            <pc:sldMk cId="1905917999" sldId="317"/>
            <ac:cxnSpMk id="10" creationId="{91477AF0-037D-42E4-BD50-83AD26AB5B0C}"/>
          </ac:cxnSpMkLst>
        </pc:cxnChg>
      </pc:sldChg>
      <pc:sldChg chg="delSp modSp add mod delAnim modAnim modNotesTx">
        <pc:chgData name="Guan Wang" userId="5375c050-d6a4-4212-980e-f548dd476485" providerId="ADAL" clId="{2AB62749-2764-4798-A142-3D9DEDCAC482}" dt="2024-05-07T15:14:25.672" v="1876" actId="20577"/>
        <pc:sldMkLst>
          <pc:docMk/>
          <pc:sldMk cId="413567570" sldId="318"/>
        </pc:sldMkLst>
        <pc:spChg chg="mod">
          <ac:chgData name="Guan Wang" userId="5375c050-d6a4-4212-980e-f548dd476485" providerId="ADAL" clId="{2AB62749-2764-4798-A142-3D9DEDCAC482}" dt="2024-05-07T14:57:11.362" v="1775" actId="20577"/>
          <ac:spMkLst>
            <pc:docMk/>
            <pc:sldMk cId="413567570" sldId="318"/>
            <ac:spMk id="14" creationId="{55B6E85C-80C8-897D-BFB0-DE7B42354BA3}"/>
          </ac:spMkLst>
        </pc:spChg>
        <pc:spChg chg="del">
          <ac:chgData name="Guan Wang" userId="5375c050-d6a4-4212-980e-f548dd476485" providerId="ADAL" clId="{2AB62749-2764-4798-A142-3D9DEDCAC482}" dt="2024-05-07T14:56:54.006" v="1771" actId="478"/>
          <ac:spMkLst>
            <pc:docMk/>
            <pc:sldMk cId="413567570" sldId="318"/>
            <ac:spMk id="15" creationId="{73558135-AF2D-3F35-6456-83714292529C}"/>
          </ac:spMkLst>
        </pc:spChg>
      </pc:sldChg>
      <pc:sldChg chg="modSp new mod modNotesTx">
        <pc:chgData name="Guan Wang" userId="5375c050-d6a4-4212-980e-f548dd476485" providerId="ADAL" clId="{2AB62749-2764-4798-A142-3D9DEDCAC482}" dt="2024-05-07T16:17:10.544" v="2750" actId="20577"/>
        <pc:sldMkLst>
          <pc:docMk/>
          <pc:sldMk cId="3271427147" sldId="319"/>
        </pc:sldMkLst>
        <pc:spChg chg="mod">
          <ac:chgData name="Guan Wang" userId="5375c050-d6a4-4212-980e-f548dd476485" providerId="ADAL" clId="{2AB62749-2764-4798-A142-3D9DEDCAC482}" dt="2024-05-07T15:15:53.196" v="1906" actId="20577"/>
          <ac:spMkLst>
            <pc:docMk/>
            <pc:sldMk cId="3271427147" sldId="319"/>
            <ac:spMk id="2" creationId="{A1C8CF52-BF75-1847-7591-97295972FDB7}"/>
          </ac:spMkLst>
        </pc:spChg>
        <pc:spChg chg="mod">
          <ac:chgData name="Guan Wang" userId="5375c050-d6a4-4212-980e-f548dd476485" providerId="ADAL" clId="{2AB62749-2764-4798-A142-3D9DEDCAC482}" dt="2024-05-07T15:17:31.570" v="1932" actId="6549"/>
          <ac:spMkLst>
            <pc:docMk/>
            <pc:sldMk cId="3271427147" sldId="319"/>
            <ac:spMk id="3" creationId="{D20222F4-055B-226E-C7CF-416D21456FAF}"/>
          </ac:spMkLst>
        </pc:spChg>
      </pc:sldChg>
      <pc:sldChg chg="delSp modSp new mod ord">
        <pc:chgData name="Guan Wang" userId="5375c050-d6a4-4212-980e-f548dd476485" providerId="ADAL" clId="{2AB62749-2764-4798-A142-3D9DEDCAC482}" dt="2024-05-07T15:41:49.881" v="2335"/>
        <pc:sldMkLst>
          <pc:docMk/>
          <pc:sldMk cId="759239289" sldId="320"/>
        </pc:sldMkLst>
        <pc:spChg chg="mod">
          <ac:chgData name="Guan Wang" userId="5375c050-d6a4-4212-980e-f548dd476485" providerId="ADAL" clId="{2AB62749-2764-4798-A142-3D9DEDCAC482}" dt="2024-05-07T15:17:59.678" v="1943" actId="1076"/>
          <ac:spMkLst>
            <pc:docMk/>
            <pc:sldMk cId="759239289" sldId="320"/>
            <ac:spMk id="2" creationId="{1B1FCAA1-0291-70AB-FCA5-331E16BDAC58}"/>
          </ac:spMkLst>
        </pc:spChg>
        <pc:spChg chg="del">
          <ac:chgData name="Guan Wang" userId="5375c050-d6a4-4212-980e-f548dd476485" providerId="ADAL" clId="{2AB62749-2764-4798-A142-3D9DEDCAC482}" dt="2024-05-07T15:17:51.887" v="1935" actId="478"/>
          <ac:spMkLst>
            <pc:docMk/>
            <pc:sldMk cId="759239289" sldId="320"/>
            <ac:spMk id="3" creationId="{9D2BC3AB-8E3D-9088-AC80-AE2BE2455B15}"/>
          </ac:spMkLst>
        </pc:spChg>
      </pc:sldChg>
      <pc:sldChg chg="modSp new mod modNotesTx">
        <pc:chgData name="Guan Wang" userId="5375c050-d6a4-4212-980e-f548dd476485" providerId="ADAL" clId="{2AB62749-2764-4798-A142-3D9DEDCAC482}" dt="2024-05-07T16:15:03.303" v="2709"/>
        <pc:sldMkLst>
          <pc:docMk/>
          <pc:sldMk cId="1213918063" sldId="321"/>
        </pc:sldMkLst>
        <pc:spChg chg="mod">
          <ac:chgData name="Guan Wang" userId="5375c050-d6a4-4212-980e-f548dd476485" providerId="ADAL" clId="{2AB62749-2764-4798-A142-3D9DEDCAC482}" dt="2024-05-07T15:34:04.211" v="2258" actId="27636"/>
          <ac:spMkLst>
            <pc:docMk/>
            <pc:sldMk cId="1213918063" sldId="321"/>
            <ac:spMk id="2" creationId="{102268A7-0BB2-5162-AB3D-F2D8A4CA15A1}"/>
          </ac:spMkLst>
        </pc:spChg>
        <pc:spChg chg="mod">
          <ac:chgData name="Guan Wang" userId="5375c050-d6a4-4212-980e-f548dd476485" providerId="ADAL" clId="{2AB62749-2764-4798-A142-3D9DEDCAC482}" dt="2024-05-07T16:15:03.303" v="2709"/>
          <ac:spMkLst>
            <pc:docMk/>
            <pc:sldMk cId="1213918063" sldId="321"/>
            <ac:spMk id="3" creationId="{273AD335-FFA8-9801-E2CA-72817CE18E41}"/>
          </ac:spMkLst>
        </pc:spChg>
      </pc:sldChg>
      <pc:sldChg chg="modSp new mod modNotesTx">
        <pc:chgData name="Guan Wang" userId="5375c050-d6a4-4212-980e-f548dd476485" providerId="ADAL" clId="{2AB62749-2764-4798-A142-3D9DEDCAC482}" dt="2024-05-07T16:24:25.674" v="2968" actId="20577"/>
        <pc:sldMkLst>
          <pc:docMk/>
          <pc:sldMk cId="1388349879" sldId="322"/>
        </pc:sldMkLst>
        <pc:spChg chg="mod">
          <ac:chgData name="Guan Wang" userId="5375c050-d6a4-4212-980e-f548dd476485" providerId="ADAL" clId="{2AB62749-2764-4798-A142-3D9DEDCAC482}" dt="2024-05-07T16:16:41.031" v="2736" actId="20577"/>
          <ac:spMkLst>
            <pc:docMk/>
            <pc:sldMk cId="1388349879" sldId="322"/>
            <ac:spMk id="2" creationId="{BE0F9B74-33A6-84ED-7E88-09C16CFAB7A1}"/>
          </ac:spMkLst>
        </pc:spChg>
        <pc:spChg chg="mod">
          <ac:chgData name="Guan Wang" userId="5375c050-d6a4-4212-980e-f548dd476485" providerId="ADAL" clId="{2AB62749-2764-4798-A142-3D9DEDCAC482}" dt="2024-05-07T16:24:25.674" v="2968" actId="20577"/>
          <ac:spMkLst>
            <pc:docMk/>
            <pc:sldMk cId="1388349879" sldId="322"/>
            <ac:spMk id="3" creationId="{34A4D89A-0761-8FB9-092D-EE23CCE65D86}"/>
          </ac:spMkLst>
        </pc:spChg>
      </pc:sldChg>
      <pc:sldChg chg="addSp delSp modSp new mod modNotesTx">
        <pc:chgData name="Guan Wang" userId="5375c050-d6a4-4212-980e-f548dd476485" providerId="ADAL" clId="{2AB62749-2764-4798-A142-3D9DEDCAC482}" dt="2024-05-07T16:40:27.675" v="3192" actId="20577"/>
        <pc:sldMkLst>
          <pc:docMk/>
          <pc:sldMk cId="650639680" sldId="323"/>
        </pc:sldMkLst>
        <pc:spChg chg="mod">
          <ac:chgData name="Guan Wang" userId="5375c050-d6a4-4212-980e-f548dd476485" providerId="ADAL" clId="{2AB62749-2764-4798-A142-3D9DEDCAC482}" dt="2024-05-07T16:25:01.127" v="2971" actId="27636"/>
          <ac:spMkLst>
            <pc:docMk/>
            <pc:sldMk cId="650639680" sldId="323"/>
            <ac:spMk id="2" creationId="{D0EA8053-2F1B-D421-5864-CD621C316A9E}"/>
          </ac:spMkLst>
        </pc:spChg>
        <pc:spChg chg="del mod">
          <ac:chgData name="Guan Wang" userId="5375c050-d6a4-4212-980e-f548dd476485" providerId="ADAL" clId="{2AB62749-2764-4798-A142-3D9DEDCAC482}" dt="2024-05-07T16:25:04.945" v="2972" actId="478"/>
          <ac:spMkLst>
            <pc:docMk/>
            <pc:sldMk cId="650639680" sldId="323"/>
            <ac:spMk id="3" creationId="{8F4C6856-DC52-F6F5-5DE4-BAF698F2624F}"/>
          </ac:spMkLst>
        </pc:spChg>
        <pc:spChg chg="add mod">
          <ac:chgData name="Guan Wang" userId="5375c050-d6a4-4212-980e-f548dd476485" providerId="ADAL" clId="{2AB62749-2764-4798-A142-3D9DEDCAC482}" dt="2024-05-07T16:25:51.550" v="2985" actId="1076"/>
          <ac:spMkLst>
            <pc:docMk/>
            <pc:sldMk cId="650639680" sldId="323"/>
            <ac:spMk id="6" creationId="{12D86CC6-CDCB-F061-888C-3C6E9F9AACC2}"/>
          </ac:spMkLst>
        </pc:spChg>
        <pc:spChg chg="add del mod">
          <ac:chgData name="Guan Wang" userId="5375c050-d6a4-4212-980e-f548dd476485" providerId="ADAL" clId="{2AB62749-2764-4798-A142-3D9DEDCAC482}" dt="2024-05-07T16:26:08.943" v="2987" actId="478"/>
          <ac:spMkLst>
            <pc:docMk/>
            <pc:sldMk cId="650639680" sldId="323"/>
            <ac:spMk id="7" creationId="{DE29198F-AF30-BA4A-DC11-A7A59B8F3838}"/>
          </ac:spMkLst>
        </pc:spChg>
        <pc:spChg chg="add del mod">
          <ac:chgData name="Guan Wang" userId="5375c050-d6a4-4212-980e-f548dd476485" providerId="ADAL" clId="{2AB62749-2764-4798-A142-3D9DEDCAC482}" dt="2024-05-07T16:25:19.919" v="2974" actId="478"/>
          <ac:spMkLst>
            <pc:docMk/>
            <pc:sldMk cId="650639680" sldId="323"/>
            <ac:spMk id="9" creationId="{326424E6-BC53-79EF-483F-9D7AB8D92B14}"/>
          </ac:spMkLst>
        </pc:spChg>
        <pc:spChg chg="add mod">
          <ac:chgData name="Guan Wang" userId="5375c050-d6a4-4212-980e-f548dd476485" providerId="ADAL" clId="{2AB62749-2764-4798-A142-3D9DEDCAC482}" dt="2024-05-07T16:40:24.763" v="3190" actId="20577"/>
          <ac:spMkLst>
            <pc:docMk/>
            <pc:sldMk cId="650639680" sldId="323"/>
            <ac:spMk id="10" creationId="{8B32C1E7-34C8-8FF4-1C15-A707E61E713D}"/>
          </ac:spMkLst>
        </pc:spChg>
        <pc:spChg chg="add mod">
          <ac:chgData name="Guan Wang" userId="5375c050-d6a4-4212-980e-f548dd476485" providerId="ADAL" clId="{2AB62749-2764-4798-A142-3D9DEDCAC482}" dt="2024-05-07T16:28:05.954" v="2996" actId="1076"/>
          <ac:spMkLst>
            <pc:docMk/>
            <pc:sldMk cId="650639680" sldId="323"/>
            <ac:spMk id="12" creationId="{E0B49A5E-BF0D-E3DB-FF3C-2A1B658D2272}"/>
          </ac:spMkLst>
        </pc:spChg>
        <pc:spChg chg="add mod">
          <ac:chgData name="Guan Wang" userId="5375c050-d6a4-4212-980e-f548dd476485" providerId="ADAL" clId="{2AB62749-2764-4798-A142-3D9DEDCAC482}" dt="2024-05-07T16:28:05.954" v="2996" actId="1076"/>
          <ac:spMkLst>
            <pc:docMk/>
            <pc:sldMk cId="650639680" sldId="323"/>
            <ac:spMk id="13" creationId="{F4AA6495-6135-C238-4384-352DC5E828B5}"/>
          </ac:spMkLst>
        </pc:spChg>
        <pc:spChg chg="add mod">
          <ac:chgData name="Guan Wang" userId="5375c050-d6a4-4212-980e-f548dd476485" providerId="ADAL" clId="{2AB62749-2764-4798-A142-3D9DEDCAC482}" dt="2024-05-07T16:28:05.954" v="2996" actId="1076"/>
          <ac:spMkLst>
            <pc:docMk/>
            <pc:sldMk cId="650639680" sldId="323"/>
            <ac:spMk id="14" creationId="{4984F690-0D25-ACCB-959F-02478A05DF93}"/>
          </ac:spMkLst>
        </pc:spChg>
        <pc:spChg chg="add mod">
          <ac:chgData name="Guan Wang" userId="5375c050-d6a4-4212-980e-f548dd476485" providerId="ADAL" clId="{2AB62749-2764-4798-A142-3D9DEDCAC482}" dt="2024-05-07T16:28:05.954" v="2996" actId="1076"/>
          <ac:spMkLst>
            <pc:docMk/>
            <pc:sldMk cId="650639680" sldId="323"/>
            <ac:spMk id="15" creationId="{2125AA63-9BA9-4542-55D6-8FAC4776AFF6}"/>
          </ac:spMkLst>
        </pc:spChg>
        <pc:spChg chg="add mod">
          <ac:chgData name="Guan Wang" userId="5375c050-d6a4-4212-980e-f548dd476485" providerId="ADAL" clId="{2AB62749-2764-4798-A142-3D9DEDCAC482}" dt="2024-05-07T16:28:00.199" v="2995" actId="1076"/>
          <ac:spMkLst>
            <pc:docMk/>
            <pc:sldMk cId="650639680" sldId="323"/>
            <ac:spMk id="16" creationId="{2080A73D-B27F-B52F-C425-12685C8FC121}"/>
          </ac:spMkLst>
        </pc:spChg>
        <pc:spChg chg="add mod">
          <ac:chgData name="Guan Wang" userId="5375c050-d6a4-4212-980e-f548dd476485" providerId="ADAL" clId="{2AB62749-2764-4798-A142-3D9DEDCAC482}" dt="2024-05-07T16:28:00.199" v="2995" actId="1076"/>
          <ac:spMkLst>
            <pc:docMk/>
            <pc:sldMk cId="650639680" sldId="323"/>
            <ac:spMk id="17" creationId="{6611CECD-829E-746B-B334-138003659202}"/>
          </ac:spMkLst>
        </pc:spChg>
        <pc:spChg chg="add mod">
          <ac:chgData name="Guan Wang" userId="5375c050-d6a4-4212-980e-f548dd476485" providerId="ADAL" clId="{2AB62749-2764-4798-A142-3D9DEDCAC482}" dt="2024-05-07T16:28:00.199" v="2995" actId="1076"/>
          <ac:spMkLst>
            <pc:docMk/>
            <pc:sldMk cId="650639680" sldId="323"/>
            <ac:spMk id="18" creationId="{5D62AE02-1DF0-1FDB-57AF-ECD5DEF3CC89}"/>
          </ac:spMkLst>
        </pc:spChg>
        <pc:spChg chg="add mod">
          <ac:chgData name="Guan Wang" userId="5375c050-d6a4-4212-980e-f548dd476485" providerId="ADAL" clId="{2AB62749-2764-4798-A142-3D9DEDCAC482}" dt="2024-05-07T16:28:00.199" v="2995" actId="1076"/>
          <ac:spMkLst>
            <pc:docMk/>
            <pc:sldMk cId="650639680" sldId="323"/>
            <ac:spMk id="19" creationId="{07EF4FF7-22E0-C30D-14B5-C3A3B9DAE18A}"/>
          </ac:spMkLst>
        </pc:spChg>
        <pc:spChg chg="add mod">
          <ac:chgData name="Guan Wang" userId="5375c050-d6a4-4212-980e-f548dd476485" providerId="ADAL" clId="{2AB62749-2764-4798-A142-3D9DEDCAC482}" dt="2024-05-07T16:28:05.954" v="2996" actId="1076"/>
          <ac:spMkLst>
            <pc:docMk/>
            <pc:sldMk cId="650639680" sldId="323"/>
            <ac:spMk id="20" creationId="{08200316-60C4-F0B8-EDBF-FA9FDC32FDB9}"/>
          </ac:spMkLst>
        </pc:spChg>
        <pc:spChg chg="add del mod">
          <ac:chgData name="Guan Wang" userId="5375c050-d6a4-4212-980e-f548dd476485" providerId="ADAL" clId="{2AB62749-2764-4798-A142-3D9DEDCAC482}" dt="2024-05-07T16:28:11.232" v="2997" actId="478"/>
          <ac:spMkLst>
            <pc:docMk/>
            <pc:sldMk cId="650639680" sldId="323"/>
            <ac:spMk id="23" creationId="{AB10593B-6083-E7FB-C14D-5B1F7F9B7BA7}"/>
          </ac:spMkLst>
        </pc:spChg>
        <pc:spChg chg="add del mod">
          <ac:chgData name="Guan Wang" userId="5375c050-d6a4-4212-980e-f548dd476485" providerId="ADAL" clId="{2AB62749-2764-4798-A142-3D9DEDCAC482}" dt="2024-05-07T16:28:13.328" v="2998" actId="478"/>
          <ac:spMkLst>
            <pc:docMk/>
            <pc:sldMk cId="650639680" sldId="323"/>
            <ac:spMk id="24" creationId="{868E388F-9457-9D9E-BCFD-603A165A6363}"/>
          </ac:spMkLst>
        </pc:spChg>
        <pc:spChg chg="add del mod">
          <ac:chgData name="Guan Wang" userId="5375c050-d6a4-4212-980e-f548dd476485" providerId="ADAL" clId="{2AB62749-2764-4798-A142-3D9DEDCAC482}" dt="2024-05-07T16:28:11.232" v="2997" actId="478"/>
          <ac:spMkLst>
            <pc:docMk/>
            <pc:sldMk cId="650639680" sldId="323"/>
            <ac:spMk id="25" creationId="{CAE8EDB5-1071-D7EC-E5C3-CC8EDA8667B7}"/>
          </ac:spMkLst>
        </pc:spChg>
        <pc:spChg chg="add del mod">
          <ac:chgData name="Guan Wang" userId="5375c050-d6a4-4212-980e-f548dd476485" providerId="ADAL" clId="{2AB62749-2764-4798-A142-3D9DEDCAC482}" dt="2024-05-07T16:28:11.232" v="2997" actId="478"/>
          <ac:spMkLst>
            <pc:docMk/>
            <pc:sldMk cId="650639680" sldId="323"/>
            <ac:spMk id="26" creationId="{A276FAEF-FD72-1753-BA73-2591CF5DEB42}"/>
          </ac:spMkLst>
        </pc:spChg>
        <pc:spChg chg="add del mod">
          <ac:chgData name="Guan Wang" userId="5375c050-d6a4-4212-980e-f548dd476485" providerId="ADAL" clId="{2AB62749-2764-4798-A142-3D9DEDCAC482}" dt="2024-05-07T16:28:11.232" v="2997" actId="478"/>
          <ac:spMkLst>
            <pc:docMk/>
            <pc:sldMk cId="650639680" sldId="323"/>
            <ac:spMk id="27" creationId="{2A521494-72BD-4D5E-8D7A-3DA47AF4DF07}"/>
          </ac:spMkLst>
        </pc:spChg>
        <pc:spChg chg="add del mod">
          <ac:chgData name="Guan Wang" userId="5375c050-d6a4-4212-980e-f548dd476485" providerId="ADAL" clId="{2AB62749-2764-4798-A142-3D9DEDCAC482}" dt="2024-05-07T16:28:11.232" v="2997" actId="478"/>
          <ac:spMkLst>
            <pc:docMk/>
            <pc:sldMk cId="650639680" sldId="323"/>
            <ac:spMk id="28" creationId="{4413B01F-71A4-3EC6-52BF-5B02CC645D80}"/>
          </ac:spMkLst>
        </pc:spChg>
        <pc:spChg chg="add del mod">
          <ac:chgData name="Guan Wang" userId="5375c050-d6a4-4212-980e-f548dd476485" providerId="ADAL" clId="{2AB62749-2764-4798-A142-3D9DEDCAC482}" dt="2024-05-07T16:28:11.232" v="2997" actId="478"/>
          <ac:spMkLst>
            <pc:docMk/>
            <pc:sldMk cId="650639680" sldId="323"/>
            <ac:spMk id="29" creationId="{7D88BC34-AC37-A987-DDEB-455592C582AB}"/>
          </ac:spMkLst>
        </pc:spChg>
        <pc:spChg chg="add del mod">
          <ac:chgData name="Guan Wang" userId="5375c050-d6a4-4212-980e-f548dd476485" providerId="ADAL" clId="{2AB62749-2764-4798-A142-3D9DEDCAC482}" dt="2024-05-07T16:28:11.232" v="2997" actId="478"/>
          <ac:spMkLst>
            <pc:docMk/>
            <pc:sldMk cId="650639680" sldId="323"/>
            <ac:spMk id="30" creationId="{8DAEBB17-073B-1728-58B1-C5026612A3C5}"/>
          </ac:spMkLst>
        </pc:spChg>
        <pc:spChg chg="add del mod">
          <ac:chgData name="Guan Wang" userId="5375c050-d6a4-4212-980e-f548dd476485" providerId="ADAL" clId="{2AB62749-2764-4798-A142-3D9DEDCAC482}" dt="2024-05-07T16:28:11.232" v="2997" actId="478"/>
          <ac:spMkLst>
            <pc:docMk/>
            <pc:sldMk cId="650639680" sldId="323"/>
            <ac:spMk id="31" creationId="{7C91B9D9-B7C1-0B89-2C43-9D7615899541}"/>
          </ac:spMkLst>
        </pc:spChg>
        <pc:spChg chg="add del mod">
          <ac:chgData name="Guan Wang" userId="5375c050-d6a4-4212-980e-f548dd476485" providerId="ADAL" clId="{2AB62749-2764-4798-A142-3D9DEDCAC482}" dt="2024-05-07T16:28:11.232" v="2997" actId="478"/>
          <ac:spMkLst>
            <pc:docMk/>
            <pc:sldMk cId="650639680" sldId="323"/>
            <ac:spMk id="32" creationId="{400AFCFD-CB15-EB51-9626-C8E0A2DA3D2B}"/>
          </ac:spMkLst>
        </pc:spChg>
        <pc:spChg chg="add del mod">
          <ac:chgData name="Guan Wang" userId="5375c050-d6a4-4212-980e-f548dd476485" providerId="ADAL" clId="{2AB62749-2764-4798-A142-3D9DEDCAC482}" dt="2024-05-07T16:28:11.232" v="2997" actId="478"/>
          <ac:spMkLst>
            <pc:docMk/>
            <pc:sldMk cId="650639680" sldId="323"/>
            <ac:spMk id="33" creationId="{EF48A010-CF6E-3327-4D88-8C3F184B3D90}"/>
          </ac:spMkLst>
        </pc:spChg>
        <pc:spChg chg="add mod">
          <ac:chgData name="Guan Wang" userId="5375c050-d6a4-4212-980e-f548dd476485" providerId="ADAL" clId="{2AB62749-2764-4798-A142-3D9DEDCAC482}" dt="2024-05-07T16:28:22.701" v="3000" actId="1076"/>
          <ac:spMkLst>
            <pc:docMk/>
            <pc:sldMk cId="650639680" sldId="323"/>
            <ac:spMk id="36" creationId="{9103B641-CE0D-59EB-64EA-075BF0CCB7FD}"/>
          </ac:spMkLst>
        </pc:spChg>
        <pc:spChg chg="add mod">
          <ac:chgData name="Guan Wang" userId="5375c050-d6a4-4212-980e-f548dd476485" providerId="ADAL" clId="{2AB62749-2764-4798-A142-3D9DEDCAC482}" dt="2024-05-07T16:40:27.675" v="3192" actId="20577"/>
          <ac:spMkLst>
            <pc:docMk/>
            <pc:sldMk cId="650639680" sldId="323"/>
            <ac:spMk id="37" creationId="{947545EA-5D04-F37C-BA0F-087DD27FA57D}"/>
          </ac:spMkLst>
        </pc:spChg>
        <pc:spChg chg="add mod">
          <ac:chgData name="Guan Wang" userId="5375c050-d6a4-4212-980e-f548dd476485" providerId="ADAL" clId="{2AB62749-2764-4798-A142-3D9DEDCAC482}" dt="2024-05-07T16:37:02.725" v="3168" actId="208"/>
          <ac:spMkLst>
            <pc:docMk/>
            <pc:sldMk cId="650639680" sldId="323"/>
            <ac:spMk id="38" creationId="{BDFAC16A-326A-AB6A-FFF6-80585073CC22}"/>
          </ac:spMkLst>
        </pc:spChg>
        <pc:spChg chg="add mod">
          <ac:chgData name="Guan Wang" userId="5375c050-d6a4-4212-980e-f548dd476485" providerId="ADAL" clId="{2AB62749-2764-4798-A142-3D9DEDCAC482}" dt="2024-05-07T16:37:01.597" v="3167" actId="208"/>
          <ac:spMkLst>
            <pc:docMk/>
            <pc:sldMk cId="650639680" sldId="323"/>
            <ac:spMk id="39" creationId="{44F2F06A-9BBC-C98E-0CDD-E1CFC05C0773}"/>
          </ac:spMkLst>
        </pc:spChg>
        <pc:spChg chg="add mod">
          <ac:chgData name="Guan Wang" userId="5375c050-d6a4-4212-980e-f548dd476485" providerId="ADAL" clId="{2AB62749-2764-4798-A142-3D9DEDCAC482}" dt="2024-05-07T16:37:01.597" v="3167" actId="208"/>
          <ac:spMkLst>
            <pc:docMk/>
            <pc:sldMk cId="650639680" sldId="323"/>
            <ac:spMk id="40" creationId="{0D01B963-7F77-2979-3CFD-176DFFE808A1}"/>
          </ac:spMkLst>
        </pc:spChg>
        <pc:spChg chg="add mod">
          <ac:chgData name="Guan Wang" userId="5375c050-d6a4-4212-980e-f548dd476485" providerId="ADAL" clId="{2AB62749-2764-4798-A142-3D9DEDCAC482}" dt="2024-05-07T16:37:01.597" v="3167" actId="208"/>
          <ac:spMkLst>
            <pc:docMk/>
            <pc:sldMk cId="650639680" sldId="323"/>
            <ac:spMk id="41" creationId="{7F0ECA44-2A7E-ED64-0A2C-2A64F6845551}"/>
          </ac:spMkLst>
        </pc:spChg>
        <pc:spChg chg="add mod">
          <ac:chgData name="Guan Wang" userId="5375c050-d6a4-4212-980e-f548dd476485" providerId="ADAL" clId="{2AB62749-2764-4798-A142-3D9DEDCAC482}" dt="2024-05-07T16:28:22.701" v="3000" actId="1076"/>
          <ac:spMkLst>
            <pc:docMk/>
            <pc:sldMk cId="650639680" sldId="323"/>
            <ac:spMk id="42" creationId="{E68764D6-2DA4-7CC4-D7CE-99EEDBB92FAE}"/>
          </ac:spMkLst>
        </pc:spChg>
        <pc:spChg chg="add mod">
          <ac:chgData name="Guan Wang" userId="5375c050-d6a4-4212-980e-f548dd476485" providerId="ADAL" clId="{2AB62749-2764-4798-A142-3D9DEDCAC482}" dt="2024-05-07T16:28:22.701" v="3000" actId="1076"/>
          <ac:spMkLst>
            <pc:docMk/>
            <pc:sldMk cId="650639680" sldId="323"/>
            <ac:spMk id="43" creationId="{9009B85B-EE34-4AA3-D089-39CF2E7AF0EF}"/>
          </ac:spMkLst>
        </pc:spChg>
        <pc:spChg chg="add mod">
          <ac:chgData name="Guan Wang" userId="5375c050-d6a4-4212-980e-f548dd476485" providerId="ADAL" clId="{2AB62749-2764-4798-A142-3D9DEDCAC482}" dt="2024-05-07T16:28:22.701" v="3000" actId="1076"/>
          <ac:spMkLst>
            <pc:docMk/>
            <pc:sldMk cId="650639680" sldId="323"/>
            <ac:spMk id="44" creationId="{ECF1BEA3-3098-39F6-7746-5ACA4009781F}"/>
          </ac:spMkLst>
        </pc:spChg>
        <pc:spChg chg="add mod">
          <ac:chgData name="Guan Wang" userId="5375c050-d6a4-4212-980e-f548dd476485" providerId="ADAL" clId="{2AB62749-2764-4798-A142-3D9DEDCAC482}" dt="2024-05-07T16:28:22.701" v="3000" actId="1076"/>
          <ac:spMkLst>
            <pc:docMk/>
            <pc:sldMk cId="650639680" sldId="323"/>
            <ac:spMk id="45" creationId="{B12351AE-B69C-6391-BC36-DDED978F8BA4}"/>
          </ac:spMkLst>
        </pc:spChg>
        <pc:spChg chg="add mod">
          <ac:chgData name="Guan Wang" userId="5375c050-d6a4-4212-980e-f548dd476485" providerId="ADAL" clId="{2AB62749-2764-4798-A142-3D9DEDCAC482}" dt="2024-05-07T16:37:01.597" v="3167" actId="208"/>
          <ac:spMkLst>
            <pc:docMk/>
            <pc:sldMk cId="650639680" sldId="323"/>
            <ac:spMk id="46" creationId="{FA830E6D-9887-5DAD-73DA-566C11E45917}"/>
          </ac:spMkLst>
        </pc:spChg>
        <pc:spChg chg="add mod">
          <ac:chgData name="Guan Wang" userId="5375c050-d6a4-4212-980e-f548dd476485" providerId="ADAL" clId="{2AB62749-2764-4798-A142-3D9DEDCAC482}" dt="2024-05-07T16:28:51.521" v="3005" actId="207"/>
          <ac:spMkLst>
            <pc:docMk/>
            <pc:sldMk cId="650639680" sldId="323"/>
            <ac:spMk id="47" creationId="{4AB4D1BA-8111-F880-F521-665B141CD4CF}"/>
          </ac:spMkLst>
        </pc:spChg>
        <pc:spChg chg="add mod">
          <ac:chgData name="Guan Wang" userId="5375c050-d6a4-4212-980e-f548dd476485" providerId="ADAL" clId="{2AB62749-2764-4798-A142-3D9DEDCAC482}" dt="2024-05-07T16:28:54.021" v="3006"/>
          <ac:spMkLst>
            <pc:docMk/>
            <pc:sldMk cId="650639680" sldId="323"/>
            <ac:spMk id="48" creationId="{DBA2537F-0108-6BCB-1713-1BA9AE8ECFF7}"/>
          </ac:spMkLst>
        </pc:spChg>
        <pc:spChg chg="add mod">
          <ac:chgData name="Guan Wang" userId="5375c050-d6a4-4212-980e-f548dd476485" providerId="ADAL" clId="{2AB62749-2764-4798-A142-3D9DEDCAC482}" dt="2024-05-07T16:29:00.325" v="3012" actId="1076"/>
          <ac:spMkLst>
            <pc:docMk/>
            <pc:sldMk cId="650639680" sldId="323"/>
            <ac:spMk id="49" creationId="{65702625-57E5-9955-A49E-AF794143814C}"/>
          </ac:spMkLst>
        </pc:spChg>
        <pc:spChg chg="add mod">
          <ac:chgData name="Guan Wang" userId="5375c050-d6a4-4212-980e-f548dd476485" providerId="ADAL" clId="{2AB62749-2764-4798-A142-3D9DEDCAC482}" dt="2024-05-07T16:29:01.386" v="3013" actId="1076"/>
          <ac:spMkLst>
            <pc:docMk/>
            <pc:sldMk cId="650639680" sldId="323"/>
            <ac:spMk id="50" creationId="{8E60F77A-8844-F781-67C8-471679D0F278}"/>
          </ac:spMkLst>
        </pc:spChg>
        <pc:spChg chg="add mod">
          <ac:chgData name="Guan Wang" userId="5375c050-d6a4-4212-980e-f548dd476485" providerId="ADAL" clId="{2AB62749-2764-4798-A142-3D9DEDCAC482}" dt="2024-05-07T16:29:07.327" v="3015" actId="1076"/>
          <ac:spMkLst>
            <pc:docMk/>
            <pc:sldMk cId="650639680" sldId="323"/>
            <ac:spMk id="51" creationId="{806DDEBF-FDF3-EAEF-850B-B3B80C4C2F75}"/>
          </ac:spMkLst>
        </pc:spChg>
        <pc:spChg chg="add mod">
          <ac:chgData name="Guan Wang" userId="5375c050-d6a4-4212-980e-f548dd476485" providerId="ADAL" clId="{2AB62749-2764-4798-A142-3D9DEDCAC482}" dt="2024-05-07T16:28:59.428" v="3011" actId="1076"/>
          <ac:spMkLst>
            <pc:docMk/>
            <pc:sldMk cId="650639680" sldId="323"/>
            <ac:spMk id="52" creationId="{CAFB2EE8-71A9-36BA-FFA8-69D1C765DC11}"/>
          </ac:spMkLst>
        </pc:spChg>
        <pc:cxnChg chg="add mod">
          <ac:chgData name="Guan Wang" userId="5375c050-d6a4-4212-980e-f548dd476485" providerId="ADAL" clId="{2AB62749-2764-4798-A142-3D9DEDCAC482}" dt="2024-05-07T16:25:12.641" v="2973" actId="1076"/>
          <ac:cxnSpMkLst>
            <pc:docMk/>
            <pc:sldMk cId="650639680" sldId="323"/>
            <ac:cxnSpMk id="4" creationId="{C519BB6E-8997-A84B-81E4-F66987BF88E9}"/>
          </ac:cxnSpMkLst>
        </pc:cxnChg>
        <pc:cxnChg chg="add mod">
          <ac:chgData name="Guan Wang" userId="5375c050-d6a4-4212-980e-f548dd476485" providerId="ADAL" clId="{2AB62749-2764-4798-A142-3D9DEDCAC482}" dt="2024-05-07T16:26:21.580" v="2988" actId="14100"/>
          <ac:cxnSpMkLst>
            <pc:docMk/>
            <pc:sldMk cId="650639680" sldId="323"/>
            <ac:cxnSpMk id="5" creationId="{BF167C15-8D05-7F9F-F180-D9D0DA1BC059}"/>
          </ac:cxnSpMkLst>
        </pc:cxnChg>
        <pc:cxnChg chg="add del mod">
          <ac:chgData name="Guan Wang" userId="5375c050-d6a4-4212-980e-f548dd476485" providerId="ADAL" clId="{2AB62749-2764-4798-A142-3D9DEDCAC482}" dt="2024-05-07T16:25:55.941" v="2986" actId="478"/>
          <ac:cxnSpMkLst>
            <pc:docMk/>
            <pc:sldMk cId="650639680" sldId="323"/>
            <ac:cxnSpMk id="8" creationId="{722459A8-034B-1A77-1BE5-952DA8657577}"/>
          </ac:cxnSpMkLst>
        </pc:cxnChg>
        <pc:cxnChg chg="add del mod">
          <ac:chgData name="Guan Wang" userId="5375c050-d6a4-4212-980e-f548dd476485" providerId="ADAL" clId="{2AB62749-2764-4798-A142-3D9DEDCAC482}" dt="2024-05-07T16:28:11.232" v="2997" actId="478"/>
          <ac:cxnSpMkLst>
            <pc:docMk/>
            <pc:sldMk cId="650639680" sldId="323"/>
            <ac:cxnSpMk id="21" creationId="{01C5D56D-2273-A2D0-0231-BBFD2957EAC8}"/>
          </ac:cxnSpMkLst>
        </pc:cxnChg>
        <pc:cxnChg chg="add del mod">
          <ac:chgData name="Guan Wang" userId="5375c050-d6a4-4212-980e-f548dd476485" providerId="ADAL" clId="{2AB62749-2764-4798-A142-3D9DEDCAC482}" dt="2024-05-07T16:28:11.232" v="2997" actId="478"/>
          <ac:cxnSpMkLst>
            <pc:docMk/>
            <pc:sldMk cId="650639680" sldId="323"/>
            <ac:cxnSpMk id="22" creationId="{2367CFAE-44EE-8200-D7B0-369A87D0FE52}"/>
          </ac:cxnSpMkLst>
        </pc:cxnChg>
        <pc:cxnChg chg="add mod">
          <ac:chgData name="Guan Wang" userId="5375c050-d6a4-4212-980e-f548dd476485" providerId="ADAL" clId="{2AB62749-2764-4798-A142-3D9DEDCAC482}" dt="2024-05-07T16:28:22.701" v="3000" actId="1076"/>
          <ac:cxnSpMkLst>
            <pc:docMk/>
            <pc:sldMk cId="650639680" sldId="323"/>
            <ac:cxnSpMk id="34" creationId="{18728816-5442-6CFC-F752-21D7A02955CC}"/>
          </ac:cxnSpMkLst>
        </pc:cxnChg>
        <pc:cxnChg chg="add mod">
          <ac:chgData name="Guan Wang" userId="5375c050-d6a4-4212-980e-f548dd476485" providerId="ADAL" clId="{2AB62749-2764-4798-A142-3D9DEDCAC482}" dt="2024-05-07T16:28:22.701" v="3000" actId="1076"/>
          <ac:cxnSpMkLst>
            <pc:docMk/>
            <pc:sldMk cId="650639680" sldId="323"/>
            <ac:cxnSpMk id="35" creationId="{A1C8E845-D80D-F19C-384D-3D742DA365BF}"/>
          </ac:cxnSpMkLst>
        </pc:cxnChg>
      </pc:sldChg>
      <pc:sldChg chg="addSp delSp modSp new mod modAnim modNotesTx">
        <pc:chgData name="Guan Wang" userId="5375c050-d6a4-4212-980e-f548dd476485" providerId="ADAL" clId="{2AB62749-2764-4798-A142-3D9DEDCAC482}" dt="2024-05-07T16:55:13.817" v="3475" actId="20577"/>
        <pc:sldMkLst>
          <pc:docMk/>
          <pc:sldMk cId="4200211238" sldId="324"/>
        </pc:sldMkLst>
        <pc:spChg chg="mod">
          <ac:chgData name="Guan Wang" userId="5375c050-d6a4-4212-980e-f548dd476485" providerId="ADAL" clId="{2AB62749-2764-4798-A142-3D9DEDCAC482}" dt="2024-05-07T16:32:53.323" v="3103" actId="20577"/>
          <ac:spMkLst>
            <pc:docMk/>
            <pc:sldMk cId="4200211238" sldId="324"/>
            <ac:spMk id="2" creationId="{6303CA3C-46D9-3E99-1CC8-0B018AB68AC4}"/>
          </ac:spMkLst>
        </pc:spChg>
        <pc:spChg chg="del">
          <ac:chgData name="Guan Wang" userId="5375c050-d6a4-4212-980e-f548dd476485" providerId="ADAL" clId="{2AB62749-2764-4798-A142-3D9DEDCAC482}" dt="2024-05-07T16:32:31.247" v="3077" actId="478"/>
          <ac:spMkLst>
            <pc:docMk/>
            <pc:sldMk cId="4200211238" sldId="324"/>
            <ac:spMk id="3" creationId="{138F29E9-6A06-90C2-6E0A-9C92BECE5DE8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6" creationId="{B9BDCF95-19DF-296E-B81A-5A414799944C}"/>
          </ac:spMkLst>
        </pc:spChg>
        <pc:spChg chg="add mod">
          <ac:chgData name="Guan Wang" userId="5375c050-d6a4-4212-980e-f548dd476485" providerId="ADAL" clId="{2AB62749-2764-4798-A142-3D9DEDCAC482}" dt="2024-05-07T16:40:39.972" v="3194" actId="20577"/>
          <ac:spMkLst>
            <pc:docMk/>
            <pc:sldMk cId="4200211238" sldId="324"/>
            <ac:spMk id="7" creationId="{9A2C141A-D274-2A30-892F-D60B79FFEB7A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8" creationId="{8B33BE5B-2042-B666-C368-65D663716246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9" creationId="{5390AC56-0ECB-22F8-E13F-E0184D103684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10" creationId="{082BF9A6-E255-3614-E2CC-A638FE533479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11" creationId="{6478BA56-6828-DAA8-F837-2E6C2D13BE5C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12" creationId="{2BDC5EB5-DDDA-8C0B-38AB-7A7EF02280FF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13" creationId="{A9059347-E315-4BA6-AF23-63523D426C57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14" creationId="{47C0E4B5-434E-5CD1-07C8-E3010EEF71F8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15" creationId="{166B8BE1-0D1C-4671-8C0D-E99D3FF8C7B6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16" creationId="{1081CD24-CF9B-56A3-25F7-8492871FF81E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17" creationId="{CB646E32-CB9C-EADB-2AA9-B77CDF9E17B3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18" creationId="{A7726CB4-8D0F-60CD-511F-7F25653A148C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19" creationId="{040D44D3-5B87-A44D-102F-F8FE3B0E1E73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20" creationId="{6A36FDBE-F789-52B4-2556-A64AEB38C941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21" creationId="{B6DF99EA-7C08-EC71-B627-B52ADBF84010}"/>
          </ac:spMkLst>
        </pc:spChg>
        <pc:spChg chg="add mod">
          <ac:chgData name="Guan Wang" userId="5375c050-d6a4-4212-980e-f548dd476485" providerId="ADAL" clId="{2AB62749-2764-4798-A142-3D9DEDCAC482}" dt="2024-05-07T16:33:04.593" v="3104" actId="1076"/>
          <ac:spMkLst>
            <pc:docMk/>
            <pc:sldMk cId="4200211238" sldId="324"/>
            <ac:spMk id="22" creationId="{8AB71E58-3167-BD26-F76D-790807EFF4B4}"/>
          </ac:spMkLst>
        </pc:spChg>
        <pc:spChg chg="add mod">
          <ac:chgData name="Guan Wang" userId="5375c050-d6a4-4212-980e-f548dd476485" providerId="ADAL" clId="{2AB62749-2764-4798-A142-3D9DEDCAC482}" dt="2024-05-07T16:33:31.510" v="3134" actId="20577"/>
          <ac:spMkLst>
            <pc:docMk/>
            <pc:sldMk cId="4200211238" sldId="324"/>
            <ac:spMk id="23" creationId="{24B8B1B5-2306-DDB8-F10F-D5ABC6EA33A3}"/>
          </ac:spMkLst>
        </pc:spChg>
        <pc:spChg chg="add mod">
          <ac:chgData name="Guan Wang" userId="5375c050-d6a4-4212-980e-f548dd476485" providerId="ADAL" clId="{2AB62749-2764-4798-A142-3D9DEDCAC482}" dt="2024-05-07T16:33:53.535" v="3143" actId="1035"/>
          <ac:spMkLst>
            <pc:docMk/>
            <pc:sldMk cId="4200211238" sldId="324"/>
            <ac:spMk id="24" creationId="{8435D922-8A54-8286-B997-91E865BF173C}"/>
          </ac:spMkLst>
        </pc:spChg>
        <pc:spChg chg="add mod">
          <ac:chgData name="Guan Wang" userId="5375c050-d6a4-4212-980e-f548dd476485" providerId="ADAL" clId="{2AB62749-2764-4798-A142-3D9DEDCAC482}" dt="2024-05-07T16:33:58.415" v="3144"/>
          <ac:spMkLst>
            <pc:docMk/>
            <pc:sldMk cId="4200211238" sldId="324"/>
            <ac:spMk id="25" creationId="{2818D17B-67E7-9B1F-1E38-8B31AB9C62C8}"/>
          </ac:spMkLst>
        </pc:spChg>
        <pc:spChg chg="add mod">
          <ac:chgData name="Guan Wang" userId="5375c050-d6a4-4212-980e-f548dd476485" providerId="ADAL" clId="{2AB62749-2764-4798-A142-3D9DEDCAC482}" dt="2024-05-07T16:34:08.039" v="3148" actId="1035"/>
          <ac:spMkLst>
            <pc:docMk/>
            <pc:sldMk cId="4200211238" sldId="324"/>
            <ac:spMk id="26" creationId="{DAC05150-FEA9-AAA7-0160-AFAF341AF2C8}"/>
          </ac:spMkLst>
        </pc:spChg>
        <pc:spChg chg="add mod">
          <ac:chgData name="Guan Wang" userId="5375c050-d6a4-4212-980e-f548dd476485" providerId="ADAL" clId="{2AB62749-2764-4798-A142-3D9DEDCAC482}" dt="2024-05-07T16:34:12.428" v="3150" actId="1076"/>
          <ac:spMkLst>
            <pc:docMk/>
            <pc:sldMk cId="4200211238" sldId="324"/>
            <ac:spMk id="27" creationId="{C892C1B5-C25A-DE9A-6752-6114B791820B}"/>
          </ac:spMkLst>
        </pc:spChg>
        <pc:spChg chg="add mod">
          <ac:chgData name="Guan Wang" userId="5375c050-d6a4-4212-980e-f548dd476485" providerId="ADAL" clId="{2AB62749-2764-4798-A142-3D9DEDCAC482}" dt="2024-05-07T16:34:17.010" v="3152" actId="1076"/>
          <ac:spMkLst>
            <pc:docMk/>
            <pc:sldMk cId="4200211238" sldId="324"/>
            <ac:spMk id="28" creationId="{FD017C35-3734-8A46-9717-0B76B8508A63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31" creationId="{6F3FBD74-C035-0B1E-82F3-CE2DBFDAB987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32" creationId="{8BBDC921-E488-3D11-D814-6E9940C10E77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33" creationId="{13D3F71C-E5E8-FA43-7514-2C6EC29AE408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34" creationId="{588DF281-DE15-730A-70E6-5A724C69BFA5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35" creationId="{673A66D8-C4E3-D137-F019-61D5DD9141A3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36" creationId="{12637AAB-336B-087C-DB51-C2D32D917A8D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37" creationId="{A5CD5863-48B2-AB32-055C-844D4F9B6F60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38" creationId="{BCDE9790-C7ED-9F19-FDC7-ADFAABB67389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39" creationId="{459A898C-0379-B271-7020-83A0AAD585D6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40" creationId="{C42BF321-966C-EB9D-8167-BB8842440F7D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41" creationId="{CE20605C-A03F-8063-B140-7D81D20ED013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42" creationId="{480CC463-C5F6-A719-EE8C-A49E73CA0967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43" creationId="{E8B8DB6D-9E68-1166-FBC3-46700AEDF99B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44" creationId="{379F5494-D32F-988D-9F5A-DABCA6E637B4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45" creationId="{B36DF0E0-F311-2AA6-EDD7-618F5A1AFDC2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46" creationId="{E8B992B4-4ECD-5933-9536-788D97C1F27D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47" creationId="{CB6E2DDF-3ACC-6898-CC00-E894E95549EE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48" creationId="{830E2B45-6B07-81F1-038D-E8698CFC1296}"/>
          </ac:spMkLst>
        </pc:spChg>
        <pc:spChg chg="add mod topLvl">
          <ac:chgData name="Guan Wang" userId="5375c050-d6a4-4212-980e-f548dd476485" providerId="ADAL" clId="{2AB62749-2764-4798-A142-3D9DEDCAC482}" dt="2024-05-07T16:42:40.913" v="3211" actId="164"/>
          <ac:spMkLst>
            <pc:docMk/>
            <pc:sldMk cId="4200211238" sldId="324"/>
            <ac:spMk id="49" creationId="{881DD6EF-BC7A-F5B0-ECDA-E865EAD47722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60" creationId="{CB566B70-814D-5A89-60C7-9402CCA5D885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61" creationId="{961FC29C-0ECA-2DA9-445E-A57AA2B28303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62" creationId="{F18AC3C0-3301-5444-F136-3E7135D97D0B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63" creationId="{40D891D0-CD5C-8255-4814-F48506288D59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64" creationId="{503A1BFC-AD8D-7883-7DA5-00F09D1B286D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65" creationId="{862BE3E7-5B0F-3DE3-68CB-A187AF806537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66" creationId="{08A181F7-1401-93BE-04A9-F03B40B53DC6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67" creationId="{5E49BC1D-8A0B-D157-0E6D-7BC6D5CCEEA3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68" creationId="{18D5AC64-3386-98C7-41A8-1A40F2239763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69" creationId="{A7B63F26-F568-3F39-E23E-02F958967FCC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70" creationId="{E0A04CEA-2FB3-0F34-1DE6-A393ABE692AF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71" creationId="{FD78A57F-DBA1-F02C-F71A-406DFA9CB50B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72" creationId="{FD239EDC-768E-3943-48E1-4FD0C693071E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73" creationId="{C4953FB9-CD69-A5A8-4133-3536D19E3606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74" creationId="{00D31838-01CC-B0B5-F4CC-8CFDBD18D1F7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75" creationId="{DF4F7821-2B7D-C472-B9AF-C6B13B9AFE6C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76" creationId="{D3D119FB-C001-B117-15BA-77900E0C83B0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77" creationId="{674956BD-50DC-1524-1557-D9D07B6B0E17}"/>
          </ac:spMkLst>
        </pc:spChg>
        <pc:spChg chg="mod topLvl">
          <ac:chgData name="Guan Wang" userId="5375c050-d6a4-4212-980e-f548dd476485" providerId="ADAL" clId="{2AB62749-2764-4798-A142-3D9DEDCAC482}" dt="2024-05-07T16:42:55.692" v="3213" actId="164"/>
          <ac:spMkLst>
            <pc:docMk/>
            <pc:sldMk cId="4200211238" sldId="324"/>
            <ac:spMk id="78" creationId="{B90E4352-8664-6848-266A-F3A619A3F454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82" creationId="{EB25CC6E-19D5-FC7D-A5BF-BF4A92DD81C5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83" creationId="{3E875103-FDC4-365D-F32C-C3913201E02B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84" creationId="{45583D04-6FF0-3384-48E7-684B09B6BA97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85" creationId="{79AA963B-4FE4-9D34-7BC7-4D4B29B82B0E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86" creationId="{D5696166-A38F-7461-6621-D59E1B41FACB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87" creationId="{E6349EFB-B408-8F58-9F80-350D8E1D93E1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88" creationId="{CD5FA0A8-1C15-097B-1C86-A6015171A6E7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89" creationId="{C9ADA9E7-BC2C-E298-EB23-9607600480AB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90" creationId="{78E671A7-C1FB-6AC4-E856-FB5657CEF2DD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91" creationId="{2DCC5AC6-E3A4-A9D5-BB5E-5C0F8FA1C774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92" creationId="{54F2E905-2156-23D3-FDD0-95359AC47869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93" creationId="{635527B0-EEF9-8580-DB69-2E8F8BFE65B7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94" creationId="{18316C97-4BB2-CF5F-CF0D-E999A5C4524C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95" creationId="{5FB52171-1AF5-9336-C068-95EE4ADAF5C2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96" creationId="{5743C527-4985-3CF6-23AC-C6A30B620C7C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97" creationId="{12EF0401-DAF2-A99C-F711-889BEE44A7E0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98" creationId="{21C35D87-27EE-FCE9-CCEB-C937C329DC2A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99" creationId="{FD43C1C8-A5F5-9BC5-FF40-668CC64AC760}"/>
          </ac:spMkLst>
        </pc:spChg>
        <pc:spChg chg="mod topLvl">
          <ac:chgData name="Guan Wang" userId="5375c050-d6a4-4212-980e-f548dd476485" providerId="ADAL" clId="{2AB62749-2764-4798-A142-3D9DEDCAC482}" dt="2024-05-07T16:43:14.104" v="3215" actId="164"/>
          <ac:spMkLst>
            <pc:docMk/>
            <pc:sldMk cId="4200211238" sldId="324"/>
            <ac:spMk id="100" creationId="{D144D3A4-4E00-100F-8E29-5934464AF627}"/>
          </ac:spMkLst>
        </pc:spChg>
        <pc:spChg chg="add mod">
          <ac:chgData name="Guan Wang" userId="5375c050-d6a4-4212-980e-f548dd476485" providerId="ADAL" clId="{2AB62749-2764-4798-A142-3D9DEDCAC482}" dt="2024-05-07T16:52:10.996" v="3392" actId="1076"/>
          <ac:spMkLst>
            <pc:docMk/>
            <pc:sldMk cId="4200211238" sldId="324"/>
            <ac:spMk id="108" creationId="{2EB55652-4F00-D0B7-0921-6BD919E84324}"/>
          </ac:spMkLst>
        </pc:spChg>
        <pc:grpChg chg="add del mod">
          <ac:chgData name="Guan Wang" userId="5375c050-d6a4-4212-980e-f548dd476485" providerId="ADAL" clId="{2AB62749-2764-4798-A142-3D9DEDCAC482}" dt="2024-05-07T16:40:49.143" v="3195" actId="165"/>
          <ac:grpSpMkLst>
            <pc:docMk/>
            <pc:sldMk cId="4200211238" sldId="324"/>
            <ac:grpSpMk id="54" creationId="{423656C1-FE43-EA5A-72DF-896C742299DB}"/>
          </ac:grpSpMkLst>
        </pc:grpChg>
        <pc:grpChg chg="add del mod">
          <ac:chgData name="Guan Wang" userId="5375c050-d6a4-4212-980e-f548dd476485" providerId="ADAL" clId="{2AB62749-2764-4798-A142-3D9DEDCAC482}" dt="2024-05-07T16:39:27.942" v="3185" actId="165"/>
          <ac:grpSpMkLst>
            <pc:docMk/>
            <pc:sldMk cId="4200211238" sldId="324"/>
            <ac:grpSpMk id="57" creationId="{ABE41F2C-EEF4-3D44-62F5-AD34FE95D613}"/>
          </ac:grpSpMkLst>
        </pc:grpChg>
        <pc:grpChg chg="add del mod">
          <ac:chgData name="Guan Wang" userId="5375c050-d6a4-4212-980e-f548dd476485" providerId="ADAL" clId="{2AB62749-2764-4798-A142-3D9DEDCAC482}" dt="2024-05-07T16:41:34.560" v="3203" actId="165"/>
          <ac:grpSpMkLst>
            <pc:docMk/>
            <pc:sldMk cId="4200211238" sldId="324"/>
            <ac:grpSpMk id="79" creationId="{FF76B50F-AE57-C1FE-D161-5EB9ECE60EE8}"/>
          </ac:grpSpMkLst>
        </pc:grpChg>
        <pc:grpChg chg="add mod">
          <ac:chgData name="Guan Wang" userId="5375c050-d6a4-4212-980e-f548dd476485" providerId="ADAL" clId="{2AB62749-2764-4798-A142-3D9DEDCAC482}" dt="2024-05-07T16:42:40.913" v="3211" actId="164"/>
          <ac:grpSpMkLst>
            <pc:docMk/>
            <pc:sldMk cId="4200211238" sldId="324"/>
            <ac:grpSpMk id="105" creationId="{7C2AA63F-1606-55E2-C3DB-0B8058991856}"/>
          </ac:grpSpMkLst>
        </pc:grpChg>
        <pc:grpChg chg="add mod">
          <ac:chgData name="Guan Wang" userId="5375c050-d6a4-4212-980e-f548dd476485" providerId="ADAL" clId="{2AB62749-2764-4798-A142-3D9DEDCAC482}" dt="2024-05-07T16:42:55.692" v="3213" actId="164"/>
          <ac:grpSpMkLst>
            <pc:docMk/>
            <pc:sldMk cId="4200211238" sldId="324"/>
            <ac:grpSpMk id="106" creationId="{0FF26236-1A5E-AC5F-6447-113048C43113}"/>
          </ac:grpSpMkLst>
        </pc:grpChg>
        <pc:grpChg chg="add mod">
          <ac:chgData name="Guan Wang" userId="5375c050-d6a4-4212-980e-f548dd476485" providerId="ADAL" clId="{2AB62749-2764-4798-A142-3D9DEDCAC482}" dt="2024-05-07T16:43:14.104" v="3215" actId="164"/>
          <ac:grpSpMkLst>
            <pc:docMk/>
            <pc:sldMk cId="4200211238" sldId="324"/>
            <ac:grpSpMk id="107" creationId="{6108B657-9CD2-450B-26F9-8AD4BCE78E56}"/>
          </ac:grpSpMkLst>
        </pc:grpChg>
        <pc:cxnChg chg="add mod">
          <ac:chgData name="Guan Wang" userId="5375c050-d6a4-4212-980e-f548dd476485" providerId="ADAL" clId="{2AB62749-2764-4798-A142-3D9DEDCAC482}" dt="2024-05-07T16:33:04.593" v="3104" actId="1076"/>
          <ac:cxnSpMkLst>
            <pc:docMk/>
            <pc:sldMk cId="4200211238" sldId="324"/>
            <ac:cxnSpMk id="4" creationId="{C868891C-21A3-0960-F3D1-E1755FFADB3A}"/>
          </ac:cxnSpMkLst>
        </pc:cxnChg>
        <pc:cxnChg chg="add mod">
          <ac:chgData name="Guan Wang" userId="5375c050-d6a4-4212-980e-f548dd476485" providerId="ADAL" clId="{2AB62749-2764-4798-A142-3D9DEDCAC482}" dt="2024-05-07T16:33:04.593" v="3104" actId="1076"/>
          <ac:cxnSpMkLst>
            <pc:docMk/>
            <pc:sldMk cId="4200211238" sldId="324"/>
            <ac:cxnSpMk id="5" creationId="{687DF5C1-5680-38F7-AB6A-7E371EDCC50E}"/>
          </ac:cxnSpMkLst>
        </pc:cxnChg>
        <pc:cxnChg chg="add mod topLvl">
          <ac:chgData name="Guan Wang" userId="5375c050-d6a4-4212-980e-f548dd476485" providerId="ADAL" clId="{2AB62749-2764-4798-A142-3D9DEDCAC482}" dt="2024-05-07T16:42:40.913" v="3211" actId="164"/>
          <ac:cxnSpMkLst>
            <pc:docMk/>
            <pc:sldMk cId="4200211238" sldId="324"/>
            <ac:cxnSpMk id="29" creationId="{6A7CE065-7EF8-63D7-78FB-B04A82317E50}"/>
          </ac:cxnSpMkLst>
        </pc:cxnChg>
        <pc:cxnChg chg="add mod topLvl">
          <ac:chgData name="Guan Wang" userId="5375c050-d6a4-4212-980e-f548dd476485" providerId="ADAL" clId="{2AB62749-2764-4798-A142-3D9DEDCAC482}" dt="2024-05-07T16:42:40.913" v="3211" actId="164"/>
          <ac:cxnSpMkLst>
            <pc:docMk/>
            <pc:sldMk cId="4200211238" sldId="324"/>
            <ac:cxnSpMk id="30" creationId="{DD4F16E6-5DFA-325F-9963-2C11D4A68708}"/>
          </ac:cxnSpMkLst>
        </pc:cxnChg>
        <pc:cxnChg chg="add">
          <ac:chgData name="Guan Wang" userId="5375c050-d6a4-4212-980e-f548dd476485" providerId="ADAL" clId="{2AB62749-2764-4798-A142-3D9DEDCAC482}" dt="2024-05-07T16:38:38.457" v="3176" actId="11529"/>
          <ac:cxnSpMkLst>
            <pc:docMk/>
            <pc:sldMk cId="4200211238" sldId="324"/>
            <ac:cxnSpMk id="56" creationId="{3BC93CF9-7B86-1B0B-5E8C-9610203828B1}"/>
          </ac:cxnSpMkLst>
        </pc:cxnChg>
        <pc:cxnChg chg="mod topLvl">
          <ac:chgData name="Guan Wang" userId="5375c050-d6a4-4212-980e-f548dd476485" providerId="ADAL" clId="{2AB62749-2764-4798-A142-3D9DEDCAC482}" dt="2024-05-07T16:42:55.692" v="3213" actId="164"/>
          <ac:cxnSpMkLst>
            <pc:docMk/>
            <pc:sldMk cId="4200211238" sldId="324"/>
            <ac:cxnSpMk id="58" creationId="{26B4BC62-BCC4-7A29-DFEB-FF035689F34A}"/>
          </ac:cxnSpMkLst>
        </pc:cxnChg>
        <pc:cxnChg chg="mod topLvl">
          <ac:chgData name="Guan Wang" userId="5375c050-d6a4-4212-980e-f548dd476485" providerId="ADAL" clId="{2AB62749-2764-4798-A142-3D9DEDCAC482}" dt="2024-05-07T16:42:55.692" v="3213" actId="164"/>
          <ac:cxnSpMkLst>
            <pc:docMk/>
            <pc:sldMk cId="4200211238" sldId="324"/>
            <ac:cxnSpMk id="59" creationId="{C90FAAD8-141E-0DBF-246B-547BDF9B5696}"/>
          </ac:cxnSpMkLst>
        </pc:cxnChg>
        <pc:cxnChg chg="mod topLvl">
          <ac:chgData name="Guan Wang" userId="5375c050-d6a4-4212-980e-f548dd476485" providerId="ADAL" clId="{2AB62749-2764-4798-A142-3D9DEDCAC482}" dt="2024-05-07T16:43:14.104" v="3215" actId="164"/>
          <ac:cxnSpMkLst>
            <pc:docMk/>
            <pc:sldMk cId="4200211238" sldId="324"/>
            <ac:cxnSpMk id="80" creationId="{F95382D9-30BE-14EF-9B91-CB404343A337}"/>
          </ac:cxnSpMkLst>
        </pc:cxnChg>
        <pc:cxnChg chg="mod topLvl">
          <ac:chgData name="Guan Wang" userId="5375c050-d6a4-4212-980e-f548dd476485" providerId="ADAL" clId="{2AB62749-2764-4798-A142-3D9DEDCAC482}" dt="2024-05-07T16:43:14.104" v="3215" actId="164"/>
          <ac:cxnSpMkLst>
            <pc:docMk/>
            <pc:sldMk cId="4200211238" sldId="324"/>
            <ac:cxnSpMk id="81" creationId="{4E24DCE2-9142-A23E-EF39-CD69EB65846D}"/>
          </ac:cxnSpMkLst>
        </pc:cxnChg>
        <pc:cxnChg chg="add">
          <ac:chgData name="Guan Wang" userId="5375c050-d6a4-4212-980e-f548dd476485" providerId="ADAL" clId="{2AB62749-2764-4798-A142-3D9DEDCAC482}" dt="2024-05-07T16:39:13.099" v="3183" actId="11529"/>
          <ac:cxnSpMkLst>
            <pc:docMk/>
            <pc:sldMk cId="4200211238" sldId="324"/>
            <ac:cxnSpMk id="102" creationId="{9BA62EF2-FB88-F187-33B6-0F63E5B11F53}"/>
          </ac:cxnSpMkLst>
        </pc:cxnChg>
        <pc:cxnChg chg="add">
          <ac:chgData name="Guan Wang" userId="5375c050-d6a4-4212-980e-f548dd476485" providerId="ADAL" clId="{2AB62749-2764-4798-A142-3D9DEDCAC482}" dt="2024-05-07T16:39:18.945" v="3184" actId="11529"/>
          <ac:cxnSpMkLst>
            <pc:docMk/>
            <pc:sldMk cId="4200211238" sldId="324"/>
            <ac:cxnSpMk id="104" creationId="{CAF2277E-5AD7-E44F-BA16-747BD1C6EE4E}"/>
          </ac:cxnSpMkLst>
        </pc:cxnChg>
      </pc:sldChg>
      <pc:sldChg chg="modSp new mod modNotesTx">
        <pc:chgData name="Guan Wang" userId="5375c050-d6a4-4212-980e-f548dd476485" providerId="ADAL" clId="{2AB62749-2764-4798-A142-3D9DEDCAC482}" dt="2024-05-07T17:01:41.779" v="3700" actId="20577"/>
        <pc:sldMkLst>
          <pc:docMk/>
          <pc:sldMk cId="3228248484" sldId="325"/>
        </pc:sldMkLst>
        <pc:spChg chg="mod">
          <ac:chgData name="Guan Wang" userId="5375c050-d6a4-4212-980e-f548dd476485" providerId="ADAL" clId="{2AB62749-2764-4798-A142-3D9DEDCAC482}" dt="2024-05-07T16:56:23.567" v="3493" actId="20577"/>
          <ac:spMkLst>
            <pc:docMk/>
            <pc:sldMk cId="3228248484" sldId="325"/>
            <ac:spMk id="2" creationId="{A85210CF-362D-0044-9F3C-4709BFA59E31}"/>
          </ac:spMkLst>
        </pc:spChg>
        <pc:spChg chg="mod">
          <ac:chgData name="Guan Wang" userId="5375c050-d6a4-4212-980e-f548dd476485" providerId="ADAL" clId="{2AB62749-2764-4798-A142-3D9DEDCAC482}" dt="2024-05-07T16:58:36.682" v="3680" actId="20577"/>
          <ac:spMkLst>
            <pc:docMk/>
            <pc:sldMk cId="3228248484" sldId="325"/>
            <ac:spMk id="3" creationId="{C5ACCA99-122C-EFB2-2486-9B89130CFDFA}"/>
          </ac:spMkLst>
        </pc:spChg>
      </pc:sldChg>
    </pc:docChg>
  </pc:docChgLst>
  <pc:docChgLst>
    <pc:chgData name="Guan Wang" userId="5375c050-d6a4-4212-980e-f548dd476485" providerId="ADAL" clId="{FEC05A17-7E33-42BD-AAD7-C9B728F07987}"/>
    <pc:docChg chg="undo redo custSel addSld modSld">
      <pc:chgData name="Guan Wang" userId="5375c050-d6a4-4212-980e-f548dd476485" providerId="ADAL" clId="{FEC05A17-7E33-42BD-AAD7-C9B728F07987}" dt="2024-05-20T08:47:09.683" v="2521" actId="680"/>
      <pc:docMkLst>
        <pc:docMk/>
      </pc:docMkLst>
      <pc:sldChg chg="modSp mod">
        <pc:chgData name="Guan Wang" userId="5375c050-d6a4-4212-980e-f548dd476485" providerId="ADAL" clId="{FEC05A17-7E33-42BD-AAD7-C9B728F07987}" dt="2024-05-18T09:03:30.531" v="9" actId="20577"/>
        <pc:sldMkLst>
          <pc:docMk/>
          <pc:sldMk cId="0" sldId="256"/>
        </pc:sldMkLst>
        <pc:spChg chg="mod">
          <ac:chgData name="Guan Wang" userId="5375c050-d6a4-4212-980e-f548dd476485" providerId="ADAL" clId="{FEC05A17-7E33-42BD-AAD7-C9B728F07987}" dt="2024-05-18T09:03:30.531" v="9" actId="20577"/>
          <ac:spMkLst>
            <pc:docMk/>
            <pc:sldMk cId="0" sldId="256"/>
            <ac:spMk id="66" creationId="{00000000-0000-0000-0000-000000000000}"/>
          </ac:spMkLst>
        </pc:spChg>
      </pc:sldChg>
      <pc:sldChg chg="addSp delSp modSp mod delAnim modAnim modNotesTx">
        <pc:chgData name="Guan Wang" userId="5375c050-d6a4-4212-980e-f548dd476485" providerId="ADAL" clId="{FEC05A17-7E33-42BD-AAD7-C9B728F07987}" dt="2024-05-20T01:16:32.476" v="2520" actId="20577"/>
        <pc:sldMkLst>
          <pc:docMk/>
          <pc:sldMk cId="1244038570" sldId="326"/>
        </pc:sldMkLst>
        <pc:spChg chg="mod">
          <ac:chgData name="Guan Wang" userId="5375c050-d6a4-4212-980e-f548dd476485" providerId="ADAL" clId="{FEC05A17-7E33-42BD-AAD7-C9B728F07987}" dt="2024-05-18T09:04:15.600" v="51" actId="20577"/>
          <ac:spMkLst>
            <pc:docMk/>
            <pc:sldMk cId="1244038570" sldId="326"/>
            <ac:spMk id="2" creationId="{E244F7C2-0747-510D-C5E1-9E0646E503EE}"/>
          </ac:spMkLst>
        </pc:spChg>
        <pc:spChg chg="mod">
          <ac:chgData name="Guan Wang" userId="5375c050-d6a4-4212-980e-f548dd476485" providerId="ADAL" clId="{FEC05A17-7E33-42BD-AAD7-C9B728F07987}" dt="2024-05-19T06:40:01.707" v="1405" actId="20577"/>
          <ac:spMkLst>
            <pc:docMk/>
            <pc:sldMk cId="1244038570" sldId="326"/>
            <ac:spMk id="3" creationId="{B61D4C59-9FD8-3FAE-7D0D-A180A3AB0E58}"/>
          </ac:spMkLst>
        </pc:spChg>
        <pc:spChg chg="add mod">
          <ac:chgData name="Guan Wang" userId="5375c050-d6a4-4212-980e-f548dd476485" providerId="ADAL" clId="{FEC05A17-7E33-42BD-AAD7-C9B728F07987}" dt="2024-05-19T11:59:20.812" v="1928" actId="1076"/>
          <ac:spMkLst>
            <pc:docMk/>
            <pc:sldMk cId="1244038570" sldId="326"/>
            <ac:spMk id="6" creationId="{C0585502-48C8-CC36-1D87-72314BF63DC2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8" creationId="{4184F684-D37B-63EA-1B51-3A3B0B7F2989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9" creationId="{7C937BC1-2C2A-F4ED-F5C5-745FF220BB6D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10" creationId="{14373CF1-B95F-E22D-23E7-3820006B34E9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11" creationId="{226D54BD-863B-75A7-B292-408F04EE870C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12" creationId="{80DC64A8-3964-7EE0-5096-C893BF3C4275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13" creationId="{3848681F-7366-B6FF-A242-37942063E062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14" creationId="{014F69B7-3E83-1757-6AF3-4EEC4A9BDE40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15" creationId="{FF304D97-BD62-9117-B226-C1A5577EFACF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18" creationId="{4184F684-D37B-63EA-1B51-3A3B0B7F2989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19" creationId="{7C937BC1-2C2A-F4ED-F5C5-745FF220BB6D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20" creationId="{14373CF1-B95F-E22D-23E7-3820006B34E9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21" creationId="{226D54BD-863B-75A7-B292-408F04EE870C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22" creationId="{80DC64A8-3964-7EE0-5096-C893BF3C4275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23" creationId="{3848681F-7366-B6FF-A242-37942063E062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24" creationId="{014F69B7-3E83-1757-6AF3-4EEC4A9BDE40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25" creationId="{FF304D97-BD62-9117-B226-C1A5577EFACF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28" creationId="{4184F684-D37B-63EA-1B51-3A3B0B7F2989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29" creationId="{7C937BC1-2C2A-F4ED-F5C5-745FF220BB6D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30" creationId="{14373CF1-B95F-E22D-23E7-3820006B34E9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31" creationId="{226D54BD-863B-75A7-B292-408F04EE870C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32" creationId="{80DC64A8-3964-7EE0-5096-C893BF3C4275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33" creationId="{3848681F-7366-B6FF-A242-37942063E062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34" creationId="{014F69B7-3E83-1757-6AF3-4EEC4A9BDE40}"/>
          </ac:spMkLst>
        </pc:spChg>
        <pc:spChg chg="del">
          <ac:chgData name="Guan Wang" userId="5375c050-d6a4-4212-980e-f548dd476485" providerId="ADAL" clId="{FEC05A17-7E33-42BD-AAD7-C9B728F07987}" dt="2024-05-18T09:03:53.205" v="11" actId="478"/>
          <ac:spMkLst>
            <pc:docMk/>
            <pc:sldMk cId="1244038570" sldId="326"/>
            <ac:spMk id="35" creationId="{FF304D97-BD62-9117-B226-C1A5577EFACF}"/>
          </ac:spMkLst>
        </pc:spChg>
        <pc:spChg chg="add mod">
          <ac:chgData name="Guan Wang" userId="5375c050-d6a4-4212-980e-f548dd476485" providerId="ADAL" clId="{FEC05A17-7E33-42BD-AAD7-C9B728F07987}" dt="2024-05-19T11:59:20.812" v="1928" actId="1076"/>
          <ac:spMkLst>
            <pc:docMk/>
            <pc:sldMk cId="1244038570" sldId="326"/>
            <ac:spMk id="36" creationId="{942E168D-304F-2698-2121-AD7B1CFDE04F}"/>
          </ac:spMkLst>
        </pc:spChg>
        <pc:inkChg chg="del">
          <ac:chgData name="Guan Wang" userId="5375c050-d6a4-4212-980e-f548dd476485" providerId="ADAL" clId="{FEC05A17-7E33-42BD-AAD7-C9B728F07987}" dt="2024-05-18T09:03:44.700" v="10" actId="478"/>
          <ac:inkMkLst>
            <pc:docMk/>
            <pc:sldMk cId="1244038570" sldId="326"/>
            <ac:inkMk id="4" creationId="{98C99765-F55F-B199-295E-56020FEB32CA}"/>
          </ac:inkMkLst>
        </pc:inkChg>
        <pc:cxnChg chg="del">
          <ac:chgData name="Guan Wang" userId="5375c050-d6a4-4212-980e-f548dd476485" providerId="ADAL" clId="{FEC05A17-7E33-42BD-AAD7-C9B728F07987}" dt="2024-05-18T09:03:53.205" v="11" actId="478"/>
          <ac:cxnSpMkLst>
            <pc:docMk/>
            <pc:sldMk cId="1244038570" sldId="326"/>
            <ac:cxnSpMk id="5" creationId="{AA5A74CD-9B43-EB03-F13A-CFC055E600E5}"/>
          </ac:cxnSpMkLst>
        </pc:cxnChg>
        <pc:cxnChg chg="del">
          <ac:chgData name="Guan Wang" userId="5375c050-d6a4-4212-980e-f548dd476485" providerId="ADAL" clId="{FEC05A17-7E33-42BD-AAD7-C9B728F07987}" dt="2024-05-18T09:03:53.205" v="11" actId="478"/>
          <ac:cxnSpMkLst>
            <pc:docMk/>
            <pc:sldMk cId="1244038570" sldId="326"/>
            <ac:cxnSpMk id="7" creationId="{F06B6B34-213D-A636-FA5D-984E96EEE277}"/>
          </ac:cxnSpMkLst>
        </pc:cxnChg>
        <pc:cxnChg chg="del">
          <ac:chgData name="Guan Wang" userId="5375c050-d6a4-4212-980e-f548dd476485" providerId="ADAL" clId="{FEC05A17-7E33-42BD-AAD7-C9B728F07987}" dt="2024-05-18T09:03:53.205" v="11" actId="478"/>
          <ac:cxnSpMkLst>
            <pc:docMk/>
            <pc:sldMk cId="1244038570" sldId="326"/>
            <ac:cxnSpMk id="16" creationId="{AA5A74CD-9B43-EB03-F13A-CFC055E600E5}"/>
          </ac:cxnSpMkLst>
        </pc:cxnChg>
        <pc:cxnChg chg="del">
          <ac:chgData name="Guan Wang" userId="5375c050-d6a4-4212-980e-f548dd476485" providerId="ADAL" clId="{FEC05A17-7E33-42BD-AAD7-C9B728F07987}" dt="2024-05-18T09:03:53.205" v="11" actId="478"/>
          <ac:cxnSpMkLst>
            <pc:docMk/>
            <pc:sldMk cId="1244038570" sldId="326"/>
            <ac:cxnSpMk id="17" creationId="{F06B6B34-213D-A636-FA5D-984E96EEE277}"/>
          </ac:cxnSpMkLst>
        </pc:cxnChg>
        <pc:cxnChg chg="del">
          <ac:chgData name="Guan Wang" userId="5375c050-d6a4-4212-980e-f548dd476485" providerId="ADAL" clId="{FEC05A17-7E33-42BD-AAD7-C9B728F07987}" dt="2024-05-18T09:03:53.205" v="11" actId="478"/>
          <ac:cxnSpMkLst>
            <pc:docMk/>
            <pc:sldMk cId="1244038570" sldId="326"/>
            <ac:cxnSpMk id="26" creationId="{AA5A74CD-9B43-EB03-F13A-CFC055E600E5}"/>
          </ac:cxnSpMkLst>
        </pc:cxnChg>
        <pc:cxnChg chg="del">
          <ac:chgData name="Guan Wang" userId="5375c050-d6a4-4212-980e-f548dd476485" providerId="ADAL" clId="{FEC05A17-7E33-42BD-AAD7-C9B728F07987}" dt="2024-05-18T09:03:53.205" v="11" actId="478"/>
          <ac:cxnSpMkLst>
            <pc:docMk/>
            <pc:sldMk cId="1244038570" sldId="326"/>
            <ac:cxnSpMk id="27" creationId="{F06B6B34-213D-A636-FA5D-984E96EEE277}"/>
          </ac:cxnSpMkLst>
        </pc:cxnChg>
        <pc:cxnChg chg="del">
          <ac:chgData name="Guan Wang" userId="5375c050-d6a4-4212-980e-f548dd476485" providerId="ADAL" clId="{FEC05A17-7E33-42BD-AAD7-C9B728F07987}" dt="2024-05-18T09:03:53.205" v="11" actId="478"/>
          <ac:cxnSpMkLst>
            <pc:docMk/>
            <pc:sldMk cId="1244038570" sldId="326"/>
            <ac:cxnSpMk id="37" creationId="{640AE638-4D1B-2557-E7BA-6831F200DC6B}"/>
          </ac:cxnSpMkLst>
        </pc:cxnChg>
      </pc:sldChg>
      <pc:sldChg chg="modSp new mod">
        <pc:chgData name="Guan Wang" userId="5375c050-d6a4-4212-980e-f548dd476485" providerId="ADAL" clId="{FEC05A17-7E33-42BD-AAD7-C9B728F07987}" dt="2024-05-19T11:59:27.536" v="1931" actId="27636"/>
        <pc:sldMkLst>
          <pc:docMk/>
          <pc:sldMk cId="1183065883" sldId="339"/>
        </pc:sldMkLst>
        <pc:spChg chg="mod">
          <ac:chgData name="Guan Wang" userId="5375c050-d6a4-4212-980e-f548dd476485" providerId="ADAL" clId="{FEC05A17-7E33-42BD-AAD7-C9B728F07987}" dt="2024-05-19T11:59:27.536" v="1931" actId="27636"/>
          <ac:spMkLst>
            <pc:docMk/>
            <pc:sldMk cId="1183065883" sldId="339"/>
            <ac:spMk id="2" creationId="{4C528730-24E6-2256-BFB7-4E76DE39EDC6}"/>
          </ac:spMkLst>
        </pc:spChg>
        <pc:spChg chg="mod">
          <ac:chgData name="Guan Wang" userId="5375c050-d6a4-4212-980e-f548dd476485" providerId="ADAL" clId="{FEC05A17-7E33-42BD-AAD7-C9B728F07987}" dt="2024-05-19T00:02:09.967" v="428" actId="20577"/>
          <ac:spMkLst>
            <pc:docMk/>
            <pc:sldMk cId="1183065883" sldId="339"/>
            <ac:spMk id="3" creationId="{BF3B08D4-0772-4FCF-844D-5DC293A71FB1}"/>
          </ac:spMkLst>
        </pc:spChg>
      </pc:sldChg>
      <pc:sldChg chg="new">
        <pc:chgData name="Guan Wang" userId="5375c050-d6a4-4212-980e-f548dd476485" providerId="ADAL" clId="{FEC05A17-7E33-42BD-AAD7-C9B728F07987}" dt="2024-05-20T08:47:09.683" v="2521" actId="680"/>
        <pc:sldMkLst>
          <pc:docMk/>
          <pc:sldMk cId="3188025409" sldId="340"/>
        </pc:sldMkLst>
      </pc:sldChg>
    </pc:docChg>
  </pc:docChgLst>
  <pc:docChgLst>
    <pc:chgData name="Guan Wang" userId="5375c050-d6a4-4212-980e-f548dd476485" providerId="ADAL" clId="{7772DD2A-91B4-9F47-A5FC-1AF1A7FA4758}"/>
    <pc:docChg chg="custSel modSld">
      <pc:chgData name="Guan Wang" userId="5375c050-d6a4-4212-980e-f548dd476485" providerId="ADAL" clId="{7772DD2A-91B4-9F47-A5FC-1AF1A7FA4758}" dt="2024-06-06T06:17:59.285" v="2" actId="7634"/>
      <pc:docMkLst>
        <pc:docMk/>
      </pc:docMkLst>
      <pc:sldChg chg="addSp">
        <pc:chgData name="Guan Wang" userId="5375c050-d6a4-4212-980e-f548dd476485" providerId="ADAL" clId="{7772DD2A-91B4-9F47-A5FC-1AF1A7FA4758}" dt="2024-06-05T00:28:05.254" v="0" actId="7634"/>
        <pc:sldMkLst>
          <pc:docMk/>
          <pc:sldMk cId="1244038570" sldId="326"/>
        </pc:sldMkLst>
        <pc:inkChg chg="add">
          <ac:chgData name="Guan Wang" userId="5375c050-d6a4-4212-980e-f548dd476485" providerId="ADAL" clId="{7772DD2A-91B4-9F47-A5FC-1AF1A7FA4758}" dt="2024-06-05T00:28:05.254" v="0" actId="7634"/>
          <ac:inkMkLst>
            <pc:docMk/>
            <pc:sldMk cId="1244038570" sldId="326"/>
            <ac:inkMk id="3" creationId="{80B3AACA-15CD-6310-7A91-F48AEE508998}"/>
          </ac:inkMkLst>
        </pc:inkChg>
      </pc:sldChg>
      <pc:sldChg chg="addSp">
        <pc:chgData name="Guan Wang" userId="5375c050-d6a4-4212-980e-f548dd476485" providerId="ADAL" clId="{7772DD2A-91B4-9F47-A5FC-1AF1A7FA4758}" dt="2024-06-06T06:17:59.285" v="2" actId="7634"/>
        <pc:sldMkLst>
          <pc:docMk/>
          <pc:sldMk cId="1216769125" sldId="349"/>
        </pc:sldMkLst>
        <pc:inkChg chg="add">
          <ac:chgData name="Guan Wang" userId="5375c050-d6a4-4212-980e-f548dd476485" providerId="ADAL" clId="{7772DD2A-91B4-9F47-A5FC-1AF1A7FA4758}" dt="2024-06-06T06:17:59.285" v="2" actId="7634"/>
          <ac:inkMkLst>
            <pc:docMk/>
            <pc:sldMk cId="1216769125" sldId="349"/>
            <ac:inkMk id="4" creationId="{AE31F44B-552A-527F-2918-EE177206B72B}"/>
          </ac:inkMkLst>
        </pc:inkChg>
      </pc:sldChg>
      <pc:sldChg chg="addSp">
        <pc:chgData name="Guan Wang" userId="5375c050-d6a4-4212-980e-f548dd476485" providerId="ADAL" clId="{7772DD2A-91B4-9F47-A5FC-1AF1A7FA4758}" dt="2024-06-05T00:42:04.344" v="1" actId="7634"/>
        <pc:sldMkLst>
          <pc:docMk/>
          <pc:sldMk cId="2836517454" sldId="350"/>
        </pc:sldMkLst>
        <pc:inkChg chg="add">
          <ac:chgData name="Guan Wang" userId="5375c050-d6a4-4212-980e-f548dd476485" providerId="ADAL" clId="{7772DD2A-91B4-9F47-A5FC-1AF1A7FA4758}" dt="2024-06-05T00:28:05.254" v="0" actId="7634"/>
          <ac:inkMkLst>
            <pc:docMk/>
            <pc:sldMk cId="2836517454" sldId="350"/>
            <ac:inkMk id="4" creationId="{2134EC41-7D4B-13F7-7BCE-FC4B119286DD}"/>
          </ac:inkMkLst>
        </pc:inkChg>
        <pc:inkChg chg="add">
          <ac:chgData name="Guan Wang" userId="5375c050-d6a4-4212-980e-f548dd476485" providerId="ADAL" clId="{7772DD2A-91B4-9F47-A5FC-1AF1A7FA4758}" dt="2024-06-05T00:42:04.344" v="1" actId="7634"/>
          <ac:inkMkLst>
            <pc:docMk/>
            <pc:sldMk cId="2836517454" sldId="350"/>
            <ac:inkMk id="5" creationId="{43F6B563-D797-3328-4F5A-607C2E64E84C}"/>
          </ac:inkMkLst>
        </pc:inkChg>
      </pc:sldChg>
      <pc:sldChg chg="addSp">
        <pc:chgData name="Guan Wang" userId="5375c050-d6a4-4212-980e-f548dd476485" providerId="ADAL" clId="{7772DD2A-91B4-9F47-A5FC-1AF1A7FA4758}" dt="2024-06-06T06:17:59.285" v="2" actId="7634"/>
        <pc:sldMkLst>
          <pc:docMk/>
          <pc:sldMk cId="2762148926" sldId="351"/>
        </pc:sldMkLst>
        <pc:inkChg chg="add">
          <ac:chgData name="Guan Wang" userId="5375c050-d6a4-4212-980e-f548dd476485" providerId="ADAL" clId="{7772DD2A-91B4-9F47-A5FC-1AF1A7FA4758}" dt="2024-06-06T06:17:59.285" v="2" actId="7634"/>
          <ac:inkMkLst>
            <pc:docMk/>
            <pc:sldMk cId="2762148926" sldId="351"/>
            <ac:inkMk id="4" creationId="{DFCDBA94-6752-A1E6-7FC2-F755A7CC6669}"/>
          </ac:inkMkLst>
        </pc:inkChg>
      </pc:sldChg>
      <pc:sldChg chg="addSp">
        <pc:chgData name="Guan Wang" userId="5375c050-d6a4-4212-980e-f548dd476485" providerId="ADAL" clId="{7772DD2A-91B4-9F47-A5FC-1AF1A7FA4758}" dt="2024-06-06T06:17:59.285" v="2" actId="7634"/>
        <pc:sldMkLst>
          <pc:docMk/>
          <pc:sldMk cId="772658975" sldId="352"/>
        </pc:sldMkLst>
        <pc:inkChg chg="add">
          <ac:chgData name="Guan Wang" userId="5375c050-d6a4-4212-980e-f548dd476485" providerId="ADAL" clId="{7772DD2A-91B4-9F47-A5FC-1AF1A7FA4758}" dt="2024-06-06T06:17:59.285" v="2" actId="7634"/>
          <ac:inkMkLst>
            <pc:docMk/>
            <pc:sldMk cId="772658975" sldId="352"/>
            <ac:inkMk id="4" creationId="{747C0CDE-6794-1746-F0A5-C293144CF085}"/>
          </ac:inkMkLst>
        </pc:inkChg>
      </pc:sldChg>
    </pc:docChg>
  </pc:docChgLst>
  <pc:docChgLst>
    <pc:chgData name="Guan Wang" userId="5375c050-d6a4-4212-980e-f548dd476485" providerId="ADAL" clId="{7F30AE69-D275-4A6A-BCE6-F80CA7394149}"/>
    <pc:docChg chg="undo redo custSel addSld delSld modSld sldOrd">
      <pc:chgData name="Guan Wang" userId="5375c050-d6a4-4212-980e-f548dd476485" providerId="ADAL" clId="{7F30AE69-D275-4A6A-BCE6-F80CA7394149}" dt="2024-05-05T16:03:49.331" v="7480" actId="20577"/>
      <pc:docMkLst>
        <pc:docMk/>
      </pc:docMkLst>
      <pc:sldChg chg="modSp mod modNotesTx">
        <pc:chgData name="Guan Wang" userId="5375c050-d6a4-4212-980e-f548dd476485" providerId="ADAL" clId="{7F30AE69-D275-4A6A-BCE6-F80CA7394149}" dt="2024-05-04T08:39:23.567" v="4966" actId="20577"/>
        <pc:sldMkLst>
          <pc:docMk/>
          <pc:sldMk cId="0" sldId="256"/>
        </pc:sldMkLst>
        <pc:spChg chg="mod">
          <ac:chgData name="Guan Wang" userId="5375c050-d6a4-4212-980e-f548dd476485" providerId="ADAL" clId="{7F30AE69-D275-4A6A-BCE6-F80CA7394149}" dt="2024-05-03T14:03:24.868" v="19" actId="20577"/>
          <ac:spMkLst>
            <pc:docMk/>
            <pc:sldMk cId="0" sldId="256"/>
            <ac:spMk id="66" creationId="{00000000-0000-0000-0000-000000000000}"/>
          </ac:spMkLst>
        </pc:spChg>
      </pc:sldChg>
      <pc:sldChg chg="del ord modNotes">
        <pc:chgData name="Guan Wang" userId="5375c050-d6a4-4212-980e-f548dd476485" providerId="ADAL" clId="{7F30AE69-D275-4A6A-BCE6-F80CA7394149}" dt="2024-05-04T00:17:35.657" v="148" actId="2696"/>
        <pc:sldMkLst>
          <pc:docMk/>
          <pc:sldMk cId="2177755052" sldId="280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2595837649" sldId="281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3588148702" sldId="282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3365077029" sldId="283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1032155478" sldId="284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1942940566" sldId="285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3321833285" sldId="286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3514588083" sldId="287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1495510654" sldId="288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3719067496" sldId="289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1269289117" sldId="290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2334579186" sldId="291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3891483167" sldId="292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1046620841" sldId="293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1075832456" sldId="294"/>
        </pc:sldMkLst>
      </pc:sldChg>
      <pc:sldChg chg="modSp mod modAnim modNotesTx">
        <pc:chgData name="Guan Wang" userId="5375c050-d6a4-4212-980e-f548dd476485" providerId="ADAL" clId="{7F30AE69-D275-4A6A-BCE6-F80CA7394149}" dt="2024-05-04T08:30:25.485" v="4902" actId="20577"/>
        <pc:sldMkLst>
          <pc:docMk/>
          <pc:sldMk cId="884139968" sldId="295"/>
        </pc:sldMkLst>
        <pc:spChg chg="mod">
          <ac:chgData name="Guan Wang" userId="5375c050-d6a4-4212-980e-f548dd476485" providerId="ADAL" clId="{7F30AE69-D275-4A6A-BCE6-F80CA7394149}" dt="2024-05-04T07:39:48.167" v="3246" actId="20577"/>
          <ac:spMkLst>
            <pc:docMk/>
            <pc:sldMk cId="884139968" sldId="295"/>
            <ac:spMk id="2" creationId="{13F362D3-A39A-2EF3-7DA6-7AD9C01A8ECF}"/>
          </ac:spMkLst>
        </pc:spChg>
        <pc:spChg chg="mod">
          <ac:chgData name="Guan Wang" userId="5375c050-d6a4-4212-980e-f548dd476485" providerId="ADAL" clId="{7F30AE69-D275-4A6A-BCE6-F80CA7394149}" dt="2024-05-04T08:16:36.665" v="4763" actId="20577"/>
          <ac:spMkLst>
            <pc:docMk/>
            <pc:sldMk cId="884139968" sldId="295"/>
            <ac:spMk id="3" creationId="{7D752543-2AD6-A95C-951B-B18CBDDC9923}"/>
          </ac:spMkLst>
        </pc:spChg>
      </pc:sldChg>
      <pc:sldChg chg="addSp modSp mod modAnim modNotesTx">
        <pc:chgData name="Guan Wang" userId="5375c050-d6a4-4212-980e-f548dd476485" providerId="ADAL" clId="{7F30AE69-D275-4A6A-BCE6-F80CA7394149}" dt="2024-05-05T15:28:11.755" v="6706"/>
        <pc:sldMkLst>
          <pc:docMk/>
          <pc:sldMk cId="1786977950" sldId="296"/>
        </pc:sldMkLst>
        <pc:spChg chg="mod">
          <ac:chgData name="Guan Wang" userId="5375c050-d6a4-4212-980e-f548dd476485" providerId="ADAL" clId="{7F30AE69-D275-4A6A-BCE6-F80CA7394149}" dt="2024-05-05T09:57:47.986" v="5001" actId="20577"/>
          <ac:spMkLst>
            <pc:docMk/>
            <pc:sldMk cId="1786977950" sldId="296"/>
            <ac:spMk id="2" creationId="{BFBA603B-30B4-475E-1739-5B17C4C29CAC}"/>
          </ac:spMkLst>
        </pc:spChg>
        <pc:spChg chg="mod">
          <ac:chgData name="Guan Wang" userId="5375c050-d6a4-4212-980e-f548dd476485" providerId="ADAL" clId="{7F30AE69-D275-4A6A-BCE6-F80CA7394149}" dt="2024-05-05T14:27:29.210" v="5711" actId="20577"/>
          <ac:spMkLst>
            <pc:docMk/>
            <pc:sldMk cId="1786977950" sldId="296"/>
            <ac:spMk id="3" creationId="{D8FFAF83-77BE-999B-B46F-4452DB427EDE}"/>
          </ac:spMkLst>
        </pc:spChg>
        <pc:spChg chg="add mod">
          <ac:chgData name="Guan Wang" userId="5375c050-d6a4-4212-980e-f548dd476485" providerId="ADAL" clId="{7F30AE69-D275-4A6A-BCE6-F80CA7394149}" dt="2024-05-05T10:01:02.798" v="5049"/>
          <ac:spMkLst>
            <pc:docMk/>
            <pc:sldMk cId="1786977950" sldId="296"/>
            <ac:spMk id="4" creationId="{4E2BCFD9-170E-4AB9-C98A-E487D3831BC2}"/>
          </ac:spMkLst>
        </pc:spChg>
        <pc:spChg chg="add mod">
          <ac:chgData name="Guan Wang" userId="5375c050-d6a4-4212-980e-f548dd476485" providerId="ADAL" clId="{7F30AE69-D275-4A6A-BCE6-F80CA7394149}" dt="2024-05-05T10:01:02.798" v="5049"/>
          <ac:spMkLst>
            <pc:docMk/>
            <pc:sldMk cId="1786977950" sldId="296"/>
            <ac:spMk id="9" creationId="{D07B19F1-135C-27EA-5A06-B165255CB177}"/>
          </ac:spMkLst>
        </pc:spChg>
        <pc:spChg chg="add mod">
          <ac:chgData name="Guan Wang" userId="5375c050-d6a4-4212-980e-f548dd476485" providerId="ADAL" clId="{7F30AE69-D275-4A6A-BCE6-F80CA7394149}" dt="2024-05-05T10:01:02.798" v="5049"/>
          <ac:spMkLst>
            <pc:docMk/>
            <pc:sldMk cId="1786977950" sldId="296"/>
            <ac:spMk id="10" creationId="{4998914D-067E-105D-877A-2C066B90CF7D}"/>
          </ac:spMkLst>
        </pc:spChg>
        <pc:cxnChg chg="add mod">
          <ac:chgData name="Guan Wang" userId="5375c050-d6a4-4212-980e-f548dd476485" providerId="ADAL" clId="{7F30AE69-D275-4A6A-BCE6-F80CA7394149}" dt="2024-05-05T10:01:02.798" v="5049"/>
          <ac:cxnSpMkLst>
            <pc:docMk/>
            <pc:sldMk cId="1786977950" sldId="296"/>
            <ac:cxnSpMk id="5" creationId="{67F11208-AC72-1488-4827-B0CB5C685936}"/>
          </ac:cxnSpMkLst>
        </pc:cxnChg>
        <pc:cxnChg chg="add mod">
          <ac:chgData name="Guan Wang" userId="5375c050-d6a4-4212-980e-f548dd476485" providerId="ADAL" clId="{7F30AE69-D275-4A6A-BCE6-F80CA7394149}" dt="2024-05-05T10:01:02.798" v="5049"/>
          <ac:cxnSpMkLst>
            <pc:docMk/>
            <pc:sldMk cId="1786977950" sldId="296"/>
            <ac:cxnSpMk id="6" creationId="{62A4562A-CFE3-1A62-9596-E9D2671696BC}"/>
          </ac:cxnSpMkLst>
        </pc:cxnChg>
        <pc:cxnChg chg="add mod">
          <ac:chgData name="Guan Wang" userId="5375c050-d6a4-4212-980e-f548dd476485" providerId="ADAL" clId="{7F30AE69-D275-4A6A-BCE6-F80CA7394149}" dt="2024-05-05T10:01:02.798" v="5049"/>
          <ac:cxnSpMkLst>
            <pc:docMk/>
            <pc:sldMk cId="1786977950" sldId="296"/>
            <ac:cxnSpMk id="7" creationId="{58C1B3E1-BB9A-7888-84CF-E69A16BE26F1}"/>
          </ac:cxnSpMkLst>
        </pc:cxnChg>
        <pc:cxnChg chg="add mod">
          <ac:chgData name="Guan Wang" userId="5375c050-d6a4-4212-980e-f548dd476485" providerId="ADAL" clId="{7F30AE69-D275-4A6A-BCE6-F80CA7394149}" dt="2024-05-05T10:01:02.798" v="5049"/>
          <ac:cxnSpMkLst>
            <pc:docMk/>
            <pc:sldMk cId="1786977950" sldId="296"/>
            <ac:cxnSpMk id="8" creationId="{67E6EF61-79A4-2EAF-3EC1-806959FB0BF1}"/>
          </ac:cxnSpMkLst>
        </pc:cxnChg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3506825921" sldId="298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3567890721" sldId="299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1919871670" sldId="300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2001709094" sldId="301"/>
        </pc:sldMkLst>
      </pc:sldChg>
      <pc:sldChg chg="del">
        <pc:chgData name="Guan Wang" userId="5375c050-d6a4-4212-980e-f548dd476485" providerId="ADAL" clId="{7F30AE69-D275-4A6A-BCE6-F80CA7394149}" dt="2024-05-04T00:17:35.657" v="148" actId="2696"/>
        <pc:sldMkLst>
          <pc:docMk/>
          <pc:sldMk cId="6353875" sldId="302"/>
        </pc:sldMkLst>
      </pc:sldChg>
      <pc:sldChg chg="addSp delSp modSp new mod modAnim modNotesTx">
        <pc:chgData name="Guan Wang" userId="5375c050-d6a4-4212-980e-f548dd476485" providerId="ADAL" clId="{7F30AE69-D275-4A6A-BCE6-F80CA7394149}" dt="2024-05-05T15:37:23.566" v="7003" actId="20577"/>
        <pc:sldMkLst>
          <pc:docMk/>
          <pc:sldMk cId="1292758061" sldId="303"/>
        </pc:sldMkLst>
        <pc:spChg chg="mod">
          <ac:chgData name="Guan Wang" userId="5375c050-d6a4-4212-980e-f548dd476485" providerId="ADAL" clId="{7F30AE69-D275-4A6A-BCE6-F80CA7394149}" dt="2024-05-04T00:16:23.062" v="40" actId="20577"/>
          <ac:spMkLst>
            <pc:docMk/>
            <pc:sldMk cId="1292758061" sldId="303"/>
            <ac:spMk id="2" creationId="{4280EA91-73F3-1AB2-01AD-F5D752A54645}"/>
          </ac:spMkLst>
        </pc:spChg>
        <pc:spChg chg="mod">
          <ac:chgData name="Guan Wang" userId="5375c050-d6a4-4212-980e-f548dd476485" providerId="ADAL" clId="{7F30AE69-D275-4A6A-BCE6-F80CA7394149}" dt="2024-05-04T00:25:58.460" v="159" actId="14100"/>
          <ac:spMkLst>
            <pc:docMk/>
            <pc:sldMk cId="1292758061" sldId="303"/>
            <ac:spMk id="3" creationId="{1E6E07AE-0767-A13E-EA86-E5AB585C53FD}"/>
          </ac:spMkLst>
        </pc:spChg>
        <pc:spChg chg="add del mod">
          <ac:chgData name="Guan Wang" userId="5375c050-d6a4-4212-980e-f548dd476485" providerId="ADAL" clId="{7F30AE69-D275-4A6A-BCE6-F80CA7394149}" dt="2024-05-04T00:25:58.846" v="161"/>
          <ac:spMkLst>
            <pc:docMk/>
            <pc:sldMk cId="1292758061" sldId="303"/>
            <ac:spMk id="4" creationId="{32F1B0B8-AE65-28B5-E51A-2C05F576FF19}"/>
          </ac:spMkLst>
        </pc:spChg>
        <pc:spChg chg="add mod">
          <ac:chgData name="Guan Wang" userId="5375c050-d6a4-4212-980e-f548dd476485" providerId="ADAL" clId="{7F30AE69-D275-4A6A-BCE6-F80CA7394149}" dt="2024-05-04T00:26:29.942" v="181" actId="1076"/>
          <ac:spMkLst>
            <pc:docMk/>
            <pc:sldMk cId="1292758061" sldId="303"/>
            <ac:spMk id="5" creationId="{37061C48-D7DD-3673-E7C5-FE196A98B204}"/>
          </ac:spMkLst>
        </pc:spChg>
        <pc:spChg chg="add del mod">
          <ac:chgData name="Guan Wang" userId="5375c050-d6a4-4212-980e-f548dd476485" providerId="ADAL" clId="{7F30AE69-D275-4A6A-BCE6-F80CA7394149}" dt="2024-05-04T00:26:36.891" v="184"/>
          <ac:spMkLst>
            <pc:docMk/>
            <pc:sldMk cId="1292758061" sldId="303"/>
            <ac:spMk id="6" creationId="{B643C999-AAAF-DA99-5541-2B13D6BFA99E}"/>
          </ac:spMkLst>
        </pc:spChg>
        <pc:spChg chg="add mod">
          <ac:chgData name="Guan Wang" userId="5375c050-d6a4-4212-980e-f548dd476485" providerId="ADAL" clId="{7F30AE69-D275-4A6A-BCE6-F80CA7394149}" dt="2024-05-05T15:35:44.055" v="6943" actId="20577"/>
          <ac:spMkLst>
            <pc:docMk/>
            <pc:sldMk cId="1292758061" sldId="303"/>
            <ac:spMk id="7" creationId="{755FB1D4-B7E2-11B4-F1F1-5EFC67B53AE2}"/>
          </ac:spMkLst>
        </pc:spChg>
        <pc:spChg chg="add mod">
          <ac:chgData name="Guan Wang" userId="5375c050-d6a4-4212-980e-f548dd476485" providerId="ADAL" clId="{7F30AE69-D275-4A6A-BCE6-F80CA7394149}" dt="2024-05-04T00:34:49.749" v="387" actId="20577"/>
          <ac:spMkLst>
            <pc:docMk/>
            <pc:sldMk cId="1292758061" sldId="303"/>
            <ac:spMk id="8" creationId="{E52B0F3D-F5B9-12E8-4682-1E8F6ABA4A97}"/>
          </ac:spMkLst>
        </pc:spChg>
      </pc:sldChg>
      <pc:sldChg chg="addSp delSp modSp new mod modAnim modNotesTx">
        <pc:chgData name="Guan Wang" userId="5375c050-d6a4-4212-980e-f548dd476485" providerId="ADAL" clId="{7F30AE69-D275-4A6A-BCE6-F80CA7394149}" dt="2024-05-05T15:52:30.610" v="7312" actId="20577"/>
        <pc:sldMkLst>
          <pc:docMk/>
          <pc:sldMk cId="4104588341" sldId="304"/>
        </pc:sldMkLst>
        <pc:spChg chg="mod">
          <ac:chgData name="Guan Wang" userId="5375c050-d6a4-4212-980e-f548dd476485" providerId="ADAL" clId="{7F30AE69-D275-4A6A-BCE6-F80CA7394149}" dt="2024-05-04T00:33:13.695" v="350" actId="20577"/>
          <ac:spMkLst>
            <pc:docMk/>
            <pc:sldMk cId="4104588341" sldId="304"/>
            <ac:spMk id="2" creationId="{A61B7E36-E102-1988-BFDF-8190DC45B4C8}"/>
          </ac:spMkLst>
        </pc:spChg>
        <pc:spChg chg="del">
          <ac:chgData name="Guan Wang" userId="5375c050-d6a4-4212-980e-f548dd476485" providerId="ADAL" clId="{7F30AE69-D275-4A6A-BCE6-F80CA7394149}" dt="2024-05-04T00:35:13.332" v="388" actId="478"/>
          <ac:spMkLst>
            <pc:docMk/>
            <pc:sldMk cId="4104588341" sldId="304"/>
            <ac:spMk id="3" creationId="{62938318-6F4F-0973-FDFA-145E8AA12D31}"/>
          </ac:spMkLst>
        </pc:spChg>
        <pc:spChg chg="add mod">
          <ac:chgData name="Guan Wang" userId="5375c050-d6a4-4212-980e-f548dd476485" providerId="ADAL" clId="{7F30AE69-D275-4A6A-BCE6-F80CA7394149}" dt="2024-05-04T01:00:53.681" v="543" actId="1035"/>
          <ac:spMkLst>
            <pc:docMk/>
            <pc:sldMk cId="4104588341" sldId="304"/>
            <ac:spMk id="3" creationId="{BCE020AF-AD65-17D5-C475-AA99C5C261BD}"/>
          </ac:spMkLst>
        </pc:spChg>
        <pc:spChg chg="add del mod">
          <ac:chgData name="Guan Wang" userId="5375c050-d6a4-4212-980e-f548dd476485" providerId="ADAL" clId="{7F30AE69-D275-4A6A-BCE6-F80CA7394149}" dt="2024-05-04T00:39:13.558" v="439" actId="478"/>
          <ac:spMkLst>
            <pc:docMk/>
            <pc:sldMk cId="4104588341" sldId="304"/>
            <ac:spMk id="4" creationId="{962743CA-C3F0-C9DF-3C67-E0C9F799F80A}"/>
          </ac:spMkLst>
        </pc:spChg>
        <pc:spChg chg="add mod">
          <ac:chgData name="Guan Wang" userId="5375c050-d6a4-4212-980e-f548dd476485" providerId="ADAL" clId="{7F30AE69-D275-4A6A-BCE6-F80CA7394149}" dt="2024-05-04T01:00:53.681" v="543" actId="1035"/>
          <ac:spMkLst>
            <pc:docMk/>
            <pc:sldMk cId="4104588341" sldId="304"/>
            <ac:spMk id="11" creationId="{A9A300AB-81B1-9C5C-1C52-59F3A0249BD3}"/>
          </ac:spMkLst>
        </pc:spChg>
        <pc:spChg chg="add mod">
          <ac:chgData name="Guan Wang" userId="5375c050-d6a4-4212-980e-f548dd476485" providerId="ADAL" clId="{7F30AE69-D275-4A6A-BCE6-F80CA7394149}" dt="2024-05-04T01:00:53.681" v="543" actId="1035"/>
          <ac:spMkLst>
            <pc:docMk/>
            <pc:sldMk cId="4104588341" sldId="304"/>
            <ac:spMk id="55" creationId="{9E0F2A85-5A47-613B-BC59-4AF963C81E87}"/>
          </ac:spMkLst>
        </pc:spChg>
        <pc:spChg chg="add mod">
          <ac:chgData name="Guan Wang" userId="5375c050-d6a4-4212-980e-f548dd476485" providerId="ADAL" clId="{7F30AE69-D275-4A6A-BCE6-F80CA7394149}" dt="2024-05-04T01:12:30.601" v="640" actId="1076"/>
          <ac:spMkLst>
            <pc:docMk/>
            <pc:sldMk cId="4104588341" sldId="304"/>
            <ac:spMk id="56" creationId="{16067548-BFCE-3C3D-A71D-85D685DE81BB}"/>
          </ac:spMkLst>
        </pc:spChg>
        <pc:spChg chg="add mod">
          <ac:chgData name="Guan Wang" userId="5375c050-d6a4-4212-980e-f548dd476485" providerId="ADAL" clId="{7F30AE69-D275-4A6A-BCE6-F80CA7394149}" dt="2024-05-04T01:12:16.045" v="639" actId="20577"/>
          <ac:spMkLst>
            <pc:docMk/>
            <pc:sldMk cId="4104588341" sldId="304"/>
            <ac:spMk id="57" creationId="{ADD4EC31-BBD7-7D84-B18F-8832C6C47080}"/>
          </ac:spMkLst>
        </pc:spChg>
        <pc:grpChg chg="add mod">
          <ac:chgData name="Guan Wang" userId="5375c050-d6a4-4212-980e-f548dd476485" providerId="ADAL" clId="{7F30AE69-D275-4A6A-BCE6-F80CA7394149}" dt="2024-05-04T01:00:53.681" v="543" actId="1035"/>
          <ac:grpSpMkLst>
            <pc:docMk/>
            <pc:sldMk cId="4104588341" sldId="304"/>
            <ac:grpSpMk id="17" creationId="{F6FD5C06-91E9-66D4-D5B2-4D2A93B7513C}"/>
          </ac:grpSpMkLst>
        </pc:grpChg>
        <pc:grpChg chg="add mod">
          <ac:chgData name="Guan Wang" userId="5375c050-d6a4-4212-980e-f548dd476485" providerId="ADAL" clId="{7F30AE69-D275-4A6A-BCE6-F80CA7394149}" dt="2024-05-04T01:00:53.681" v="543" actId="1035"/>
          <ac:grpSpMkLst>
            <pc:docMk/>
            <pc:sldMk cId="4104588341" sldId="304"/>
            <ac:grpSpMk id="18" creationId="{3F3F0F2E-9197-C163-48C5-4BD4AB96D585}"/>
          </ac:grpSpMkLst>
        </pc:grpChg>
        <pc:grpChg chg="add mod">
          <ac:chgData name="Guan Wang" userId="5375c050-d6a4-4212-980e-f548dd476485" providerId="ADAL" clId="{7F30AE69-D275-4A6A-BCE6-F80CA7394149}" dt="2024-05-04T01:00:53.681" v="543" actId="1035"/>
          <ac:grpSpMkLst>
            <pc:docMk/>
            <pc:sldMk cId="4104588341" sldId="304"/>
            <ac:grpSpMk id="21" creationId="{1F5DB80C-F096-AD81-5E4B-A4D383A9422F}"/>
          </ac:grpSpMkLst>
        </pc:grpChg>
        <pc:grpChg chg="add mod">
          <ac:chgData name="Guan Wang" userId="5375c050-d6a4-4212-980e-f548dd476485" providerId="ADAL" clId="{7F30AE69-D275-4A6A-BCE6-F80CA7394149}" dt="2024-05-04T01:00:53.681" v="543" actId="1035"/>
          <ac:grpSpMkLst>
            <pc:docMk/>
            <pc:sldMk cId="4104588341" sldId="304"/>
            <ac:grpSpMk id="24" creationId="{C0742FE5-A582-9FC8-18CC-C306AFFF74AE}"/>
          </ac:grpSpMkLst>
        </pc:grpChg>
        <pc:grpChg chg="add mod">
          <ac:chgData name="Guan Wang" userId="5375c050-d6a4-4212-980e-f548dd476485" providerId="ADAL" clId="{7F30AE69-D275-4A6A-BCE6-F80CA7394149}" dt="2024-05-04T01:00:53.681" v="543" actId="1035"/>
          <ac:grpSpMkLst>
            <pc:docMk/>
            <pc:sldMk cId="4104588341" sldId="304"/>
            <ac:grpSpMk id="27" creationId="{87BA07EA-B15C-9A73-AF65-6A43B597760D}"/>
          </ac:grpSpMkLst>
        </pc:grpChg>
        <pc:grpChg chg="add mod">
          <ac:chgData name="Guan Wang" userId="5375c050-d6a4-4212-980e-f548dd476485" providerId="ADAL" clId="{7F30AE69-D275-4A6A-BCE6-F80CA7394149}" dt="2024-05-04T01:00:53.681" v="543" actId="1035"/>
          <ac:grpSpMkLst>
            <pc:docMk/>
            <pc:sldMk cId="4104588341" sldId="304"/>
            <ac:grpSpMk id="30" creationId="{6993CA3B-D429-18C8-0C02-29908888E564}"/>
          </ac:grpSpMkLst>
        </pc:grpChg>
        <pc:grpChg chg="add mod">
          <ac:chgData name="Guan Wang" userId="5375c050-d6a4-4212-980e-f548dd476485" providerId="ADAL" clId="{7F30AE69-D275-4A6A-BCE6-F80CA7394149}" dt="2024-05-04T01:00:53.681" v="543" actId="1035"/>
          <ac:grpSpMkLst>
            <pc:docMk/>
            <pc:sldMk cId="4104588341" sldId="304"/>
            <ac:grpSpMk id="33" creationId="{E2C1A061-A9F5-98AD-AB00-57FDDEC52755}"/>
          </ac:grpSpMkLst>
        </pc:grpChg>
        <pc:grpChg chg="add mod">
          <ac:chgData name="Guan Wang" userId="5375c050-d6a4-4212-980e-f548dd476485" providerId="ADAL" clId="{7F30AE69-D275-4A6A-BCE6-F80CA7394149}" dt="2024-05-04T01:00:53.681" v="543" actId="1035"/>
          <ac:grpSpMkLst>
            <pc:docMk/>
            <pc:sldMk cId="4104588341" sldId="304"/>
            <ac:grpSpMk id="36" creationId="{1253B674-CF4E-6134-2FF0-32274EC63748}"/>
          </ac:grpSpMkLst>
        </pc:grpChg>
        <pc:grpChg chg="add mod">
          <ac:chgData name="Guan Wang" userId="5375c050-d6a4-4212-980e-f548dd476485" providerId="ADAL" clId="{7F30AE69-D275-4A6A-BCE6-F80CA7394149}" dt="2024-05-04T01:13:47.415" v="645" actId="1076"/>
          <ac:grpSpMkLst>
            <pc:docMk/>
            <pc:sldMk cId="4104588341" sldId="304"/>
            <ac:grpSpMk id="44" creationId="{50D408E0-2F6D-CE59-42C2-246FC3886265}"/>
          </ac:grpSpMkLst>
        </pc:grpChg>
        <pc:cxnChg chg="add mod">
          <ac:chgData name="Guan Wang" userId="5375c050-d6a4-4212-980e-f548dd476485" providerId="ADAL" clId="{7F30AE69-D275-4A6A-BCE6-F80CA7394149}" dt="2024-05-04T01:00:53.681" v="543" actId="1035"/>
          <ac:cxnSpMkLst>
            <pc:docMk/>
            <pc:sldMk cId="4104588341" sldId="304"/>
            <ac:cxnSpMk id="5" creationId="{F43982F8-2212-22C0-D34C-AD6882FEC0D3}"/>
          </ac:cxnSpMkLst>
        </pc:cxnChg>
        <pc:cxnChg chg="add mod">
          <ac:chgData name="Guan Wang" userId="5375c050-d6a4-4212-980e-f548dd476485" providerId="ADAL" clId="{7F30AE69-D275-4A6A-BCE6-F80CA7394149}" dt="2024-05-04T01:00:53.681" v="543" actId="1035"/>
          <ac:cxnSpMkLst>
            <pc:docMk/>
            <pc:sldMk cId="4104588341" sldId="304"/>
            <ac:cxnSpMk id="6" creationId="{803DAF3A-3862-78D8-7CFD-5A60ABCF0809}"/>
          </ac:cxnSpMkLst>
        </pc:cxnChg>
        <pc:cxnChg chg="add mod">
          <ac:chgData name="Guan Wang" userId="5375c050-d6a4-4212-980e-f548dd476485" providerId="ADAL" clId="{7F30AE69-D275-4A6A-BCE6-F80CA7394149}" dt="2024-05-04T00:40:46.210" v="454" actId="164"/>
          <ac:cxnSpMkLst>
            <pc:docMk/>
            <pc:sldMk cId="4104588341" sldId="304"/>
            <ac:cxnSpMk id="8" creationId="{F48BD164-C4D9-BE22-02D6-4A7CF897CD43}"/>
          </ac:cxnSpMkLst>
        </pc:cxnChg>
        <pc:cxnChg chg="add mod">
          <ac:chgData name="Guan Wang" userId="5375c050-d6a4-4212-980e-f548dd476485" providerId="ADAL" clId="{7F30AE69-D275-4A6A-BCE6-F80CA7394149}" dt="2024-05-04T00:40:46.210" v="454" actId="164"/>
          <ac:cxnSpMkLst>
            <pc:docMk/>
            <pc:sldMk cId="4104588341" sldId="304"/>
            <ac:cxnSpMk id="9" creationId="{03BAC968-5C4B-B018-9E36-C6C8BB5F604E}"/>
          </ac:cxnSpMkLst>
        </pc:cxnChg>
        <pc:cxnChg chg="add mod">
          <ac:chgData name="Guan Wang" userId="5375c050-d6a4-4212-980e-f548dd476485" providerId="ADAL" clId="{7F30AE69-D275-4A6A-BCE6-F80CA7394149}" dt="2024-05-04T01:00:53.681" v="543" actId="1035"/>
          <ac:cxnSpMkLst>
            <pc:docMk/>
            <pc:sldMk cId="4104588341" sldId="304"/>
            <ac:cxnSpMk id="10" creationId="{CBF56FA9-4C97-CC7E-5F5F-F56A519D3301}"/>
          </ac:cxnSpMkLst>
        </pc:cxnChg>
        <pc:cxnChg chg="mod">
          <ac:chgData name="Guan Wang" userId="5375c050-d6a4-4212-980e-f548dd476485" providerId="ADAL" clId="{7F30AE69-D275-4A6A-BCE6-F80CA7394149}" dt="2024-05-04T00:40:52.712" v="455"/>
          <ac:cxnSpMkLst>
            <pc:docMk/>
            <pc:sldMk cId="4104588341" sldId="304"/>
            <ac:cxnSpMk id="19" creationId="{298DA89B-509D-8DFC-FAB6-AC8DB3C8885D}"/>
          </ac:cxnSpMkLst>
        </pc:cxnChg>
        <pc:cxnChg chg="mod">
          <ac:chgData name="Guan Wang" userId="5375c050-d6a4-4212-980e-f548dd476485" providerId="ADAL" clId="{7F30AE69-D275-4A6A-BCE6-F80CA7394149}" dt="2024-05-04T00:40:52.712" v="455"/>
          <ac:cxnSpMkLst>
            <pc:docMk/>
            <pc:sldMk cId="4104588341" sldId="304"/>
            <ac:cxnSpMk id="20" creationId="{344D69FE-881C-7640-5725-0D964B2FE948}"/>
          </ac:cxnSpMkLst>
        </pc:cxnChg>
        <pc:cxnChg chg="mod">
          <ac:chgData name="Guan Wang" userId="5375c050-d6a4-4212-980e-f548dd476485" providerId="ADAL" clId="{7F30AE69-D275-4A6A-BCE6-F80CA7394149}" dt="2024-05-04T00:41:00.492" v="459"/>
          <ac:cxnSpMkLst>
            <pc:docMk/>
            <pc:sldMk cId="4104588341" sldId="304"/>
            <ac:cxnSpMk id="22" creationId="{4AA037AA-E7DD-1EF2-8AA1-EFA642B0E0F8}"/>
          </ac:cxnSpMkLst>
        </pc:cxnChg>
        <pc:cxnChg chg="mod">
          <ac:chgData name="Guan Wang" userId="5375c050-d6a4-4212-980e-f548dd476485" providerId="ADAL" clId="{7F30AE69-D275-4A6A-BCE6-F80CA7394149}" dt="2024-05-04T00:41:00.492" v="459"/>
          <ac:cxnSpMkLst>
            <pc:docMk/>
            <pc:sldMk cId="4104588341" sldId="304"/>
            <ac:cxnSpMk id="23" creationId="{DD3D8E87-A088-9F3C-0681-CEC5D899A1D8}"/>
          </ac:cxnSpMkLst>
        </pc:cxnChg>
        <pc:cxnChg chg="mod">
          <ac:chgData name="Guan Wang" userId="5375c050-d6a4-4212-980e-f548dd476485" providerId="ADAL" clId="{7F30AE69-D275-4A6A-BCE6-F80CA7394149}" dt="2024-05-04T00:41:04.600" v="461"/>
          <ac:cxnSpMkLst>
            <pc:docMk/>
            <pc:sldMk cId="4104588341" sldId="304"/>
            <ac:cxnSpMk id="25" creationId="{EC479D3E-EF97-D36E-86D8-40EB84DF4930}"/>
          </ac:cxnSpMkLst>
        </pc:cxnChg>
        <pc:cxnChg chg="mod">
          <ac:chgData name="Guan Wang" userId="5375c050-d6a4-4212-980e-f548dd476485" providerId="ADAL" clId="{7F30AE69-D275-4A6A-BCE6-F80CA7394149}" dt="2024-05-04T00:41:04.600" v="461"/>
          <ac:cxnSpMkLst>
            <pc:docMk/>
            <pc:sldMk cId="4104588341" sldId="304"/>
            <ac:cxnSpMk id="26" creationId="{FC060A79-92AA-52C9-4C86-9B315F47C440}"/>
          </ac:cxnSpMkLst>
        </pc:cxnChg>
        <pc:cxnChg chg="mod">
          <ac:chgData name="Guan Wang" userId="5375c050-d6a4-4212-980e-f548dd476485" providerId="ADAL" clId="{7F30AE69-D275-4A6A-BCE6-F80CA7394149}" dt="2024-05-04T00:41:08.310" v="463"/>
          <ac:cxnSpMkLst>
            <pc:docMk/>
            <pc:sldMk cId="4104588341" sldId="304"/>
            <ac:cxnSpMk id="28" creationId="{5D8E3694-8EA2-B5B2-E04E-03E32E75AAF5}"/>
          </ac:cxnSpMkLst>
        </pc:cxnChg>
        <pc:cxnChg chg="mod">
          <ac:chgData name="Guan Wang" userId="5375c050-d6a4-4212-980e-f548dd476485" providerId="ADAL" clId="{7F30AE69-D275-4A6A-BCE6-F80CA7394149}" dt="2024-05-04T00:41:08.310" v="463"/>
          <ac:cxnSpMkLst>
            <pc:docMk/>
            <pc:sldMk cId="4104588341" sldId="304"/>
            <ac:cxnSpMk id="29" creationId="{AE292BD8-00DD-A19F-DB94-E8A3BD0B1964}"/>
          </ac:cxnSpMkLst>
        </pc:cxnChg>
        <pc:cxnChg chg="mod">
          <ac:chgData name="Guan Wang" userId="5375c050-d6a4-4212-980e-f548dd476485" providerId="ADAL" clId="{7F30AE69-D275-4A6A-BCE6-F80CA7394149}" dt="2024-05-04T00:41:15.787" v="466"/>
          <ac:cxnSpMkLst>
            <pc:docMk/>
            <pc:sldMk cId="4104588341" sldId="304"/>
            <ac:cxnSpMk id="31" creationId="{776E75B6-079A-111C-7B4F-56133DC57418}"/>
          </ac:cxnSpMkLst>
        </pc:cxnChg>
        <pc:cxnChg chg="mod">
          <ac:chgData name="Guan Wang" userId="5375c050-d6a4-4212-980e-f548dd476485" providerId="ADAL" clId="{7F30AE69-D275-4A6A-BCE6-F80CA7394149}" dt="2024-05-04T00:41:15.787" v="466"/>
          <ac:cxnSpMkLst>
            <pc:docMk/>
            <pc:sldMk cId="4104588341" sldId="304"/>
            <ac:cxnSpMk id="32" creationId="{B21A9245-076C-0B0D-2BF9-1C1F9F4F1D87}"/>
          </ac:cxnSpMkLst>
        </pc:cxnChg>
        <pc:cxnChg chg="mod">
          <ac:chgData name="Guan Wang" userId="5375c050-d6a4-4212-980e-f548dd476485" providerId="ADAL" clId="{7F30AE69-D275-4A6A-BCE6-F80CA7394149}" dt="2024-05-04T00:41:19.990" v="468"/>
          <ac:cxnSpMkLst>
            <pc:docMk/>
            <pc:sldMk cId="4104588341" sldId="304"/>
            <ac:cxnSpMk id="34" creationId="{BB2D1EAE-1AE3-F82D-885B-866074478ED9}"/>
          </ac:cxnSpMkLst>
        </pc:cxnChg>
        <pc:cxnChg chg="mod">
          <ac:chgData name="Guan Wang" userId="5375c050-d6a4-4212-980e-f548dd476485" providerId="ADAL" clId="{7F30AE69-D275-4A6A-BCE6-F80CA7394149}" dt="2024-05-04T00:41:19.990" v="468"/>
          <ac:cxnSpMkLst>
            <pc:docMk/>
            <pc:sldMk cId="4104588341" sldId="304"/>
            <ac:cxnSpMk id="35" creationId="{02AD1AF3-7C48-2C72-1739-53EB9333EC5D}"/>
          </ac:cxnSpMkLst>
        </pc:cxnChg>
        <pc:cxnChg chg="mod">
          <ac:chgData name="Guan Wang" userId="5375c050-d6a4-4212-980e-f548dd476485" providerId="ADAL" clId="{7F30AE69-D275-4A6A-BCE6-F80CA7394149}" dt="2024-05-04T00:41:23.700" v="470"/>
          <ac:cxnSpMkLst>
            <pc:docMk/>
            <pc:sldMk cId="4104588341" sldId="304"/>
            <ac:cxnSpMk id="37" creationId="{872439C1-699A-258E-5BED-6B9011B876FA}"/>
          </ac:cxnSpMkLst>
        </pc:cxnChg>
        <pc:cxnChg chg="mod">
          <ac:chgData name="Guan Wang" userId="5375c050-d6a4-4212-980e-f548dd476485" providerId="ADAL" clId="{7F30AE69-D275-4A6A-BCE6-F80CA7394149}" dt="2024-05-04T00:41:23.700" v="470"/>
          <ac:cxnSpMkLst>
            <pc:docMk/>
            <pc:sldMk cId="4104588341" sldId="304"/>
            <ac:cxnSpMk id="38" creationId="{F9E9854E-1F21-2128-F31B-61A96E64BC28}"/>
          </ac:cxnSpMkLst>
        </pc:cxnChg>
        <pc:cxnChg chg="add mod">
          <ac:chgData name="Guan Wang" userId="5375c050-d6a4-4212-980e-f548dd476485" providerId="ADAL" clId="{7F30AE69-D275-4A6A-BCE6-F80CA7394149}" dt="2024-05-04T01:00:53.681" v="543" actId="1035"/>
          <ac:cxnSpMkLst>
            <pc:docMk/>
            <pc:sldMk cId="4104588341" sldId="304"/>
            <ac:cxnSpMk id="39" creationId="{C8E9CBC2-7B9B-6829-5C0F-9E5BCBD0CD2B}"/>
          </ac:cxnSpMkLst>
        </pc:cxnChg>
        <pc:cxnChg chg="add mod">
          <ac:chgData name="Guan Wang" userId="5375c050-d6a4-4212-980e-f548dd476485" providerId="ADAL" clId="{7F30AE69-D275-4A6A-BCE6-F80CA7394149}" dt="2024-05-04T01:00:53.681" v="543" actId="1035"/>
          <ac:cxnSpMkLst>
            <pc:docMk/>
            <pc:sldMk cId="4104588341" sldId="304"/>
            <ac:cxnSpMk id="42" creationId="{1F49B161-1370-FA3F-4672-79952442BC21}"/>
          </ac:cxnSpMkLst>
        </pc:cxnChg>
        <pc:cxnChg chg="mod">
          <ac:chgData name="Guan Wang" userId="5375c050-d6a4-4212-980e-f548dd476485" providerId="ADAL" clId="{7F30AE69-D275-4A6A-BCE6-F80CA7394149}" dt="2024-05-04T00:57:08.808" v="481"/>
          <ac:cxnSpMkLst>
            <pc:docMk/>
            <pc:sldMk cId="4104588341" sldId="304"/>
            <ac:cxnSpMk id="45" creationId="{AC132E59-6A78-1073-0139-4D64A0930BE1}"/>
          </ac:cxnSpMkLst>
        </pc:cxnChg>
        <pc:cxnChg chg="mod">
          <ac:chgData name="Guan Wang" userId="5375c050-d6a4-4212-980e-f548dd476485" providerId="ADAL" clId="{7F30AE69-D275-4A6A-BCE6-F80CA7394149}" dt="2024-05-04T00:57:08.808" v="481"/>
          <ac:cxnSpMkLst>
            <pc:docMk/>
            <pc:sldMk cId="4104588341" sldId="304"/>
            <ac:cxnSpMk id="46" creationId="{C2A48C1F-6EF7-66CC-CA42-A9FDA36AA8F4}"/>
          </ac:cxnSpMkLst>
        </pc:cxnChg>
        <pc:cxnChg chg="add mod">
          <ac:chgData name="Guan Wang" userId="5375c050-d6a4-4212-980e-f548dd476485" providerId="ADAL" clId="{7F30AE69-D275-4A6A-BCE6-F80CA7394149}" dt="2024-05-05T15:50:20.433" v="7261" actId="208"/>
          <ac:cxnSpMkLst>
            <pc:docMk/>
            <pc:sldMk cId="4104588341" sldId="304"/>
            <ac:cxnSpMk id="47" creationId="{8354C953-8240-A56E-B27C-1A94E53C8B17}"/>
          </ac:cxnSpMkLst>
        </pc:cxnChg>
        <pc:cxnChg chg="add mod">
          <ac:chgData name="Guan Wang" userId="5375c050-d6a4-4212-980e-f548dd476485" providerId="ADAL" clId="{7F30AE69-D275-4A6A-BCE6-F80CA7394149}" dt="2024-05-05T15:49:55.847" v="7260" actId="208"/>
          <ac:cxnSpMkLst>
            <pc:docMk/>
            <pc:sldMk cId="4104588341" sldId="304"/>
            <ac:cxnSpMk id="52" creationId="{6003BD81-6351-038C-B0BD-F2059E2516CC}"/>
          </ac:cxnSpMkLst>
        </pc:cxnChg>
      </pc:sldChg>
      <pc:sldChg chg="modSp new mod modAnim modNotes modNotesTx">
        <pc:chgData name="Guan Wang" userId="5375c050-d6a4-4212-980e-f548dd476485" providerId="ADAL" clId="{7F30AE69-D275-4A6A-BCE6-F80CA7394149}" dt="2024-05-05T15:57:12.338" v="7383" actId="20577"/>
        <pc:sldMkLst>
          <pc:docMk/>
          <pc:sldMk cId="2624575177" sldId="305"/>
        </pc:sldMkLst>
        <pc:spChg chg="mod">
          <ac:chgData name="Guan Wang" userId="5375c050-d6a4-4212-980e-f548dd476485" providerId="ADAL" clId="{7F30AE69-D275-4A6A-BCE6-F80CA7394149}" dt="2024-05-04T01:16:59.182" v="685" actId="20577"/>
          <ac:spMkLst>
            <pc:docMk/>
            <pc:sldMk cId="2624575177" sldId="305"/>
            <ac:spMk id="2" creationId="{45DC0F4B-CA64-817E-4677-A5AAA6E0CD47}"/>
          </ac:spMkLst>
        </pc:spChg>
        <pc:spChg chg="mod">
          <ac:chgData name="Guan Wang" userId="5375c050-d6a4-4212-980e-f548dd476485" providerId="ADAL" clId="{7F30AE69-D275-4A6A-BCE6-F80CA7394149}" dt="2024-05-04T01:19:46.557" v="808" actId="20577"/>
          <ac:spMkLst>
            <pc:docMk/>
            <pc:sldMk cId="2624575177" sldId="305"/>
            <ac:spMk id="3" creationId="{F1763DE5-0093-D242-BD41-83C6DF1FE74F}"/>
          </ac:spMkLst>
        </pc:spChg>
      </pc:sldChg>
      <pc:sldChg chg="addSp modSp new mod modAnim modNotesTx">
        <pc:chgData name="Guan Wang" userId="5375c050-d6a4-4212-980e-f548dd476485" providerId="ADAL" clId="{7F30AE69-D275-4A6A-BCE6-F80CA7394149}" dt="2024-05-05T16:03:49.331" v="7480" actId="20577"/>
        <pc:sldMkLst>
          <pc:docMk/>
          <pc:sldMk cId="2977654365" sldId="306"/>
        </pc:sldMkLst>
        <pc:spChg chg="mod">
          <ac:chgData name="Guan Wang" userId="5375c050-d6a4-4212-980e-f548dd476485" providerId="ADAL" clId="{7F30AE69-D275-4A6A-BCE6-F80CA7394149}" dt="2024-05-04T05:57:44.285" v="829" actId="20577"/>
          <ac:spMkLst>
            <pc:docMk/>
            <pc:sldMk cId="2977654365" sldId="306"/>
            <ac:spMk id="2" creationId="{2C849BAA-EFFB-F98D-D24A-3200936E6300}"/>
          </ac:spMkLst>
        </pc:spChg>
        <pc:spChg chg="mod">
          <ac:chgData name="Guan Wang" userId="5375c050-d6a4-4212-980e-f548dd476485" providerId="ADAL" clId="{7F30AE69-D275-4A6A-BCE6-F80CA7394149}" dt="2024-05-04T07:34:13.857" v="2719" actId="20577"/>
          <ac:spMkLst>
            <pc:docMk/>
            <pc:sldMk cId="2977654365" sldId="306"/>
            <ac:spMk id="3" creationId="{97E341C2-F951-36D2-08D7-CC2B674C552B}"/>
          </ac:spMkLst>
        </pc:spChg>
        <pc:spChg chg="add mod">
          <ac:chgData name="Guan Wang" userId="5375c050-d6a4-4212-980e-f548dd476485" providerId="ADAL" clId="{7F30AE69-D275-4A6A-BCE6-F80CA7394149}" dt="2024-05-04T06:34:52.794" v="1627" actId="20577"/>
          <ac:spMkLst>
            <pc:docMk/>
            <pc:sldMk cId="2977654365" sldId="306"/>
            <ac:spMk id="4" creationId="{27F9504E-2A96-40D2-7960-5EACC928BBA4}"/>
          </ac:spMkLst>
        </pc:spChg>
        <pc:spChg chg="add mod">
          <ac:chgData name="Guan Wang" userId="5375c050-d6a4-4212-980e-f548dd476485" providerId="ADAL" clId="{7F30AE69-D275-4A6A-BCE6-F80CA7394149}" dt="2024-05-04T06:36:21.306" v="1643" actId="1076"/>
          <ac:spMkLst>
            <pc:docMk/>
            <pc:sldMk cId="2977654365" sldId="306"/>
            <ac:spMk id="13" creationId="{920A2EA2-E23E-C61B-5EE0-9DEAF5F10FA4}"/>
          </ac:spMkLst>
        </pc:spChg>
        <pc:spChg chg="add mod">
          <ac:chgData name="Guan Wang" userId="5375c050-d6a4-4212-980e-f548dd476485" providerId="ADAL" clId="{7F30AE69-D275-4A6A-BCE6-F80CA7394149}" dt="2024-05-04T06:36:29.978" v="1650" actId="1076"/>
          <ac:spMkLst>
            <pc:docMk/>
            <pc:sldMk cId="2977654365" sldId="306"/>
            <ac:spMk id="14" creationId="{F6CED412-2FDF-7EEC-36FB-1F364DD91F0A}"/>
          </ac:spMkLst>
        </pc:spChg>
        <pc:cxnChg chg="add mod">
          <ac:chgData name="Guan Wang" userId="5375c050-d6a4-4212-980e-f548dd476485" providerId="ADAL" clId="{7F30AE69-D275-4A6A-BCE6-F80CA7394149}" dt="2024-05-04T06:35:31.065" v="1630" actId="208"/>
          <ac:cxnSpMkLst>
            <pc:docMk/>
            <pc:sldMk cId="2977654365" sldId="306"/>
            <ac:cxnSpMk id="6" creationId="{3CD84507-E79C-5501-1AD3-54D67F283736}"/>
          </ac:cxnSpMkLst>
        </pc:cxnChg>
        <pc:cxnChg chg="add mod">
          <ac:chgData name="Guan Wang" userId="5375c050-d6a4-4212-980e-f548dd476485" providerId="ADAL" clId="{7F30AE69-D275-4A6A-BCE6-F80CA7394149}" dt="2024-05-04T06:35:42.278" v="1633" actId="14100"/>
          <ac:cxnSpMkLst>
            <pc:docMk/>
            <pc:sldMk cId="2977654365" sldId="306"/>
            <ac:cxnSpMk id="7" creationId="{1F590F97-B705-4D49-C385-375BA5072FA5}"/>
          </ac:cxnSpMkLst>
        </pc:cxnChg>
        <pc:cxnChg chg="add mod">
          <ac:chgData name="Guan Wang" userId="5375c050-d6a4-4212-980e-f548dd476485" providerId="ADAL" clId="{7F30AE69-D275-4A6A-BCE6-F80CA7394149}" dt="2024-05-04T06:36:01.633" v="1638" actId="1076"/>
          <ac:cxnSpMkLst>
            <pc:docMk/>
            <pc:sldMk cId="2977654365" sldId="306"/>
            <ac:cxnSpMk id="11" creationId="{FE1DF91C-22B0-D23B-8166-5863F48D36EE}"/>
          </ac:cxnSpMkLst>
        </pc:cxnChg>
        <pc:cxnChg chg="add mod">
          <ac:chgData name="Guan Wang" userId="5375c050-d6a4-4212-980e-f548dd476485" providerId="ADAL" clId="{7F30AE69-D275-4A6A-BCE6-F80CA7394149}" dt="2024-05-04T06:36:07.553" v="1640" actId="1076"/>
          <ac:cxnSpMkLst>
            <pc:docMk/>
            <pc:sldMk cId="2977654365" sldId="306"/>
            <ac:cxnSpMk id="12" creationId="{6B11CE2B-AC2B-C2AA-B6A8-B1E5F982BC36}"/>
          </ac:cxnSpMkLst>
        </pc:cxnChg>
      </pc:sldChg>
      <pc:sldChg chg="addSp delSp modSp new mod delAnim modAnim modNotesTx">
        <pc:chgData name="Guan Wang" userId="5375c050-d6a4-4212-980e-f548dd476485" providerId="ADAL" clId="{7F30AE69-D275-4A6A-BCE6-F80CA7394149}" dt="2024-05-05T15:28:20.289" v="6708"/>
        <pc:sldMkLst>
          <pc:docMk/>
          <pc:sldMk cId="2484500570" sldId="307"/>
        </pc:sldMkLst>
        <pc:spChg chg="mod">
          <ac:chgData name="Guan Wang" userId="5375c050-d6a4-4212-980e-f548dd476485" providerId="ADAL" clId="{7F30AE69-D275-4A6A-BCE6-F80CA7394149}" dt="2024-05-04T07:44:03.585" v="3730" actId="27636"/>
          <ac:spMkLst>
            <pc:docMk/>
            <pc:sldMk cId="2484500570" sldId="307"/>
            <ac:spMk id="2" creationId="{7986B5B1-7110-D13E-EF64-7D80B34DC4F8}"/>
          </ac:spMkLst>
        </pc:spChg>
        <pc:spChg chg="mod">
          <ac:chgData name="Guan Wang" userId="5375c050-d6a4-4212-980e-f548dd476485" providerId="ADAL" clId="{7F30AE69-D275-4A6A-BCE6-F80CA7394149}" dt="2024-05-05T15:21:45.783" v="6632" actId="20577"/>
          <ac:spMkLst>
            <pc:docMk/>
            <pc:sldMk cId="2484500570" sldId="307"/>
            <ac:spMk id="3" creationId="{CE25933E-DB1F-1814-05FF-CD7D822D7197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8" creationId="{2138415D-228E-4EAE-CAC0-284FCCE411D6}"/>
          </ac:spMkLst>
        </pc:spChg>
        <pc:spChg chg="add del mod">
          <ac:chgData name="Guan Wang" userId="5375c050-d6a4-4212-980e-f548dd476485" providerId="ADAL" clId="{7F30AE69-D275-4A6A-BCE6-F80CA7394149}" dt="2024-05-05T14:53:08.094" v="5979" actId="478"/>
          <ac:spMkLst>
            <pc:docMk/>
            <pc:sldMk cId="2484500570" sldId="307"/>
            <ac:spMk id="9" creationId="{B2963AD1-70A6-C24E-7B8D-5E9E540AF93B}"/>
          </ac:spMkLst>
        </pc:spChg>
        <pc:spChg chg="add del mod">
          <ac:chgData name="Guan Wang" userId="5375c050-d6a4-4212-980e-f548dd476485" providerId="ADAL" clId="{7F30AE69-D275-4A6A-BCE6-F80CA7394149}" dt="2024-05-05T14:53:08.094" v="5979" actId="478"/>
          <ac:spMkLst>
            <pc:docMk/>
            <pc:sldMk cId="2484500570" sldId="307"/>
            <ac:spMk id="11" creationId="{83886B5D-535A-A5FF-A03A-19956E7CAB91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15" creationId="{3F414062-4F1B-F853-6036-512050E48071}"/>
          </ac:spMkLst>
        </pc:spChg>
        <pc:spChg chg="add del mod">
          <ac:chgData name="Guan Wang" userId="5375c050-d6a4-4212-980e-f548dd476485" providerId="ADAL" clId="{7F30AE69-D275-4A6A-BCE6-F80CA7394149}" dt="2024-05-05T14:53:09.610" v="5980" actId="478"/>
          <ac:spMkLst>
            <pc:docMk/>
            <pc:sldMk cId="2484500570" sldId="307"/>
            <ac:spMk id="16" creationId="{8750C893-F572-E46F-FE66-F3F6650688AA}"/>
          </ac:spMkLst>
        </pc:spChg>
        <pc:spChg chg="add del mod">
          <ac:chgData name="Guan Wang" userId="5375c050-d6a4-4212-980e-f548dd476485" providerId="ADAL" clId="{7F30AE69-D275-4A6A-BCE6-F80CA7394149}" dt="2024-05-05T14:53:09.610" v="5980" actId="478"/>
          <ac:spMkLst>
            <pc:docMk/>
            <pc:sldMk cId="2484500570" sldId="307"/>
            <ac:spMk id="17" creationId="{73772BA6-155E-211A-F3DB-0BD29197FB66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18" creationId="{83387881-7C4D-2EE5-EE6C-F3095886026E}"/>
          </ac:spMkLst>
        </pc:spChg>
        <pc:spChg chg="add mod">
          <ac:chgData name="Guan Wang" userId="5375c050-d6a4-4212-980e-f548dd476485" providerId="ADAL" clId="{7F30AE69-D275-4A6A-BCE6-F80CA7394149}" dt="2024-05-05T14:54:11.408" v="6039" actId="1035"/>
          <ac:spMkLst>
            <pc:docMk/>
            <pc:sldMk cId="2484500570" sldId="307"/>
            <ac:spMk id="19" creationId="{5CADC4A1-2A1A-3893-126F-9C5210294730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20" creationId="{38C5D872-B1F2-B24E-D98C-A620294BD7EA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21" creationId="{D462C3DD-5458-742D-409A-3C7C2260AA53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22" creationId="{2CBE258B-1BE8-DEC2-5019-29351DE103FD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23" creationId="{95C1CB8E-5752-AAE1-F077-AA89801DD287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24" creationId="{987117C0-25F6-7834-A1A2-346B710B4FE1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25" creationId="{F9AFB90F-3A50-1F34-A19A-4078A8BCEA34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26" creationId="{2AE5178E-D3C9-B0F2-5051-8545E4947895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27" creationId="{30B9FEC3-79BE-4A91-CF26-B6C5F64B4B80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28" creationId="{FD9AA50E-CDF1-1BC1-47AB-1F5197186B68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29" creationId="{47BF170B-B1F1-5B5D-5047-05CDCBBF0FF1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30" creationId="{A8EA4776-2C79-257A-5E66-CB38523F2836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31" creationId="{FC1D2DDE-9593-D96D-702D-FB6E352C3C9B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32" creationId="{C93AED7E-FCD3-FCE2-2F95-152F71B786F8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33" creationId="{4248C5B8-3EA7-22CB-5EEC-8F54D442858C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34" creationId="{63935BDE-AA20-6408-DD7C-B71363BF2BC2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35" creationId="{31C2C40F-801D-6538-FCA8-D5EEEA67871F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36" creationId="{BC430017-A256-439C-F34A-196C5ACA392A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37" creationId="{44749F31-FD2E-1AD2-EF03-8E7D5A24E5D1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38" creationId="{68D34419-BCF9-70F8-DC41-AC073B900873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39" creationId="{6877CA24-2CF8-EBF2-FD0E-BCA1F6A1F85B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40" creationId="{7DD17CA7-DB03-3FF5-6298-A5223AA16729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41" creationId="{A5A7A862-1EFD-1CD7-1FD2-3BA3562156C2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42" creationId="{753A77EF-2A1E-13B8-87A8-AD468202DF74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43" creationId="{C1E2598A-ED22-46DD-22DC-75F30A686B56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44" creationId="{A813D8B7-FF5B-5D16-169D-FD5CAE71D31B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45" creationId="{16748C7D-7AA0-1F49-BD6B-04FA961136C7}"/>
          </ac:spMkLst>
        </pc:spChg>
        <pc:spChg chg="add mod">
          <ac:chgData name="Guan Wang" userId="5375c050-d6a4-4212-980e-f548dd476485" providerId="ADAL" clId="{7F30AE69-D275-4A6A-BCE6-F80CA7394149}" dt="2024-05-05T14:54:22.236" v="6062" actId="1038"/>
          <ac:spMkLst>
            <pc:docMk/>
            <pc:sldMk cId="2484500570" sldId="307"/>
            <ac:spMk id="46" creationId="{6D1400C0-0FFA-7786-BE7A-1F6EB0070195}"/>
          </ac:spMkLst>
        </pc:spChg>
        <pc:spChg chg="add mod">
          <ac:chgData name="Guan Wang" userId="5375c050-d6a4-4212-980e-f548dd476485" providerId="ADAL" clId="{7F30AE69-D275-4A6A-BCE6-F80CA7394149}" dt="2024-05-05T15:21:08.505" v="6626" actId="14100"/>
          <ac:spMkLst>
            <pc:docMk/>
            <pc:sldMk cId="2484500570" sldId="307"/>
            <ac:spMk id="49" creationId="{A7CFAB65-EE02-C665-D160-8EB28643F167}"/>
          </ac:spMkLst>
        </pc:spChg>
        <pc:cxnChg chg="add mod">
          <ac:chgData name="Guan Wang" userId="5375c050-d6a4-4212-980e-f548dd476485" providerId="ADAL" clId="{7F30AE69-D275-4A6A-BCE6-F80CA7394149}" dt="2024-05-05T14:54:22.236" v="6062" actId="1038"/>
          <ac:cxnSpMkLst>
            <pc:docMk/>
            <pc:sldMk cId="2484500570" sldId="307"/>
            <ac:cxnSpMk id="4" creationId="{776543D2-6960-B427-BCB6-67BE60163100}"/>
          </ac:cxnSpMkLst>
        </pc:cxnChg>
        <pc:cxnChg chg="add mod">
          <ac:chgData name="Guan Wang" userId="5375c050-d6a4-4212-980e-f548dd476485" providerId="ADAL" clId="{7F30AE69-D275-4A6A-BCE6-F80CA7394149}" dt="2024-05-05T14:54:32.903" v="6064" actId="14100"/>
          <ac:cxnSpMkLst>
            <pc:docMk/>
            <pc:sldMk cId="2484500570" sldId="307"/>
            <ac:cxnSpMk id="5" creationId="{6D1818EB-36A5-F272-6B67-C5E4A6346D21}"/>
          </ac:cxnSpMkLst>
        </pc:cxnChg>
        <pc:cxnChg chg="add mod">
          <ac:chgData name="Guan Wang" userId="5375c050-d6a4-4212-980e-f548dd476485" providerId="ADAL" clId="{7F30AE69-D275-4A6A-BCE6-F80CA7394149}" dt="2024-05-05T14:54:22.236" v="6062" actId="1038"/>
          <ac:cxnSpMkLst>
            <pc:docMk/>
            <pc:sldMk cId="2484500570" sldId="307"/>
            <ac:cxnSpMk id="6" creationId="{5C59CD73-445F-AC69-D80A-CA36E83E7CD0}"/>
          </ac:cxnSpMkLst>
        </pc:cxnChg>
        <pc:cxnChg chg="add del mod">
          <ac:chgData name="Guan Wang" userId="5375c050-d6a4-4212-980e-f548dd476485" providerId="ADAL" clId="{7F30AE69-D275-4A6A-BCE6-F80CA7394149}" dt="2024-05-05T14:52:25.136" v="5967" actId="478"/>
          <ac:cxnSpMkLst>
            <pc:docMk/>
            <pc:sldMk cId="2484500570" sldId="307"/>
            <ac:cxnSpMk id="7" creationId="{B87C1D09-8272-1628-D384-345513E172A1}"/>
          </ac:cxnSpMkLst>
        </pc:cxnChg>
        <pc:cxnChg chg="add mod">
          <ac:chgData name="Guan Wang" userId="5375c050-d6a4-4212-980e-f548dd476485" providerId="ADAL" clId="{7F30AE69-D275-4A6A-BCE6-F80CA7394149}" dt="2024-05-05T14:54:22.236" v="6062" actId="1038"/>
          <ac:cxnSpMkLst>
            <pc:docMk/>
            <pc:sldMk cId="2484500570" sldId="307"/>
            <ac:cxnSpMk id="10" creationId="{B7AF070D-2546-3276-249E-FB9D82539B1B}"/>
          </ac:cxnSpMkLst>
        </pc:cxnChg>
        <pc:cxnChg chg="add mod">
          <ac:chgData name="Guan Wang" userId="5375c050-d6a4-4212-980e-f548dd476485" providerId="ADAL" clId="{7F30AE69-D275-4A6A-BCE6-F80CA7394149}" dt="2024-05-05T14:54:22.236" v="6062" actId="1038"/>
          <ac:cxnSpMkLst>
            <pc:docMk/>
            <pc:sldMk cId="2484500570" sldId="307"/>
            <ac:cxnSpMk id="12" creationId="{AE43F244-6E28-A51B-C255-76965D936737}"/>
          </ac:cxnSpMkLst>
        </pc:cxnChg>
        <pc:cxnChg chg="add del mod">
          <ac:chgData name="Guan Wang" userId="5375c050-d6a4-4212-980e-f548dd476485" providerId="ADAL" clId="{7F30AE69-D275-4A6A-BCE6-F80CA7394149}" dt="2024-05-05T14:52:24.108" v="5966" actId="478"/>
          <ac:cxnSpMkLst>
            <pc:docMk/>
            <pc:sldMk cId="2484500570" sldId="307"/>
            <ac:cxnSpMk id="13" creationId="{B6BE2211-549D-80D1-6640-39E31FB83E81}"/>
          </ac:cxnSpMkLst>
        </pc:cxnChg>
        <pc:cxnChg chg="add mod">
          <ac:chgData name="Guan Wang" userId="5375c050-d6a4-4212-980e-f548dd476485" providerId="ADAL" clId="{7F30AE69-D275-4A6A-BCE6-F80CA7394149}" dt="2024-05-05T14:54:22.236" v="6062" actId="1038"/>
          <ac:cxnSpMkLst>
            <pc:docMk/>
            <pc:sldMk cId="2484500570" sldId="307"/>
            <ac:cxnSpMk id="14" creationId="{5BBB1B64-C192-FA77-ED79-0CDECDCE7B0E}"/>
          </ac:cxnSpMkLst>
        </pc:cxnChg>
      </pc:sldChg>
      <pc:sldChg chg="addSp delSp modSp new mod">
        <pc:chgData name="Guan Wang" userId="5375c050-d6a4-4212-980e-f548dd476485" providerId="ADAL" clId="{7F30AE69-D275-4A6A-BCE6-F80CA7394149}" dt="2024-05-05T15:24:00.882" v="6686" actId="21"/>
        <pc:sldMkLst>
          <pc:docMk/>
          <pc:sldMk cId="3438040821" sldId="308"/>
        </pc:sldMkLst>
        <pc:spChg chg="mod">
          <ac:chgData name="Guan Wang" userId="5375c050-d6a4-4212-980e-f548dd476485" providerId="ADAL" clId="{7F30AE69-D275-4A6A-BCE6-F80CA7394149}" dt="2024-05-04T07:44:03.624" v="3731" actId="27636"/>
          <ac:spMkLst>
            <pc:docMk/>
            <pc:sldMk cId="3438040821" sldId="308"/>
            <ac:spMk id="2" creationId="{892C339B-1E54-108F-3E34-B59F779AC615}"/>
          </ac:spMkLst>
        </pc:spChg>
        <pc:spChg chg="add del mod">
          <ac:chgData name="Guan Wang" userId="5375c050-d6a4-4212-980e-f548dd476485" providerId="ADAL" clId="{7F30AE69-D275-4A6A-BCE6-F80CA7394149}" dt="2024-05-05T15:24:00.882" v="6686" actId="21"/>
          <ac:spMkLst>
            <pc:docMk/>
            <pc:sldMk cId="3438040821" sldId="308"/>
            <ac:spMk id="3" creationId="{016B8E2A-026A-FC32-E3D8-79C7F2D987CE}"/>
          </ac:spMkLst>
        </pc:spChg>
        <pc:spChg chg="add mod">
          <ac:chgData name="Guan Wang" userId="5375c050-d6a4-4212-980e-f548dd476485" providerId="ADAL" clId="{7F30AE69-D275-4A6A-BCE6-F80CA7394149}" dt="2024-05-05T14:23:00.091" v="5657"/>
          <ac:spMkLst>
            <pc:docMk/>
            <pc:sldMk cId="3438040821" sldId="308"/>
            <ac:spMk id="4" creationId="{9F2628D1-CE3B-A7E1-A6C2-02602348F426}"/>
          </ac:spMkLst>
        </pc:spChg>
        <pc:spChg chg="add mod">
          <ac:chgData name="Guan Wang" userId="5375c050-d6a4-4212-980e-f548dd476485" providerId="ADAL" clId="{7F30AE69-D275-4A6A-BCE6-F80CA7394149}" dt="2024-05-05T14:23:03.317" v="5659"/>
          <ac:spMkLst>
            <pc:docMk/>
            <pc:sldMk cId="3438040821" sldId="308"/>
            <ac:spMk id="5" creationId="{F6270C48-538D-CBA9-5E8A-378D2A9F7A27}"/>
          </ac:spMkLst>
        </pc:spChg>
      </pc:sldChg>
      <pc:sldChg chg="modSp new mod">
        <pc:chgData name="Guan Wang" userId="5375c050-d6a4-4212-980e-f548dd476485" providerId="ADAL" clId="{7F30AE69-D275-4A6A-BCE6-F80CA7394149}" dt="2024-05-04T07:44:03.654" v="3732" actId="27636"/>
        <pc:sldMkLst>
          <pc:docMk/>
          <pc:sldMk cId="629199185" sldId="309"/>
        </pc:sldMkLst>
        <pc:spChg chg="mod">
          <ac:chgData name="Guan Wang" userId="5375c050-d6a4-4212-980e-f548dd476485" providerId="ADAL" clId="{7F30AE69-D275-4A6A-BCE6-F80CA7394149}" dt="2024-05-04T07:44:03.654" v="3732" actId="27636"/>
          <ac:spMkLst>
            <pc:docMk/>
            <pc:sldMk cId="629199185" sldId="309"/>
            <ac:spMk id="2" creationId="{7EC16B99-8715-8F95-836D-E3C6B9CF3A54}"/>
          </ac:spMkLst>
        </pc:spChg>
      </pc:sldChg>
      <pc:sldChg chg="modSp new mod">
        <pc:chgData name="Guan Wang" userId="5375c050-d6a4-4212-980e-f548dd476485" providerId="ADAL" clId="{7F30AE69-D275-4A6A-BCE6-F80CA7394149}" dt="2024-05-04T07:44:03.685" v="3733" actId="27636"/>
        <pc:sldMkLst>
          <pc:docMk/>
          <pc:sldMk cId="3838195969" sldId="310"/>
        </pc:sldMkLst>
        <pc:spChg chg="mod">
          <ac:chgData name="Guan Wang" userId="5375c050-d6a4-4212-980e-f548dd476485" providerId="ADAL" clId="{7F30AE69-D275-4A6A-BCE6-F80CA7394149}" dt="2024-05-04T07:44:03.685" v="3733" actId="27636"/>
          <ac:spMkLst>
            <pc:docMk/>
            <pc:sldMk cId="3838195969" sldId="310"/>
            <ac:spMk id="2" creationId="{42F6F915-CD9D-D620-FA19-2370197612BE}"/>
          </ac:spMkLst>
        </pc:spChg>
      </pc:sldChg>
      <pc:sldChg chg="modSp new mod">
        <pc:chgData name="Guan Wang" userId="5375c050-d6a4-4212-980e-f548dd476485" providerId="ADAL" clId="{7F30AE69-D275-4A6A-BCE6-F80CA7394149}" dt="2024-05-04T07:44:03.717" v="3734" actId="27636"/>
        <pc:sldMkLst>
          <pc:docMk/>
          <pc:sldMk cId="1370825274" sldId="311"/>
        </pc:sldMkLst>
        <pc:spChg chg="mod">
          <ac:chgData name="Guan Wang" userId="5375c050-d6a4-4212-980e-f548dd476485" providerId="ADAL" clId="{7F30AE69-D275-4A6A-BCE6-F80CA7394149}" dt="2024-05-04T07:44:03.717" v="3734" actId="27636"/>
          <ac:spMkLst>
            <pc:docMk/>
            <pc:sldMk cId="1370825274" sldId="311"/>
            <ac:spMk id="2" creationId="{B62ABBFB-449C-C621-3C1B-D5F3B59A6400}"/>
          </ac:spMkLst>
        </pc:spChg>
      </pc:sldChg>
      <pc:sldChg chg="delSp modSp new mod">
        <pc:chgData name="Guan Wang" userId="5375c050-d6a4-4212-980e-f548dd476485" providerId="ADAL" clId="{7F30AE69-D275-4A6A-BCE6-F80CA7394149}" dt="2024-05-05T09:58:39.732" v="5023" actId="122"/>
        <pc:sldMkLst>
          <pc:docMk/>
          <pc:sldMk cId="2255061590" sldId="312"/>
        </pc:sldMkLst>
        <pc:spChg chg="mod">
          <ac:chgData name="Guan Wang" userId="5375c050-d6a4-4212-980e-f548dd476485" providerId="ADAL" clId="{7F30AE69-D275-4A6A-BCE6-F80CA7394149}" dt="2024-05-05T09:58:39.732" v="5023" actId="122"/>
          <ac:spMkLst>
            <pc:docMk/>
            <pc:sldMk cId="2255061590" sldId="312"/>
            <ac:spMk id="2" creationId="{ADF9A075-E806-9FCB-7E59-6F0589299C7A}"/>
          </ac:spMkLst>
        </pc:spChg>
        <pc:spChg chg="del">
          <ac:chgData name="Guan Wang" userId="5375c050-d6a4-4212-980e-f548dd476485" providerId="ADAL" clId="{7F30AE69-D275-4A6A-BCE6-F80CA7394149}" dt="2024-05-05T09:58:34.124" v="5021" actId="478"/>
          <ac:spMkLst>
            <pc:docMk/>
            <pc:sldMk cId="2255061590" sldId="312"/>
            <ac:spMk id="3" creationId="{D5DDBC4F-2D03-39C0-FD65-AF21A3AFEBD6}"/>
          </ac:spMkLst>
        </pc:spChg>
      </pc:sldChg>
      <pc:sldChg chg="addSp modSp new mod modAnim modNotesTx">
        <pc:chgData name="Guan Wang" userId="5375c050-d6a4-4212-980e-f548dd476485" providerId="ADAL" clId="{7F30AE69-D275-4A6A-BCE6-F80CA7394149}" dt="2024-05-05T15:28:16.208" v="6707"/>
        <pc:sldMkLst>
          <pc:docMk/>
          <pc:sldMk cId="4089648078" sldId="313"/>
        </pc:sldMkLst>
        <pc:spChg chg="mod">
          <ac:chgData name="Guan Wang" userId="5375c050-d6a4-4212-980e-f548dd476485" providerId="ADAL" clId="{7F30AE69-D275-4A6A-BCE6-F80CA7394149}" dt="2024-05-05T13:48:05.025" v="5417" actId="27636"/>
          <ac:spMkLst>
            <pc:docMk/>
            <pc:sldMk cId="4089648078" sldId="313"/>
            <ac:spMk id="2" creationId="{FDA9CCF9-CDC2-0A63-2DCC-ED119527D362}"/>
          </ac:spMkLst>
        </pc:spChg>
        <pc:spChg chg="mod">
          <ac:chgData name="Guan Wang" userId="5375c050-d6a4-4212-980e-f548dd476485" providerId="ADAL" clId="{7F30AE69-D275-4A6A-BCE6-F80CA7394149}" dt="2024-05-05T14:21:38.743" v="5648" actId="20577"/>
          <ac:spMkLst>
            <pc:docMk/>
            <pc:sldMk cId="4089648078" sldId="313"/>
            <ac:spMk id="3" creationId="{AF3BF348-1D56-B510-DF23-D4C19E90494E}"/>
          </ac:spMkLst>
        </pc:spChg>
        <pc:spChg chg="add mod">
          <ac:chgData name="Guan Wang" userId="5375c050-d6a4-4212-980e-f548dd476485" providerId="ADAL" clId="{7F30AE69-D275-4A6A-BCE6-F80CA7394149}" dt="2024-05-05T13:49:40.666" v="5435" actId="1076"/>
          <ac:spMkLst>
            <pc:docMk/>
            <pc:sldMk cId="4089648078" sldId="313"/>
            <ac:spMk id="8" creationId="{A4400A6B-725A-E7B1-99AA-94512B872F3F}"/>
          </ac:spMkLst>
        </pc:spChg>
        <pc:spChg chg="add mod">
          <ac:chgData name="Guan Wang" userId="5375c050-d6a4-4212-980e-f548dd476485" providerId="ADAL" clId="{7F30AE69-D275-4A6A-BCE6-F80CA7394149}" dt="2024-05-05T13:49:50.845" v="5439" actId="1076"/>
          <ac:spMkLst>
            <pc:docMk/>
            <pc:sldMk cId="4089648078" sldId="313"/>
            <ac:spMk id="9" creationId="{DF58AF37-1C60-B722-4B92-C6BF48D6E3E7}"/>
          </ac:spMkLst>
        </pc:spChg>
        <pc:spChg chg="add mod">
          <ac:chgData name="Guan Wang" userId="5375c050-d6a4-4212-980e-f548dd476485" providerId="ADAL" clId="{7F30AE69-D275-4A6A-BCE6-F80CA7394149}" dt="2024-05-05T13:50:02.108" v="5442" actId="20577"/>
          <ac:spMkLst>
            <pc:docMk/>
            <pc:sldMk cId="4089648078" sldId="313"/>
            <ac:spMk id="20" creationId="{FD694086-AF8D-EA29-BAAB-BCEB5221A4B7}"/>
          </ac:spMkLst>
        </pc:spChg>
        <pc:spChg chg="add mod">
          <ac:chgData name="Guan Wang" userId="5375c050-d6a4-4212-980e-f548dd476485" providerId="ADAL" clId="{7F30AE69-D275-4A6A-BCE6-F80CA7394149}" dt="2024-05-05T13:50:42.129" v="5456" actId="1076"/>
          <ac:spMkLst>
            <pc:docMk/>
            <pc:sldMk cId="4089648078" sldId="313"/>
            <ac:spMk id="26" creationId="{038EC0E4-A098-8B6D-1F7E-A97B3AE02B96}"/>
          </ac:spMkLst>
        </pc:spChg>
        <pc:spChg chg="add mod">
          <ac:chgData name="Guan Wang" userId="5375c050-d6a4-4212-980e-f548dd476485" providerId="ADAL" clId="{7F30AE69-D275-4A6A-BCE6-F80CA7394149}" dt="2024-05-05T13:50:49.014" v="5458" actId="1076"/>
          <ac:spMkLst>
            <pc:docMk/>
            <pc:sldMk cId="4089648078" sldId="313"/>
            <ac:spMk id="27" creationId="{86FC4050-4F1E-CA0A-B3B2-F9FAC7E046FB}"/>
          </ac:spMkLst>
        </pc:spChg>
        <pc:spChg chg="add mod">
          <ac:chgData name="Guan Wang" userId="5375c050-d6a4-4212-980e-f548dd476485" providerId="ADAL" clId="{7F30AE69-D275-4A6A-BCE6-F80CA7394149}" dt="2024-05-05T13:50:57.516" v="5460" actId="1076"/>
          <ac:spMkLst>
            <pc:docMk/>
            <pc:sldMk cId="4089648078" sldId="313"/>
            <ac:spMk id="28" creationId="{540CB305-CCDB-0C3C-AADB-0BA98C1E7FC6}"/>
          </ac:spMkLst>
        </pc:spChg>
        <pc:spChg chg="add mod">
          <ac:chgData name="Guan Wang" userId="5375c050-d6a4-4212-980e-f548dd476485" providerId="ADAL" clId="{7F30AE69-D275-4A6A-BCE6-F80CA7394149}" dt="2024-05-05T13:52:38.998" v="5499"/>
          <ac:spMkLst>
            <pc:docMk/>
            <pc:sldMk cId="4089648078" sldId="313"/>
            <ac:spMk id="29" creationId="{FF06CF95-5C66-0A38-4914-CD5B23E0FC29}"/>
          </ac:spMkLst>
        </pc:spChg>
        <pc:spChg chg="add mod">
          <ac:chgData name="Guan Wang" userId="5375c050-d6a4-4212-980e-f548dd476485" providerId="ADAL" clId="{7F30AE69-D275-4A6A-BCE6-F80CA7394149}" dt="2024-05-05T13:52:47.076" v="5503" actId="20577"/>
          <ac:spMkLst>
            <pc:docMk/>
            <pc:sldMk cId="4089648078" sldId="313"/>
            <ac:spMk id="30" creationId="{8554905C-DC76-42F7-EE2A-20DA0EE9C401}"/>
          </ac:spMkLst>
        </pc:spChg>
        <pc:spChg chg="add mod">
          <ac:chgData name="Guan Wang" userId="5375c050-d6a4-4212-980e-f548dd476485" providerId="ADAL" clId="{7F30AE69-D275-4A6A-BCE6-F80CA7394149}" dt="2024-05-05T13:53:16.234" v="5508" actId="1076"/>
          <ac:spMkLst>
            <pc:docMk/>
            <pc:sldMk cId="4089648078" sldId="313"/>
            <ac:spMk id="31" creationId="{D255BFDE-B694-C05C-9708-409DD914305A}"/>
          </ac:spMkLst>
        </pc:spChg>
        <pc:spChg chg="add mod">
          <ac:chgData name="Guan Wang" userId="5375c050-d6a4-4212-980e-f548dd476485" providerId="ADAL" clId="{7F30AE69-D275-4A6A-BCE6-F80CA7394149}" dt="2024-05-05T13:53:25.355" v="5515" actId="1076"/>
          <ac:spMkLst>
            <pc:docMk/>
            <pc:sldMk cId="4089648078" sldId="313"/>
            <ac:spMk id="32" creationId="{DB0E7F3B-5A0A-0FDE-69CF-374B305469EC}"/>
          </ac:spMkLst>
        </pc:spChg>
        <pc:spChg chg="add mod">
          <ac:chgData name="Guan Wang" userId="5375c050-d6a4-4212-980e-f548dd476485" providerId="ADAL" clId="{7F30AE69-D275-4A6A-BCE6-F80CA7394149}" dt="2024-05-05T13:53:26.690" v="5516" actId="1076"/>
          <ac:spMkLst>
            <pc:docMk/>
            <pc:sldMk cId="4089648078" sldId="313"/>
            <ac:spMk id="33" creationId="{F67A167D-3E36-1743-7CB9-FB1DA4F5B6C5}"/>
          </ac:spMkLst>
        </pc:spChg>
        <pc:spChg chg="add mod">
          <ac:chgData name="Guan Wang" userId="5375c050-d6a4-4212-980e-f548dd476485" providerId="ADAL" clId="{7F30AE69-D275-4A6A-BCE6-F80CA7394149}" dt="2024-05-05T13:53:27.744" v="5517" actId="1076"/>
          <ac:spMkLst>
            <pc:docMk/>
            <pc:sldMk cId="4089648078" sldId="313"/>
            <ac:spMk id="34" creationId="{910FC321-5BD7-EB54-3012-98C4C9FBD014}"/>
          </ac:spMkLst>
        </pc:spChg>
        <pc:spChg chg="add mod">
          <ac:chgData name="Guan Wang" userId="5375c050-d6a4-4212-980e-f548dd476485" providerId="ADAL" clId="{7F30AE69-D275-4A6A-BCE6-F80CA7394149}" dt="2024-05-05T13:53:29.158" v="5518" actId="1076"/>
          <ac:spMkLst>
            <pc:docMk/>
            <pc:sldMk cId="4089648078" sldId="313"/>
            <ac:spMk id="35" creationId="{B195E683-A1E3-3665-F99F-F4B64549E226}"/>
          </ac:spMkLst>
        </pc:spChg>
        <pc:spChg chg="add mod">
          <ac:chgData name="Guan Wang" userId="5375c050-d6a4-4212-980e-f548dd476485" providerId="ADAL" clId="{7F30AE69-D275-4A6A-BCE6-F80CA7394149}" dt="2024-05-05T13:53:31.245" v="5519" actId="1076"/>
          <ac:spMkLst>
            <pc:docMk/>
            <pc:sldMk cId="4089648078" sldId="313"/>
            <ac:spMk id="36" creationId="{587BB3DF-CCA3-1424-8FD9-31A345EBC844}"/>
          </ac:spMkLst>
        </pc:spChg>
        <pc:spChg chg="add mod">
          <ac:chgData name="Guan Wang" userId="5375c050-d6a4-4212-980e-f548dd476485" providerId="ADAL" clId="{7F30AE69-D275-4A6A-BCE6-F80CA7394149}" dt="2024-05-05T13:53:32.675" v="5520" actId="1076"/>
          <ac:spMkLst>
            <pc:docMk/>
            <pc:sldMk cId="4089648078" sldId="313"/>
            <ac:spMk id="37" creationId="{DB90D8E7-5DFA-69A2-A4C2-20D44B16C208}"/>
          </ac:spMkLst>
        </pc:spChg>
        <pc:spChg chg="add mod">
          <ac:chgData name="Guan Wang" userId="5375c050-d6a4-4212-980e-f548dd476485" providerId="ADAL" clId="{7F30AE69-D275-4A6A-BCE6-F80CA7394149}" dt="2024-05-05T13:53:47.829" v="5527" actId="1076"/>
          <ac:spMkLst>
            <pc:docMk/>
            <pc:sldMk cId="4089648078" sldId="313"/>
            <ac:spMk id="38" creationId="{6B90DD03-FA97-6E88-837E-7098BE9CF9FF}"/>
          </ac:spMkLst>
        </pc:spChg>
        <pc:spChg chg="add mod">
          <ac:chgData name="Guan Wang" userId="5375c050-d6a4-4212-980e-f548dd476485" providerId="ADAL" clId="{7F30AE69-D275-4A6A-BCE6-F80CA7394149}" dt="2024-05-05T13:53:44.336" v="5525" actId="1076"/>
          <ac:spMkLst>
            <pc:docMk/>
            <pc:sldMk cId="4089648078" sldId="313"/>
            <ac:spMk id="39" creationId="{2403A015-9880-311A-997B-7847DE96548C}"/>
          </ac:spMkLst>
        </pc:spChg>
        <pc:spChg chg="add mod">
          <ac:chgData name="Guan Wang" userId="5375c050-d6a4-4212-980e-f548dd476485" providerId="ADAL" clId="{7F30AE69-D275-4A6A-BCE6-F80CA7394149}" dt="2024-05-05T13:53:45.043" v="5526"/>
          <ac:spMkLst>
            <pc:docMk/>
            <pc:sldMk cId="4089648078" sldId="313"/>
            <ac:spMk id="40" creationId="{B2101379-A725-C78F-4077-674ACC2CA9E2}"/>
          </ac:spMkLst>
        </pc:spChg>
        <pc:spChg chg="add mod">
          <ac:chgData name="Guan Wang" userId="5375c050-d6a4-4212-980e-f548dd476485" providerId="ADAL" clId="{7F30AE69-D275-4A6A-BCE6-F80CA7394149}" dt="2024-05-05T13:53:50.140" v="5529" actId="1076"/>
          <ac:spMkLst>
            <pc:docMk/>
            <pc:sldMk cId="4089648078" sldId="313"/>
            <ac:spMk id="41" creationId="{84C54D39-1427-B95E-B319-9929A5091F2E}"/>
          </ac:spMkLst>
        </pc:spChg>
        <pc:spChg chg="add mod">
          <ac:chgData name="Guan Wang" userId="5375c050-d6a4-4212-980e-f548dd476485" providerId="ADAL" clId="{7F30AE69-D275-4A6A-BCE6-F80CA7394149}" dt="2024-05-05T13:53:55.381" v="5531" actId="1076"/>
          <ac:spMkLst>
            <pc:docMk/>
            <pc:sldMk cId="4089648078" sldId="313"/>
            <ac:spMk id="42" creationId="{64A93541-09E3-B709-7F9D-00F2830A3652}"/>
          </ac:spMkLst>
        </pc:spChg>
        <pc:spChg chg="add mod">
          <ac:chgData name="Guan Wang" userId="5375c050-d6a4-4212-980e-f548dd476485" providerId="ADAL" clId="{7F30AE69-D275-4A6A-BCE6-F80CA7394149}" dt="2024-05-05T13:53:58.600" v="5533" actId="1076"/>
          <ac:spMkLst>
            <pc:docMk/>
            <pc:sldMk cId="4089648078" sldId="313"/>
            <ac:spMk id="43" creationId="{12D51DF6-8CC9-56CF-64F1-C604ED488B06}"/>
          </ac:spMkLst>
        </pc:spChg>
        <pc:spChg chg="add mod">
          <ac:chgData name="Guan Wang" userId="5375c050-d6a4-4212-980e-f548dd476485" providerId="ADAL" clId="{7F30AE69-D275-4A6A-BCE6-F80CA7394149}" dt="2024-05-05T13:54:36.853" v="5539" actId="1076"/>
          <ac:spMkLst>
            <pc:docMk/>
            <pc:sldMk cId="4089648078" sldId="313"/>
            <ac:spMk id="44" creationId="{CA19BB14-DA81-F138-0CD1-881237E30C28}"/>
          </ac:spMkLst>
        </pc:spChg>
        <pc:spChg chg="add mod">
          <ac:chgData name="Guan Wang" userId="5375c050-d6a4-4212-980e-f548dd476485" providerId="ADAL" clId="{7F30AE69-D275-4A6A-BCE6-F80CA7394149}" dt="2024-05-05T13:54:35.364" v="5538" actId="1076"/>
          <ac:spMkLst>
            <pc:docMk/>
            <pc:sldMk cId="4089648078" sldId="313"/>
            <ac:spMk id="45" creationId="{0F93CC26-2406-522A-1382-55E7B468CC6E}"/>
          </ac:spMkLst>
        </pc:spChg>
        <pc:spChg chg="add mod">
          <ac:chgData name="Guan Wang" userId="5375c050-d6a4-4212-980e-f548dd476485" providerId="ADAL" clId="{7F30AE69-D275-4A6A-BCE6-F80CA7394149}" dt="2024-05-05T13:54:39.622" v="5546" actId="1076"/>
          <ac:spMkLst>
            <pc:docMk/>
            <pc:sldMk cId="4089648078" sldId="313"/>
            <ac:spMk id="46" creationId="{6BD8C222-22C7-D0C2-50E5-350B5F65AD1E}"/>
          </ac:spMkLst>
        </pc:spChg>
        <pc:spChg chg="add mod">
          <ac:chgData name="Guan Wang" userId="5375c050-d6a4-4212-980e-f548dd476485" providerId="ADAL" clId="{7F30AE69-D275-4A6A-BCE6-F80CA7394149}" dt="2024-05-05T13:54:40.415" v="5547" actId="1076"/>
          <ac:spMkLst>
            <pc:docMk/>
            <pc:sldMk cId="4089648078" sldId="313"/>
            <ac:spMk id="47" creationId="{5997BDBD-051C-A39B-683C-417C926B64C5}"/>
          </ac:spMkLst>
        </pc:spChg>
        <pc:spChg chg="add mod">
          <ac:chgData name="Guan Wang" userId="5375c050-d6a4-4212-980e-f548dd476485" providerId="ADAL" clId="{7F30AE69-D275-4A6A-BCE6-F80CA7394149}" dt="2024-05-05T13:54:41.555" v="5548" actId="1076"/>
          <ac:spMkLst>
            <pc:docMk/>
            <pc:sldMk cId="4089648078" sldId="313"/>
            <ac:spMk id="48" creationId="{14652807-A317-5136-A079-1612DC3672A6}"/>
          </ac:spMkLst>
        </pc:spChg>
        <pc:spChg chg="add mod">
          <ac:chgData name="Guan Wang" userId="5375c050-d6a4-4212-980e-f548dd476485" providerId="ADAL" clId="{7F30AE69-D275-4A6A-BCE6-F80CA7394149}" dt="2024-05-05T13:54:42.517" v="5549" actId="1076"/>
          <ac:spMkLst>
            <pc:docMk/>
            <pc:sldMk cId="4089648078" sldId="313"/>
            <ac:spMk id="49" creationId="{6C89B192-807A-16F3-BC44-08D057223CBA}"/>
          </ac:spMkLst>
        </pc:spChg>
        <pc:spChg chg="add mod">
          <ac:chgData name="Guan Wang" userId="5375c050-d6a4-4212-980e-f548dd476485" providerId="ADAL" clId="{7F30AE69-D275-4A6A-BCE6-F80CA7394149}" dt="2024-05-05T13:54:43.836" v="5550" actId="1076"/>
          <ac:spMkLst>
            <pc:docMk/>
            <pc:sldMk cId="4089648078" sldId="313"/>
            <ac:spMk id="50" creationId="{2250C585-0D22-798D-50CC-70A5E335311A}"/>
          </ac:spMkLst>
        </pc:spChg>
        <pc:spChg chg="add mod">
          <ac:chgData name="Guan Wang" userId="5375c050-d6a4-4212-980e-f548dd476485" providerId="ADAL" clId="{7F30AE69-D275-4A6A-BCE6-F80CA7394149}" dt="2024-05-05T13:54:46.546" v="5551" actId="1076"/>
          <ac:spMkLst>
            <pc:docMk/>
            <pc:sldMk cId="4089648078" sldId="313"/>
            <ac:spMk id="51" creationId="{E623D5F5-18C7-939E-BBE3-7BA8FBA8FB0F}"/>
          </ac:spMkLst>
        </pc:spChg>
        <pc:spChg chg="add mod">
          <ac:chgData name="Guan Wang" userId="5375c050-d6a4-4212-980e-f548dd476485" providerId="ADAL" clId="{7F30AE69-D275-4A6A-BCE6-F80CA7394149}" dt="2024-05-05T13:54:48.252" v="5553" actId="1076"/>
          <ac:spMkLst>
            <pc:docMk/>
            <pc:sldMk cId="4089648078" sldId="313"/>
            <ac:spMk id="52" creationId="{B5D71574-B456-0422-E62C-A472B3B8C092}"/>
          </ac:spMkLst>
        </pc:spChg>
        <pc:spChg chg="add mod">
          <ac:chgData name="Guan Wang" userId="5375c050-d6a4-4212-980e-f548dd476485" providerId="ADAL" clId="{7F30AE69-D275-4A6A-BCE6-F80CA7394149}" dt="2024-05-05T13:54:50.228" v="5555" actId="1076"/>
          <ac:spMkLst>
            <pc:docMk/>
            <pc:sldMk cId="4089648078" sldId="313"/>
            <ac:spMk id="53" creationId="{149F8CAE-774A-318C-7D80-3B037DB80400}"/>
          </ac:spMkLst>
        </pc:spChg>
        <pc:spChg chg="add mod">
          <ac:chgData name="Guan Wang" userId="5375c050-d6a4-4212-980e-f548dd476485" providerId="ADAL" clId="{7F30AE69-D275-4A6A-BCE6-F80CA7394149}" dt="2024-05-05T13:54:52.228" v="5557" actId="1076"/>
          <ac:spMkLst>
            <pc:docMk/>
            <pc:sldMk cId="4089648078" sldId="313"/>
            <ac:spMk id="54" creationId="{65F15033-B51B-A75A-E09D-E486768BD51F}"/>
          </ac:spMkLst>
        </pc:spChg>
        <pc:spChg chg="add mod">
          <ac:chgData name="Guan Wang" userId="5375c050-d6a4-4212-980e-f548dd476485" providerId="ADAL" clId="{7F30AE69-D275-4A6A-BCE6-F80CA7394149}" dt="2024-05-05T14:29:26.208" v="5726" actId="20577"/>
          <ac:spMkLst>
            <pc:docMk/>
            <pc:sldMk cId="4089648078" sldId="313"/>
            <ac:spMk id="56" creationId="{B6DBC80D-BE80-CCAE-10F1-07F606DCDF10}"/>
          </ac:spMkLst>
        </pc:spChg>
        <pc:cxnChg chg="add mod">
          <ac:chgData name="Guan Wang" userId="5375c050-d6a4-4212-980e-f548dd476485" providerId="ADAL" clId="{7F30AE69-D275-4A6A-BCE6-F80CA7394149}" dt="2024-05-05T13:48:44.613" v="5423" actId="1076"/>
          <ac:cxnSpMkLst>
            <pc:docMk/>
            <pc:sldMk cId="4089648078" sldId="313"/>
            <ac:cxnSpMk id="4" creationId="{772B8CC7-A72C-556E-7A77-72C067ECFB4E}"/>
          </ac:cxnSpMkLst>
        </pc:cxnChg>
        <pc:cxnChg chg="add mod">
          <ac:chgData name="Guan Wang" userId="5375c050-d6a4-4212-980e-f548dd476485" providerId="ADAL" clId="{7F30AE69-D275-4A6A-BCE6-F80CA7394149}" dt="2024-05-05T13:48:44.613" v="5423" actId="1076"/>
          <ac:cxnSpMkLst>
            <pc:docMk/>
            <pc:sldMk cId="4089648078" sldId="313"/>
            <ac:cxnSpMk id="5" creationId="{8CF8B6A5-6BE1-2293-FEF3-954035DA2273}"/>
          </ac:cxnSpMkLst>
        </pc:cxnChg>
        <pc:cxnChg chg="add mod">
          <ac:chgData name="Guan Wang" userId="5375c050-d6a4-4212-980e-f548dd476485" providerId="ADAL" clId="{7F30AE69-D275-4A6A-BCE6-F80CA7394149}" dt="2024-05-05T13:49:12.563" v="5430" actId="1076"/>
          <ac:cxnSpMkLst>
            <pc:docMk/>
            <pc:sldMk cId="4089648078" sldId="313"/>
            <ac:cxnSpMk id="6" creationId="{604C237D-9DA1-BCE7-3E50-CF49F9B9D01B}"/>
          </ac:cxnSpMkLst>
        </pc:cxnChg>
        <pc:cxnChg chg="add mod">
          <ac:chgData name="Guan Wang" userId="5375c050-d6a4-4212-980e-f548dd476485" providerId="ADAL" clId="{7F30AE69-D275-4A6A-BCE6-F80CA7394149}" dt="2024-05-05T13:49:16.435" v="5431" actId="1076"/>
          <ac:cxnSpMkLst>
            <pc:docMk/>
            <pc:sldMk cId="4089648078" sldId="313"/>
            <ac:cxnSpMk id="7" creationId="{2F0F66BE-54E2-EE15-282A-86F1F45E60F5}"/>
          </ac:cxnSpMkLst>
        </pc:cxnChg>
        <pc:cxnChg chg="add mod">
          <ac:chgData name="Guan Wang" userId="5375c050-d6a4-4212-980e-f548dd476485" providerId="ADAL" clId="{7F30AE69-D275-4A6A-BCE6-F80CA7394149}" dt="2024-05-05T13:49:32.874" v="5434" actId="1076"/>
          <ac:cxnSpMkLst>
            <pc:docMk/>
            <pc:sldMk cId="4089648078" sldId="313"/>
            <ac:cxnSpMk id="19" creationId="{AB401594-26EB-D462-CF5E-47A870AD0673}"/>
          </ac:cxnSpMkLst>
        </pc:cxnChg>
        <pc:cxnChg chg="add mod">
          <ac:chgData name="Guan Wang" userId="5375c050-d6a4-4212-980e-f548dd476485" providerId="ADAL" clId="{7F30AE69-D275-4A6A-BCE6-F80CA7394149}" dt="2024-05-05T13:50:15.616" v="5446" actId="1076"/>
          <ac:cxnSpMkLst>
            <pc:docMk/>
            <pc:sldMk cId="4089648078" sldId="313"/>
            <ac:cxnSpMk id="21" creationId="{02815668-620C-D837-F3F5-65BD4175054D}"/>
          </ac:cxnSpMkLst>
        </pc:cxnChg>
        <pc:cxnChg chg="add mod">
          <ac:chgData name="Guan Wang" userId="5375c050-d6a4-4212-980e-f548dd476485" providerId="ADAL" clId="{7F30AE69-D275-4A6A-BCE6-F80CA7394149}" dt="2024-05-05T13:50:25.334" v="5448" actId="1076"/>
          <ac:cxnSpMkLst>
            <pc:docMk/>
            <pc:sldMk cId="4089648078" sldId="313"/>
            <ac:cxnSpMk id="23" creationId="{8D67EB2A-3F4F-D80D-B30D-0DCADA64FF7A}"/>
          </ac:cxnSpMkLst>
        </pc:cxnChg>
        <pc:cxnChg chg="add mod">
          <ac:chgData name="Guan Wang" userId="5375c050-d6a4-4212-980e-f548dd476485" providerId="ADAL" clId="{7F30AE69-D275-4A6A-BCE6-F80CA7394149}" dt="2024-05-05T13:50:31.551" v="5452" actId="1076"/>
          <ac:cxnSpMkLst>
            <pc:docMk/>
            <pc:sldMk cId="4089648078" sldId="313"/>
            <ac:cxnSpMk id="24" creationId="{AE09828D-F3A0-DFE4-2162-B715507F8641}"/>
          </ac:cxnSpMkLst>
        </pc:cxnChg>
      </pc:sldChg>
      <pc:sldChg chg="modSp new mod ord modNotesTx">
        <pc:chgData name="Guan Wang" userId="5375c050-d6a4-4212-980e-f548dd476485" providerId="ADAL" clId="{7F30AE69-D275-4A6A-BCE6-F80CA7394149}" dt="2024-05-05T15:57:20.983" v="7385"/>
        <pc:sldMkLst>
          <pc:docMk/>
          <pc:sldMk cId="2786142115" sldId="314"/>
        </pc:sldMkLst>
        <pc:spChg chg="mod">
          <ac:chgData name="Guan Wang" userId="5375c050-d6a4-4212-980e-f548dd476485" providerId="ADAL" clId="{7F30AE69-D275-4A6A-BCE6-F80CA7394149}" dt="2024-05-05T15:35:44.102" v="6944" actId="27636"/>
          <ac:spMkLst>
            <pc:docMk/>
            <pc:sldMk cId="2786142115" sldId="314"/>
            <ac:spMk id="2" creationId="{5650E52F-C4BA-C50A-8F2B-9417F0DCC68E}"/>
          </ac:spMkLst>
        </pc:spChg>
        <pc:spChg chg="mod">
          <ac:chgData name="Guan Wang" userId="5375c050-d6a4-4212-980e-f548dd476485" providerId="ADAL" clId="{7F30AE69-D275-4A6A-BCE6-F80CA7394149}" dt="2024-05-05T15:55:57.377" v="7378" actId="27636"/>
          <ac:spMkLst>
            <pc:docMk/>
            <pc:sldMk cId="2786142115" sldId="314"/>
            <ac:spMk id="3" creationId="{5F19AF6D-968C-B4B9-DE63-84508B431D3C}"/>
          </ac:spMkLst>
        </pc:spChg>
      </pc:sldChg>
    </pc:docChg>
  </pc:docChgLst>
  <pc:docChgLst>
    <pc:chgData name="Guan Wang" userId="5375c050-d6a4-4212-980e-f548dd476485" providerId="ADAL" clId="{6DA5478C-EA8F-465B-9C25-3F9E9062CB0B}"/>
    <pc:docChg chg="undo custSel modSld">
      <pc:chgData name="Guan Wang" userId="5375c050-d6a4-4212-980e-f548dd476485" providerId="ADAL" clId="{6DA5478C-EA8F-465B-9C25-3F9E9062CB0B}" dt="2024-05-28T23:31:09.537" v="1687" actId="20577"/>
      <pc:docMkLst>
        <pc:docMk/>
      </pc:docMkLst>
      <pc:sldChg chg="modSp mod">
        <pc:chgData name="Guan Wang" userId="5375c050-d6a4-4212-980e-f548dd476485" providerId="ADAL" clId="{6DA5478C-EA8F-465B-9C25-3F9E9062CB0B}" dt="2024-05-28T13:05:51.869" v="23" actId="20577"/>
        <pc:sldMkLst>
          <pc:docMk/>
          <pc:sldMk cId="0" sldId="256"/>
        </pc:sldMkLst>
        <pc:spChg chg="mod">
          <ac:chgData name="Guan Wang" userId="5375c050-d6a4-4212-980e-f548dd476485" providerId="ADAL" clId="{6DA5478C-EA8F-465B-9C25-3F9E9062CB0B}" dt="2024-05-28T13:05:51.869" v="23" actId="20577"/>
          <ac:spMkLst>
            <pc:docMk/>
            <pc:sldMk cId="0" sldId="256"/>
            <ac:spMk id="66" creationId="{00000000-0000-0000-0000-000000000000}"/>
          </ac:spMkLst>
        </pc:spChg>
      </pc:sldChg>
      <pc:sldChg chg="addSp delSp modSp mod delAnim modNotesTx">
        <pc:chgData name="Guan Wang" userId="5375c050-d6a4-4212-980e-f548dd476485" providerId="ADAL" clId="{6DA5478C-EA8F-465B-9C25-3F9E9062CB0B}" dt="2024-05-28T14:52:46.376" v="293" actId="20577"/>
        <pc:sldMkLst>
          <pc:docMk/>
          <pc:sldMk cId="1244038570" sldId="326"/>
        </pc:sldMkLst>
        <pc:spChg chg="mod">
          <ac:chgData name="Guan Wang" userId="5375c050-d6a4-4212-980e-f548dd476485" providerId="ADAL" clId="{6DA5478C-EA8F-465B-9C25-3F9E9062CB0B}" dt="2024-05-28T14:52:46.376" v="293" actId="20577"/>
          <ac:spMkLst>
            <pc:docMk/>
            <pc:sldMk cId="1244038570" sldId="326"/>
            <ac:spMk id="2" creationId="{E244F7C2-0747-510D-C5E1-9E0646E503EE}"/>
          </ac:spMkLst>
        </pc:spChg>
        <pc:spChg chg="del">
          <ac:chgData name="Guan Wang" userId="5375c050-d6a4-4212-980e-f548dd476485" providerId="ADAL" clId="{6DA5478C-EA8F-465B-9C25-3F9E9062CB0B}" dt="2024-05-28T14:47:35.390" v="160" actId="478"/>
          <ac:spMkLst>
            <pc:docMk/>
            <pc:sldMk cId="1244038570" sldId="326"/>
            <ac:spMk id="3" creationId="{B61D4C59-9FD8-3FAE-7D0D-A180A3AB0E58}"/>
          </ac:spMkLst>
        </pc:spChg>
        <pc:spChg chg="add del mod">
          <ac:chgData name="Guan Wang" userId="5375c050-d6a4-4212-980e-f548dd476485" providerId="ADAL" clId="{6DA5478C-EA8F-465B-9C25-3F9E9062CB0B}" dt="2024-05-28T14:47:39.352" v="161" actId="478"/>
          <ac:spMkLst>
            <pc:docMk/>
            <pc:sldMk cId="1244038570" sldId="326"/>
            <ac:spMk id="5" creationId="{9C248FD8-CD5C-4DB1-A02E-D76BA40CF901}"/>
          </ac:spMkLst>
        </pc:spChg>
        <pc:spChg chg="del">
          <ac:chgData name="Guan Wang" userId="5375c050-d6a4-4212-980e-f548dd476485" providerId="ADAL" clId="{6DA5478C-EA8F-465B-9C25-3F9E9062CB0B}" dt="2024-05-28T14:47:29.943" v="158" actId="478"/>
          <ac:spMkLst>
            <pc:docMk/>
            <pc:sldMk cId="1244038570" sldId="326"/>
            <ac:spMk id="6" creationId="{C0585502-48C8-CC36-1D87-72314BF63DC2}"/>
          </ac:spMkLst>
        </pc:spChg>
        <pc:spChg chg="del">
          <ac:chgData name="Guan Wang" userId="5375c050-d6a4-4212-980e-f548dd476485" providerId="ADAL" clId="{6DA5478C-EA8F-465B-9C25-3F9E9062CB0B}" dt="2024-05-28T14:47:30.962" v="159" actId="478"/>
          <ac:spMkLst>
            <pc:docMk/>
            <pc:sldMk cId="1244038570" sldId="326"/>
            <ac:spMk id="36" creationId="{942E168D-304F-2698-2121-AD7B1CFDE04F}"/>
          </ac:spMkLst>
        </pc:spChg>
        <pc:graphicFrameChg chg="add mod modGraphic">
          <ac:chgData name="Guan Wang" userId="5375c050-d6a4-4212-980e-f548dd476485" providerId="ADAL" clId="{6DA5478C-EA8F-465B-9C25-3F9E9062CB0B}" dt="2024-05-28T14:49:48.422" v="187" actId="1076"/>
          <ac:graphicFrameMkLst>
            <pc:docMk/>
            <pc:sldMk cId="1244038570" sldId="326"/>
            <ac:graphicFrameMk id="7" creationId="{F9919755-F23C-24A2-1336-A0DABA541FA0}"/>
          </ac:graphicFrameMkLst>
        </pc:graphicFrameChg>
      </pc:sldChg>
      <pc:sldChg chg="addSp delSp modSp mod delAnim modAnim modNotesTx">
        <pc:chgData name="Guan Wang" userId="5375c050-d6a4-4212-980e-f548dd476485" providerId="ADAL" clId="{6DA5478C-EA8F-465B-9C25-3F9E9062CB0B}" dt="2024-05-28T16:18:10.879" v="521" actId="20577"/>
        <pc:sldMkLst>
          <pc:docMk/>
          <pc:sldMk cId="3188025409" sldId="340"/>
        </pc:sldMkLst>
        <pc:spChg chg="mod">
          <ac:chgData name="Guan Wang" userId="5375c050-d6a4-4212-980e-f548dd476485" providerId="ADAL" clId="{6DA5478C-EA8F-465B-9C25-3F9E9062CB0B}" dt="2024-05-28T14:41:51.187" v="51" actId="20577"/>
          <ac:spMkLst>
            <pc:docMk/>
            <pc:sldMk cId="3188025409" sldId="340"/>
            <ac:spMk id="2" creationId="{3D293466-7805-2E9B-83BB-4660E457894D}"/>
          </ac:spMkLst>
        </pc:spChg>
        <pc:spChg chg="del">
          <ac:chgData name="Guan Wang" userId="5375c050-d6a4-4212-980e-f548dd476485" providerId="ADAL" clId="{6DA5478C-EA8F-465B-9C25-3F9E9062CB0B}" dt="2024-05-28T14:41:25.533" v="25" actId="478"/>
          <ac:spMkLst>
            <pc:docMk/>
            <pc:sldMk cId="3188025409" sldId="340"/>
            <ac:spMk id="5" creationId="{8B5327AA-33CD-7CEB-D6C3-76B905189279}"/>
          </ac:spMkLst>
        </pc:spChg>
        <pc:spChg chg="del">
          <ac:chgData name="Guan Wang" userId="5375c050-d6a4-4212-980e-f548dd476485" providerId="ADAL" clId="{6DA5478C-EA8F-465B-9C25-3F9E9062CB0B}" dt="2024-05-28T14:41:27.541" v="26" actId="478"/>
          <ac:spMkLst>
            <pc:docMk/>
            <pc:sldMk cId="3188025409" sldId="340"/>
            <ac:spMk id="6" creationId="{D4BE251B-E192-5A94-5A28-AD4B4AEE6B0A}"/>
          </ac:spMkLst>
        </pc:spChg>
        <pc:graphicFrameChg chg="del">
          <ac:chgData name="Guan Wang" userId="5375c050-d6a4-4212-980e-f548dd476485" providerId="ADAL" clId="{6DA5478C-EA8F-465B-9C25-3F9E9062CB0B}" dt="2024-05-28T14:41:25.533" v="25" actId="478"/>
          <ac:graphicFrameMkLst>
            <pc:docMk/>
            <pc:sldMk cId="3188025409" sldId="340"/>
            <ac:graphicFrameMk id="4" creationId="{A27E505C-DB63-C5BF-9F33-639CD0768B56}"/>
          </ac:graphicFrameMkLst>
        </pc:graphicFrameChg>
        <pc:picChg chg="add mod">
          <ac:chgData name="Guan Wang" userId="5375c050-d6a4-4212-980e-f548dd476485" providerId="ADAL" clId="{6DA5478C-EA8F-465B-9C25-3F9E9062CB0B}" dt="2024-05-28T14:44:34.546" v="102" actId="1076"/>
          <ac:picMkLst>
            <pc:docMk/>
            <pc:sldMk cId="3188025409" sldId="340"/>
            <ac:picMk id="8" creationId="{886C0911-D676-4074-6474-0546D227F86E}"/>
          </ac:picMkLst>
        </pc:picChg>
        <pc:picChg chg="add mod">
          <ac:chgData name="Guan Wang" userId="5375c050-d6a4-4212-980e-f548dd476485" providerId="ADAL" clId="{6DA5478C-EA8F-465B-9C25-3F9E9062CB0B}" dt="2024-05-28T14:44:34.546" v="102" actId="1076"/>
          <ac:picMkLst>
            <pc:docMk/>
            <pc:sldMk cId="3188025409" sldId="340"/>
            <ac:picMk id="10" creationId="{5D9B007D-B191-CE40-35B6-8BF29B5CC518}"/>
          </ac:picMkLst>
        </pc:picChg>
        <pc:picChg chg="add mod">
          <ac:chgData name="Guan Wang" userId="5375c050-d6a4-4212-980e-f548dd476485" providerId="ADAL" clId="{6DA5478C-EA8F-465B-9C25-3F9E9062CB0B}" dt="2024-05-28T14:44:34.546" v="102" actId="1076"/>
          <ac:picMkLst>
            <pc:docMk/>
            <pc:sldMk cId="3188025409" sldId="340"/>
            <ac:picMk id="12" creationId="{2E58D006-BAA3-5869-BE8C-9F57796E05BA}"/>
          </ac:picMkLst>
        </pc:picChg>
        <pc:inkChg chg="del">
          <ac:chgData name="Guan Wang" userId="5375c050-d6a4-4212-980e-f548dd476485" providerId="ADAL" clId="{6DA5478C-EA8F-465B-9C25-3F9E9062CB0B}" dt="2024-05-28T14:41:19.975" v="24" actId="478"/>
          <ac:inkMkLst>
            <pc:docMk/>
            <pc:sldMk cId="3188025409" sldId="340"/>
            <ac:inkMk id="3" creationId="{A0F8A47A-20C0-29B5-1B9D-0516757C8229}"/>
          </ac:inkMkLst>
        </pc:inkChg>
      </pc:sldChg>
      <pc:sldChg chg="addSp delSp modSp mod modAnim modNotesTx">
        <pc:chgData name="Guan Wang" userId="5375c050-d6a4-4212-980e-f548dd476485" providerId="ADAL" clId="{6DA5478C-EA8F-465B-9C25-3F9E9062CB0B}" dt="2024-05-28T17:35:53.988" v="1027"/>
        <pc:sldMkLst>
          <pc:docMk/>
          <pc:sldMk cId="3397949460" sldId="341"/>
        </pc:sldMkLst>
        <pc:spChg chg="mod">
          <ac:chgData name="Guan Wang" userId="5375c050-d6a4-4212-980e-f548dd476485" providerId="ADAL" clId="{6DA5478C-EA8F-465B-9C25-3F9E9062CB0B}" dt="2024-05-28T17:33:32.181" v="971" actId="14100"/>
          <ac:spMkLst>
            <pc:docMk/>
            <pc:sldMk cId="3397949460" sldId="341"/>
            <ac:spMk id="2" creationId="{F9C7CC9C-AAAB-2FC5-FB72-4EF745B25472}"/>
          </ac:spMkLst>
        </pc:spChg>
        <pc:spChg chg="del mod">
          <ac:chgData name="Guan Wang" userId="5375c050-d6a4-4212-980e-f548dd476485" providerId="ADAL" clId="{6DA5478C-EA8F-465B-9C25-3F9E9062CB0B}" dt="2024-05-28T17:29:53.925" v="895" actId="478"/>
          <ac:spMkLst>
            <pc:docMk/>
            <pc:sldMk cId="3397949460" sldId="341"/>
            <ac:spMk id="3" creationId="{E82C110E-61FB-C755-A216-C0E4546F338A}"/>
          </ac:spMkLst>
        </pc:spChg>
        <pc:spChg chg="add del mod">
          <ac:chgData name="Guan Wang" userId="5375c050-d6a4-4212-980e-f548dd476485" providerId="ADAL" clId="{6DA5478C-EA8F-465B-9C25-3F9E9062CB0B}" dt="2024-05-28T17:32:57.170" v="959" actId="478"/>
          <ac:spMkLst>
            <pc:docMk/>
            <pc:sldMk cId="3397949460" sldId="341"/>
            <ac:spMk id="8" creationId="{0114CBAC-B48E-518D-FD86-9DDD8876E926}"/>
          </ac:spMkLst>
        </pc:spChg>
        <pc:spChg chg="add mod">
          <ac:chgData name="Guan Wang" userId="5375c050-d6a4-4212-980e-f548dd476485" providerId="ADAL" clId="{6DA5478C-EA8F-465B-9C25-3F9E9062CB0B}" dt="2024-05-28T17:35:07.525" v="1018" actId="1076"/>
          <ac:spMkLst>
            <pc:docMk/>
            <pc:sldMk cId="3397949460" sldId="341"/>
            <ac:spMk id="15" creationId="{4A910CC3-3644-06ED-F592-5587B16FAB05}"/>
          </ac:spMkLst>
        </pc:spChg>
        <pc:spChg chg="add mod">
          <ac:chgData name="Guan Wang" userId="5375c050-d6a4-4212-980e-f548dd476485" providerId="ADAL" clId="{6DA5478C-EA8F-465B-9C25-3F9E9062CB0B}" dt="2024-05-28T17:35:32.795" v="1026" actId="1076"/>
          <ac:spMkLst>
            <pc:docMk/>
            <pc:sldMk cId="3397949460" sldId="341"/>
            <ac:spMk id="16" creationId="{C979CC0B-F216-1C95-2096-76AFA3B1784C}"/>
          </ac:spMkLst>
        </pc:spChg>
        <pc:picChg chg="del">
          <ac:chgData name="Guan Wang" userId="5375c050-d6a4-4212-980e-f548dd476485" providerId="ADAL" clId="{6DA5478C-EA8F-465B-9C25-3F9E9062CB0B}" dt="2024-05-28T17:29:52.427" v="890" actId="478"/>
          <ac:picMkLst>
            <pc:docMk/>
            <pc:sldMk cId="3397949460" sldId="341"/>
            <ac:picMk id="5" creationId="{B67931CE-8501-F116-45D1-2D04566A763E}"/>
          </ac:picMkLst>
        </pc:picChg>
        <pc:picChg chg="add mod">
          <ac:chgData name="Guan Wang" userId="5375c050-d6a4-4212-980e-f548dd476485" providerId="ADAL" clId="{6DA5478C-EA8F-465B-9C25-3F9E9062CB0B}" dt="2024-05-28T17:31:09.221" v="951" actId="1076"/>
          <ac:picMkLst>
            <pc:docMk/>
            <pc:sldMk cId="3397949460" sldId="341"/>
            <ac:picMk id="7" creationId="{78F77EAC-D282-B5A2-B99A-92C05B356B72}"/>
          </ac:picMkLst>
        </pc:picChg>
        <pc:picChg chg="del">
          <ac:chgData name="Guan Wang" userId="5375c050-d6a4-4212-980e-f548dd476485" providerId="ADAL" clId="{6DA5478C-EA8F-465B-9C25-3F9E9062CB0B}" dt="2024-05-28T17:29:53.216" v="893" actId="478"/>
          <ac:picMkLst>
            <pc:docMk/>
            <pc:sldMk cId="3397949460" sldId="341"/>
            <ac:picMk id="9" creationId="{F96FB647-F6F6-071F-F04F-9056E7D1F36C}"/>
          </ac:picMkLst>
        </pc:picChg>
        <pc:picChg chg="del mod">
          <ac:chgData name="Guan Wang" userId="5375c050-d6a4-4212-980e-f548dd476485" providerId="ADAL" clId="{6DA5478C-EA8F-465B-9C25-3F9E9062CB0B}" dt="2024-05-28T17:29:52.851" v="892" actId="478"/>
          <ac:picMkLst>
            <pc:docMk/>
            <pc:sldMk cId="3397949460" sldId="341"/>
            <ac:picMk id="11" creationId="{DCCD304C-07BA-D60F-B2FD-49A835C942CB}"/>
          </ac:picMkLst>
        </pc:picChg>
        <pc:picChg chg="add del mod">
          <ac:chgData name="Guan Wang" userId="5375c050-d6a4-4212-980e-f548dd476485" providerId="ADAL" clId="{6DA5478C-EA8F-465B-9C25-3F9E9062CB0B}" dt="2024-05-28T17:34:49.779" v="996" actId="478"/>
          <ac:picMkLst>
            <pc:docMk/>
            <pc:sldMk cId="3397949460" sldId="341"/>
            <ac:picMk id="12" creationId="{C33AAB39-6CE2-BD4A-5C9C-1F3F23390568}"/>
          </ac:picMkLst>
        </pc:picChg>
        <pc:picChg chg="add del mod">
          <ac:chgData name="Guan Wang" userId="5375c050-d6a4-4212-980e-f548dd476485" providerId="ADAL" clId="{6DA5478C-EA8F-465B-9C25-3F9E9062CB0B}" dt="2024-05-28T17:35:09.249" v="1019" actId="478"/>
          <ac:picMkLst>
            <pc:docMk/>
            <pc:sldMk cId="3397949460" sldId="341"/>
            <ac:picMk id="14" creationId="{731CCD8E-988C-8FFD-1C1D-9B97D8317248}"/>
          </ac:picMkLst>
        </pc:picChg>
        <pc:picChg chg="add mod">
          <ac:chgData name="Guan Wang" userId="5375c050-d6a4-4212-980e-f548dd476485" providerId="ADAL" clId="{6DA5478C-EA8F-465B-9C25-3F9E9062CB0B}" dt="2024-05-28T17:35:01.695" v="1017" actId="1037"/>
          <ac:picMkLst>
            <pc:docMk/>
            <pc:sldMk cId="3397949460" sldId="341"/>
            <ac:picMk id="18" creationId="{F6FD5B29-CF53-3291-9640-9D4329095CC1}"/>
          </ac:picMkLst>
        </pc:picChg>
        <pc:picChg chg="add mod">
          <ac:chgData name="Guan Wang" userId="5375c050-d6a4-4212-980e-f548dd476485" providerId="ADAL" clId="{6DA5478C-EA8F-465B-9C25-3F9E9062CB0B}" dt="2024-05-28T17:35:29.438" v="1025" actId="14100"/>
          <ac:picMkLst>
            <pc:docMk/>
            <pc:sldMk cId="3397949460" sldId="341"/>
            <ac:picMk id="20" creationId="{1A305243-20D1-22B7-5902-2D1E0339DB88}"/>
          </ac:picMkLst>
        </pc:picChg>
        <pc:inkChg chg="del">
          <ac:chgData name="Guan Wang" userId="5375c050-d6a4-4212-980e-f548dd476485" providerId="ADAL" clId="{6DA5478C-EA8F-465B-9C25-3F9E9062CB0B}" dt="2024-05-28T17:29:49.846" v="889" actId="478"/>
          <ac:inkMkLst>
            <pc:docMk/>
            <pc:sldMk cId="3397949460" sldId="341"/>
            <ac:inkMk id="4" creationId="{7AB85021-B346-0B60-FA8C-072C27235EAB}"/>
          </ac:inkMkLst>
        </pc:inkChg>
      </pc:sldChg>
      <pc:sldChg chg="addSp delSp modSp mod delAnim modNotesTx">
        <pc:chgData name="Guan Wang" userId="5375c050-d6a4-4212-980e-f548dd476485" providerId="ADAL" clId="{6DA5478C-EA8F-465B-9C25-3F9E9062CB0B}" dt="2024-05-28T16:45:13.373" v="539"/>
        <pc:sldMkLst>
          <pc:docMk/>
          <pc:sldMk cId="3565952612" sldId="345"/>
        </pc:sldMkLst>
        <pc:spChg chg="mod">
          <ac:chgData name="Guan Wang" userId="5375c050-d6a4-4212-980e-f548dd476485" providerId="ADAL" clId="{6DA5478C-EA8F-465B-9C25-3F9E9062CB0B}" dt="2024-05-28T14:44:51.811" v="128" actId="20577"/>
          <ac:spMkLst>
            <pc:docMk/>
            <pc:sldMk cId="3565952612" sldId="345"/>
            <ac:spMk id="2" creationId="{3D293466-7805-2E9B-83BB-4660E457894D}"/>
          </ac:spMkLst>
        </pc:spChg>
        <pc:spChg chg="del">
          <ac:chgData name="Guan Wang" userId="5375c050-d6a4-4212-980e-f548dd476485" providerId="ADAL" clId="{6DA5478C-EA8F-465B-9C25-3F9E9062CB0B}" dt="2024-05-28T14:44:44.001" v="104" actId="478"/>
          <ac:spMkLst>
            <pc:docMk/>
            <pc:sldMk cId="3565952612" sldId="345"/>
            <ac:spMk id="3" creationId="{B9AEF8BC-3E72-6C13-5F3D-F5A587441E2E}"/>
          </ac:spMkLst>
        </pc:spChg>
        <pc:spChg chg="del">
          <ac:chgData name="Guan Wang" userId="5375c050-d6a4-4212-980e-f548dd476485" providerId="ADAL" clId="{6DA5478C-EA8F-465B-9C25-3F9E9062CB0B}" dt="2024-05-28T14:44:44.001" v="104" actId="478"/>
          <ac:spMkLst>
            <pc:docMk/>
            <pc:sldMk cId="3565952612" sldId="345"/>
            <ac:spMk id="6" creationId="{D4BE251B-E192-5A94-5A28-AD4B4AEE6B0A}"/>
          </ac:spMkLst>
        </pc:spChg>
        <pc:graphicFrameChg chg="del">
          <ac:chgData name="Guan Wang" userId="5375c050-d6a4-4212-980e-f548dd476485" providerId="ADAL" clId="{6DA5478C-EA8F-465B-9C25-3F9E9062CB0B}" dt="2024-05-28T14:44:44.001" v="104" actId="478"/>
          <ac:graphicFrameMkLst>
            <pc:docMk/>
            <pc:sldMk cId="3565952612" sldId="345"/>
            <ac:graphicFrameMk id="4" creationId="{A27E505C-DB63-C5BF-9F33-639CD0768B56}"/>
          </ac:graphicFrameMkLst>
        </pc:graphicFrameChg>
        <pc:picChg chg="add mod">
          <ac:chgData name="Guan Wang" userId="5375c050-d6a4-4212-980e-f548dd476485" providerId="ADAL" clId="{6DA5478C-EA8F-465B-9C25-3F9E9062CB0B}" dt="2024-05-28T14:45:32.658" v="131" actId="1076"/>
          <ac:picMkLst>
            <pc:docMk/>
            <pc:sldMk cId="3565952612" sldId="345"/>
            <ac:picMk id="8" creationId="{98FB8FE6-AB5E-11BB-505D-6BD240318DFC}"/>
          </ac:picMkLst>
        </pc:picChg>
        <pc:inkChg chg="del">
          <ac:chgData name="Guan Wang" userId="5375c050-d6a4-4212-980e-f548dd476485" providerId="ADAL" clId="{6DA5478C-EA8F-465B-9C25-3F9E9062CB0B}" dt="2024-05-28T14:44:40.789" v="103" actId="478"/>
          <ac:inkMkLst>
            <pc:docMk/>
            <pc:sldMk cId="3565952612" sldId="345"/>
            <ac:inkMk id="5" creationId="{F8054A89-8866-429F-0774-720A611040C9}"/>
          </ac:inkMkLst>
        </pc:inkChg>
      </pc:sldChg>
      <pc:sldChg chg="addSp delSp modSp mod delAnim modAnim modNotesTx">
        <pc:chgData name="Guan Wang" userId="5375c050-d6a4-4212-980e-f548dd476485" providerId="ADAL" clId="{6DA5478C-EA8F-465B-9C25-3F9E9062CB0B}" dt="2024-05-28T16:55:01.898" v="557" actId="20577"/>
        <pc:sldMkLst>
          <pc:docMk/>
          <pc:sldMk cId="245109097" sldId="346"/>
        </pc:sldMkLst>
        <pc:spChg chg="mod">
          <ac:chgData name="Guan Wang" userId="5375c050-d6a4-4212-980e-f548dd476485" providerId="ADAL" clId="{6DA5478C-EA8F-465B-9C25-3F9E9062CB0B}" dt="2024-05-28T14:45:51.450" v="136"/>
          <ac:spMkLst>
            <pc:docMk/>
            <pc:sldMk cId="245109097" sldId="346"/>
            <ac:spMk id="2" creationId="{89FF513A-F15A-4900-E769-1E3FD561D800}"/>
          </ac:spMkLst>
        </pc:spChg>
        <pc:spChg chg="del">
          <ac:chgData name="Guan Wang" userId="5375c050-d6a4-4212-980e-f548dd476485" providerId="ADAL" clId="{6DA5478C-EA8F-465B-9C25-3F9E9062CB0B}" dt="2024-05-28T14:45:40.646" v="133" actId="478"/>
          <ac:spMkLst>
            <pc:docMk/>
            <pc:sldMk cId="245109097" sldId="346"/>
            <ac:spMk id="3" creationId="{15484AFE-6BB5-B7F1-50A6-0EC6189A07A4}"/>
          </ac:spMkLst>
        </pc:spChg>
        <pc:spChg chg="del">
          <ac:chgData name="Guan Wang" userId="5375c050-d6a4-4212-980e-f548dd476485" providerId="ADAL" clId="{6DA5478C-EA8F-465B-9C25-3F9E9062CB0B}" dt="2024-05-28T14:45:42.673" v="134" actId="478"/>
          <ac:spMkLst>
            <pc:docMk/>
            <pc:sldMk cId="245109097" sldId="346"/>
            <ac:spMk id="4" creationId="{2F2BEC2E-7DE2-A83C-1725-14AEDE7D25BF}"/>
          </ac:spMkLst>
        </pc:spChg>
        <pc:spChg chg="del">
          <ac:chgData name="Guan Wang" userId="5375c050-d6a4-4212-980e-f548dd476485" providerId="ADAL" clId="{6DA5478C-EA8F-465B-9C25-3F9E9062CB0B}" dt="2024-05-28T14:45:42.673" v="134" actId="478"/>
          <ac:spMkLst>
            <pc:docMk/>
            <pc:sldMk cId="245109097" sldId="346"/>
            <ac:spMk id="5" creationId="{8834EB4E-723C-3204-D3F9-751016FEE980}"/>
          </ac:spMkLst>
        </pc:spChg>
        <pc:spChg chg="del">
          <ac:chgData name="Guan Wang" userId="5375c050-d6a4-4212-980e-f548dd476485" providerId="ADAL" clId="{6DA5478C-EA8F-465B-9C25-3F9E9062CB0B}" dt="2024-05-28T14:45:44.873" v="135" actId="478"/>
          <ac:spMkLst>
            <pc:docMk/>
            <pc:sldMk cId="245109097" sldId="346"/>
            <ac:spMk id="7" creationId="{7302C8BA-8676-46FC-29EA-D9ADEB6F6E7F}"/>
          </ac:spMkLst>
        </pc:spChg>
        <pc:picChg chg="add mod">
          <ac:chgData name="Guan Wang" userId="5375c050-d6a4-4212-980e-f548dd476485" providerId="ADAL" clId="{6DA5478C-EA8F-465B-9C25-3F9E9062CB0B}" dt="2024-05-28T14:47:00.054" v="157" actId="1035"/>
          <ac:picMkLst>
            <pc:docMk/>
            <pc:sldMk cId="245109097" sldId="346"/>
            <ac:picMk id="9" creationId="{326CC338-0A9D-6D60-BB46-B3346FC917B9}"/>
          </ac:picMkLst>
        </pc:picChg>
        <pc:picChg chg="add mod">
          <ac:chgData name="Guan Wang" userId="5375c050-d6a4-4212-980e-f548dd476485" providerId="ADAL" clId="{6DA5478C-EA8F-465B-9C25-3F9E9062CB0B}" dt="2024-05-28T14:47:00.054" v="157" actId="1035"/>
          <ac:picMkLst>
            <pc:docMk/>
            <pc:sldMk cId="245109097" sldId="346"/>
            <ac:picMk id="11" creationId="{58549289-20A7-F0B4-67DA-8936D3E3714C}"/>
          </ac:picMkLst>
        </pc:picChg>
        <pc:inkChg chg="del">
          <ac:chgData name="Guan Wang" userId="5375c050-d6a4-4212-980e-f548dd476485" providerId="ADAL" clId="{6DA5478C-EA8F-465B-9C25-3F9E9062CB0B}" dt="2024-05-28T14:45:37.483" v="132" actId="478"/>
          <ac:inkMkLst>
            <pc:docMk/>
            <pc:sldMk cId="245109097" sldId="346"/>
            <ac:inkMk id="6" creationId="{485EAB1A-EBA2-C014-BC45-9DD1A832979C}"/>
          </ac:inkMkLst>
        </pc:inkChg>
      </pc:sldChg>
      <pc:sldChg chg="addSp delSp modSp mod delAnim modNotesTx">
        <pc:chgData name="Guan Wang" userId="5375c050-d6a4-4212-980e-f548dd476485" providerId="ADAL" clId="{6DA5478C-EA8F-465B-9C25-3F9E9062CB0B}" dt="2024-05-28T17:29:30.131" v="886" actId="20577"/>
        <pc:sldMkLst>
          <pc:docMk/>
          <pc:sldMk cId="1889102614" sldId="348"/>
        </pc:sldMkLst>
        <pc:spChg chg="mod">
          <ac:chgData name="Guan Wang" userId="5375c050-d6a4-4212-980e-f548dd476485" providerId="ADAL" clId="{6DA5478C-EA8F-465B-9C25-3F9E9062CB0B}" dt="2024-05-28T16:58:26.232" v="558"/>
          <ac:spMkLst>
            <pc:docMk/>
            <pc:sldMk cId="1889102614" sldId="348"/>
            <ac:spMk id="2" creationId="{3D293466-7805-2E9B-83BB-4660E457894D}"/>
          </ac:spMkLst>
        </pc:spChg>
        <pc:spChg chg="del">
          <ac:chgData name="Guan Wang" userId="5375c050-d6a4-4212-980e-f548dd476485" providerId="ADAL" clId="{6DA5478C-EA8F-465B-9C25-3F9E9062CB0B}" dt="2024-05-28T16:58:30.301" v="559" actId="478"/>
          <ac:spMkLst>
            <pc:docMk/>
            <pc:sldMk cId="1889102614" sldId="348"/>
            <ac:spMk id="3" creationId="{B9AEF8BC-3E72-6C13-5F3D-F5A587441E2E}"/>
          </ac:spMkLst>
        </pc:spChg>
        <pc:spChg chg="del">
          <ac:chgData name="Guan Wang" userId="5375c050-d6a4-4212-980e-f548dd476485" providerId="ADAL" clId="{6DA5478C-EA8F-465B-9C25-3F9E9062CB0B}" dt="2024-05-28T16:58:30.301" v="559" actId="478"/>
          <ac:spMkLst>
            <pc:docMk/>
            <pc:sldMk cId="1889102614" sldId="348"/>
            <ac:spMk id="6" creationId="{D4BE251B-E192-5A94-5A28-AD4B4AEE6B0A}"/>
          </ac:spMkLst>
        </pc:spChg>
        <pc:spChg chg="del">
          <ac:chgData name="Guan Wang" userId="5375c050-d6a4-4212-980e-f548dd476485" providerId="ADAL" clId="{6DA5478C-EA8F-465B-9C25-3F9E9062CB0B}" dt="2024-05-28T16:58:30.301" v="559" actId="478"/>
          <ac:spMkLst>
            <pc:docMk/>
            <pc:sldMk cId="1889102614" sldId="348"/>
            <ac:spMk id="7" creationId="{D62CAF3B-6942-4C3D-79A6-667EAAED6BAD}"/>
          </ac:spMkLst>
        </pc:spChg>
        <pc:spChg chg="add mod">
          <ac:chgData name="Guan Wang" userId="5375c050-d6a4-4212-980e-f548dd476485" providerId="ADAL" clId="{6DA5478C-EA8F-465B-9C25-3F9E9062CB0B}" dt="2024-05-28T17:13:52.002" v="722" actId="1035"/>
          <ac:spMkLst>
            <pc:docMk/>
            <pc:sldMk cId="1889102614" sldId="348"/>
            <ac:spMk id="19" creationId="{447D9B80-405E-21DA-AC5C-72D8E4D72443}"/>
          </ac:spMkLst>
        </pc:spChg>
        <pc:spChg chg="add mod">
          <ac:chgData name="Guan Wang" userId="5375c050-d6a4-4212-980e-f548dd476485" providerId="ADAL" clId="{6DA5478C-EA8F-465B-9C25-3F9E9062CB0B}" dt="2024-05-28T17:13:52.002" v="722" actId="1035"/>
          <ac:spMkLst>
            <pc:docMk/>
            <pc:sldMk cId="1889102614" sldId="348"/>
            <ac:spMk id="20" creationId="{223C889B-244C-2DA5-9393-47C180D2C71D}"/>
          </ac:spMkLst>
        </pc:spChg>
        <pc:spChg chg="add mod">
          <ac:chgData name="Guan Wang" userId="5375c050-d6a4-4212-980e-f548dd476485" providerId="ADAL" clId="{6DA5478C-EA8F-465B-9C25-3F9E9062CB0B}" dt="2024-05-28T17:13:52.002" v="722" actId="1035"/>
          <ac:spMkLst>
            <pc:docMk/>
            <pc:sldMk cId="1889102614" sldId="348"/>
            <ac:spMk id="21" creationId="{188F6677-AE45-134B-AE3D-3B0D1441BBEC}"/>
          </ac:spMkLst>
        </pc:spChg>
        <pc:spChg chg="add mod">
          <ac:chgData name="Guan Wang" userId="5375c050-d6a4-4212-980e-f548dd476485" providerId="ADAL" clId="{6DA5478C-EA8F-465B-9C25-3F9E9062CB0B}" dt="2024-05-28T17:13:52.002" v="722" actId="1035"/>
          <ac:spMkLst>
            <pc:docMk/>
            <pc:sldMk cId="1889102614" sldId="348"/>
            <ac:spMk id="22" creationId="{E1D82D06-9C91-11D8-D8A8-A04AA88DF845}"/>
          </ac:spMkLst>
        </pc:spChg>
        <pc:spChg chg="add mod">
          <ac:chgData name="Guan Wang" userId="5375c050-d6a4-4212-980e-f548dd476485" providerId="ADAL" clId="{6DA5478C-EA8F-465B-9C25-3F9E9062CB0B}" dt="2024-05-28T17:13:52.002" v="722" actId="1035"/>
          <ac:spMkLst>
            <pc:docMk/>
            <pc:sldMk cId="1889102614" sldId="348"/>
            <ac:spMk id="23" creationId="{7E305E76-12E9-F3E9-EF56-821B939032EF}"/>
          </ac:spMkLst>
        </pc:spChg>
        <pc:spChg chg="add mod">
          <ac:chgData name="Guan Wang" userId="5375c050-d6a4-4212-980e-f548dd476485" providerId="ADAL" clId="{6DA5478C-EA8F-465B-9C25-3F9E9062CB0B}" dt="2024-05-28T17:13:52.002" v="722" actId="1035"/>
          <ac:spMkLst>
            <pc:docMk/>
            <pc:sldMk cId="1889102614" sldId="348"/>
            <ac:spMk id="24" creationId="{372F84C3-F8BD-31C7-CAC1-69027E6D8056}"/>
          </ac:spMkLst>
        </pc:spChg>
        <pc:spChg chg="add mod">
          <ac:chgData name="Guan Wang" userId="5375c050-d6a4-4212-980e-f548dd476485" providerId="ADAL" clId="{6DA5478C-EA8F-465B-9C25-3F9E9062CB0B}" dt="2024-05-28T17:13:52.002" v="722" actId="1035"/>
          <ac:spMkLst>
            <pc:docMk/>
            <pc:sldMk cId="1889102614" sldId="348"/>
            <ac:spMk id="30" creationId="{8CB44EAA-2815-553C-4445-C305B8D8363E}"/>
          </ac:spMkLst>
        </pc:spChg>
        <pc:spChg chg="add mod">
          <ac:chgData name="Guan Wang" userId="5375c050-d6a4-4212-980e-f548dd476485" providerId="ADAL" clId="{6DA5478C-EA8F-465B-9C25-3F9E9062CB0B}" dt="2024-05-28T17:13:52.002" v="722" actId="1035"/>
          <ac:spMkLst>
            <pc:docMk/>
            <pc:sldMk cId="1889102614" sldId="348"/>
            <ac:spMk id="31" creationId="{278EF0CC-C479-72A7-DFE2-5C0D1BC28FF7}"/>
          </ac:spMkLst>
        </pc:spChg>
        <pc:spChg chg="add mod">
          <ac:chgData name="Guan Wang" userId="5375c050-d6a4-4212-980e-f548dd476485" providerId="ADAL" clId="{6DA5478C-EA8F-465B-9C25-3F9E9062CB0B}" dt="2024-05-28T17:13:52.002" v="722" actId="1035"/>
          <ac:spMkLst>
            <pc:docMk/>
            <pc:sldMk cId="1889102614" sldId="348"/>
            <ac:spMk id="32" creationId="{80D73CC0-FF66-F224-F077-22398C7053E0}"/>
          </ac:spMkLst>
        </pc:spChg>
        <pc:spChg chg="add mod">
          <ac:chgData name="Guan Wang" userId="5375c050-d6a4-4212-980e-f548dd476485" providerId="ADAL" clId="{6DA5478C-EA8F-465B-9C25-3F9E9062CB0B}" dt="2024-05-28T17:13:52.002" v="722" actId="1035"/>
          <ac:spMkLst>
            <pc:docMk/>
            <pc:sldMk cId="1889102614" sldId="348"/>
            <ac:spMk id="33" creationId="{C177D2CC-C6C6-F447-32E6-AA583FDB95CF}"/>
          </ac:spMkLst>
        </pc:spChg>
        <pc:graphicFrameChg chg="del mod">
          <ac:chgData name="Guan Wang" userId="5375c050-d6a4-4212-980e-f548dd476485" providerId="ADAL" clId="{6DA5478C-EA8F-465B-9C25-3F9E9062CB0B}" dt="2024-05-28T16:58:30.301" v="559" actId="478"/>
          <ac:graphicFrameMkLst>
            <pc:docMk/>
            <pc:sldMk cId="1889102614" sldId="348"/>
            <ac:graphicFrameMk id="4" creationId="{A27E505C-DB63-C5BF-9F33-639CD0768B56}"/>
          </ac:graphicFrameMkLst>
        </pc:graphicFrameChg>
        <pc:inkChg chg="del">
          <ac:chgData name="Guan Wang" userId="5375c050-d6a4-4212-980e-f548dd476485" providerId="ADAL" clId="{6DA5478C-EA8F-465B-9C25-3F9E9062CB0B}" dt="2024-05-28T14:47:44.426" v="162" actId="478"/>
          <ac:inkMkLst>
            <pc:docMk/>
            <pc:sldMk cId="1889102614" sldId="348"/>
            <ac:inkMk id="5" creationId="{6035CA2C-3A89-4441-B300-AA4B055B6C67}"/>
          </ac:inkMkLst>
        </pc:inkChg>
        <pc:cxnChg chg="add mod">
          <ac:chgData name="Guan Wang" userId="5375c050-d6a4-4212-980e-f548dd476485" providerId="ADAL" clId="{6DA5478C-EA8F-465B-9C25-3F9E9062CB0B}" dt="2024-05-28T17:13:52.002" v="722" actId="1035"/>
          <ac:cxnSpMkLst>
            <pc:docMk/>
            <pc:sldMk cId="1889102614" sldId="348"/>
            <ac:cxnSpMk id="9" creationId="{303F9E29-DA61-8D19-3BA7-AAE7E962066B}"/>
          </ac:cxnSpMkLst>
        </pc:cxnChg>
        <pc:cxnChg chg="add mod">
          <ac:chgData name="Guan Wang" userId="5375c050-d6a4-4212-980e-f548dd476485" providerId="ADAL" clId="{6DA5478C-EA8F-465B-9C25-3F9E9062CB0B}" dt="2024-05-28T17:13:52.002" v="722" actId="1035"/>
          <ac:cxnSpMkLst>
            <pc:docMk/>
            <pc:sldMk cId="1889102614" sldId="348"/>
            <ac:cxnSpMk id="11" creationId="{430B4E38-D9CF-5198-CAF6-78E3F0271E0F}"/>
          </ac:cxnSpMkLst>
        </pc:cxnChg>
        <pc:cxnChg chg="add mod">
          <ac:chgData name="Guan Wang" userId="5375c050-d6a4-4212-980e-f548dd476485" providerId="ADAL" clId="{6DA5478C-EA8F-465B-9C25-3F9E9062CB0B}" dt="2024-05-28T17:13:52.002" v="722" actId="1035"/>
          <ac:cxnSpMkLst>
            <pc:docMk/>
            <pc:sldMk cId="1889102614" sldId="348"/>
            <ac:cxnSpMk id="12" creationId="{C9502466-03EE-36B8-A83E-D9728E27725B}"/>
          </ac:cxnSpMkLst>
        </pc:cxnChg>
        <pc:cxnChg chg="add mod">
          <ac:chgData name="Guan Wang" userId="5375c050-d6a4-4212-980e-f548dd476485" providerId="ADAL" clId="{6DA5478C-EA8F-465B-9C25-3F9E9062CB0B}" dt="2024-05-28T17:13:52.002" v="722" actId="1035"/>
          <ac:cxnSpMkLst>
            <pc:docMk/>
            <pc:sldMk cId="1889102614" sldId="348"/>
            <ac:cxnSpMk id="13" creationId="{18261310-1C7D-0890-6C45-B7DB4B7C6006}"/>
          </ac:cxnSpMkLst>
        </pc:cxnChg>
        <pc:cxnChg chg="add mod">
          <ac:chgData name="Guan Wang" userId="5375c050-d6a4-4212-980e-f548dd476485" providerId="ADAL" clId="{6DA5478C-EA8F-465B-9C25-3F9E9062CB0B}" dt="2024-05-28T17:13:52.002" v="722" actId="1035"/>
          <ac:cxnSpMkLst>
            <pc:docMk/>
            <pc:sldMk cId="1889102614" sldId="348"/>
            <ac:cxnSpMk id="15" creationId="{60F1DC9B-AB23-F1D3-AF92-F54E5E3DD7BD}"/>
          </ac:cxnSpMkLst>
        </pc:cxnChg>
        <pc:cxnChg chg="add mod">
          <ac:chgData name="Guan Wang" userId="5375c050-d6a4-4212-980e-f548dd476485" providerId="ADAL" clId="{6DA5478C-EA8F-465B-9C25-3F9E9062CB0B}" dt="2024-05-28T17:04:41.178" v="575"/>
          <ac:cxnSpMkLst>
            <pc:docMk/>
            <pc:sldMk cId="1889102614" sldId="348"/>
            <ac:cxnSpMk id="17" creationId="{68201B4E-69AF-6B38-B8EE-1B62CE676A9D}"/>
          </ac:cxnSpMkLst>
        </pc:cxnChg>
        <pc:cxnChg chg="add mod">
          <ac:chgData name="Guan Wang" userId="5375c050-d6a4-4212-980e-f548dd476485" providerId="ADAL" clId="{6DA5478C-EA8F-465B-9C25-3F9E9062CB0B}" dt="2024-05-28T17:13:52.002" v="722" actId="1035"/>
          <ac:cxnSpMkLst>
            <pc:docMk/>
            <pc:sldMk cId="1889102614" sldId="348"/>
            <ac:cxnSpMk id="18" creationId="{12FF2F58-3BE7-EACB-59DD-3726DE0C8738}"/>
          </ac:cxnSpMkLst>
        </pc:cxnChg>
        <pc:cxnChg chg="add mod">
          <ac:chgData name="Guan Wang" userId="5375c050-d6a4-4212-980e-f548dd476485" providerId="ADAL" clId="{6DA5478C-EA8F-465B-9C25-3F9E9062CB0B}" dt="2024-05-28T17:13:52.002" v="722" actId="1035"/>
          <ac:cxnSpMkLst>
            <pc:docMk/>
            <pc:sldMk cId="1889102614" sldId="348"/>
            <ac:cxnSpMk id="25" creationId="{E6D140DA-C6DF-092B-949A-8C14346D520A}"/>
          </ac:cxnSpMkLst>
        </pc:cxnChg>
        <pc:cxnChg chg="add mod">
          <ac:chgData name="Guan Wang" userId="5375c050-d6a4-4212-980e-f548dd476485" providerId="ADAL" clId="{6DA5478C-EA8F-465B-9C25-3F9E9062CB0B}" dt="2024-05-28T17:13:52.002" v="722" actId="1035"/>
          <ac:cxnSpMkLst>
            <pc:docMk/>
            <pc:sldMk cId="1889102614" sldId="348"/>
            <ac:cxnSpMk id="27" creationId="{5FCF6A68-C5A8-B33C-8040-522FF0401E0A}"/>
          </ac:cxnSpMkLst>
        </pc:cxnChg>
        <pc:cxnChg chg="add mod">
          <ac:chgData name="Guan Wang" userId="5375c050-d6a4-4212-980e-f548dd476485" providerId="ADAL" clId="{6DA5478C-EA8F-465B-9C25-3F9E9062CB0B}" dt="2024-05-28T17:13:52.002" v="722" actId="1035"/>
          <ac:cxnSpMkLst>
            <pc:docMk/>
            <pc:sldMk cId="1889102614" sldId="348"/>
            <ac:cxnSpMk id="28" creationId="{20E683E8-6D38-4670-135B-972DEEB32422}"/>
          </ac:cxnSpMkLst>
        </pc:cxnChg>
      </pc:sldChg>
      <pc:sldChg chg="addSp delSp modSp mod modNotesTx">
        <pc:chgData name="Guan Wang" userId="5375c050-d6a4-4212-980e-f548dd476485" providerId="ADAL" clId="{6DA5478C-EA8F-465B-9C25-3F9E9062CB0B}" dt="2024-05-28T23:31:09.537" v="1687" actId="20577"/>
        <pc:sldMkLst>
          <pc:docMk/>
          <pc:sldMk cId="1216769125" sldId="349"/>
        </pc:sldMkLst>
        <pc:spChg chg="mod">
          <ac:chgData name="Guan Wang" userId="5375c050-d6a4-4212-980e-f548dd476485" providerId="ADAL" clId="{6DA5478C-EA8F-465B-9C25-3F9E9062CB0B}" dt="2024-05-28T23:27:33.733" v="1622"/>
          <ac:spMkLst>
            <pc:docMk/>
            <pc:sldMk cId="1216769125" sldId="349"/>
            <ac:spMk id="3" creationId="{E876597A-858D-A3B8-9D46-43112A3A9065}"/>
          </ac:spMkLst>
        </pc:spChg>
        <pc:graphicFrameChg chg="add mod modGraphic">
          <ac:chgData name="Guan Wang" userId="5375c050-d6a4-4212-980e-f548dd476485" providerId="ADAL" clId="{6DA5478C-EA8F-465B-9C25-3F9E9062CB0B}" dt="2024-05-28T23:27:30.814" v="1619"/>
          <ac:graphicFrameMkLst>
            <pc:docMk/>
            <pc:sldMk cId="1216769125" sldId="349"/>
            <ac:graphicFrameMk id="5" creationId="{D609DBE1-EB13-FC93-C2DB-D4D4D082B746}"/>
          </ac:graphicFrameMkLst>
        </pc:graphicFrameChg>
        <pc:graphicFrameChg chg="add mod modGraphic">
          <ac:chgData name="Guan Wang" userId="5375c050-d6a4-4212-980e-f548dd476485" providerId="ADAL" clId="{6DA5478C-EA8F-465B-9C25-3F9E9062CB0B}" dt="2024-05-28T23:29:59.878" v="1672" actId="1076"/>
          <ac:graphicFrameMkLst>
            <pc:docMk/>
            <pc:sldMk cId="1216769125" sldId="349"/>
            <ac:graphicFrameMk id="6" creationId="{AA482A78-2208-8ED6-9AC2-18130A432A89}"/>
          </ac:graphicFrameMkLst>
        </pc:graphicFrameChg>
        <pc:inkChg chg="del">
          <ac:chgData name="Guan Wang" userId="5375c050-d6a4-4212-980e-f548dd476485" providerId="ADAL" clId="{6DA5478C-EA8F-465B-9C25-3F9E9062CB0B}" dt="2024-05-28T23:09:46.886" v="1028" actId="478"/>
          <ac:inkMkLst>
            <pc:docMk/>
            <pc:sldMk cId="1216769125" sldId="349"/>
            <ac:inkMk id="4" creationId="{9F3573B6-75F3-8A7B-A4D7-463B8693E7BE}"/>
          </ac:inkMkLst>
        </pc:inkChg>
      </pc:sldChg>
    </pc:docChg>
  </pc:docChgLst>
  <pc:docChgLst>
    <pc:chgData name="Guan Wang" userId="5375c050-d6a4-4212-980e-f548dd476485" providerId="ADAL" clId="{C3055E61-5190-1245-83DE-CD3C604F7ADB}"/>
    <pc:docChg chg="custSel modSld">
      <pc:chgData name="Guan Wang" userId="5375c050-d6a4-4212-980e-f548dd476485" providerId="ADAL" clId="{C3055E61-5190-1245-83DE-CD3C604F7ADB}" dt="2024-05-24T03:04:17.196" v="0" actId="7634"/>
      <pc:docMkLst>
        <pc:docMk/>
      </pc:docMkLst>
      <pc:sldChg chg="addSp">
        <pc:chgData name="Guan Wang" userId="5375c050-d6a4-4212-980e-f548dd476485" providerId="ADAL" clId="{C3055E61-5190-1245-83DE-CD3C604F7ADB}" dt="2024-05-24T03:04:17.196" v="0" actId="7634"/>
        <pc:sldMkLst>
          <pc:docMk/>
          <pc:sldMk cId="691660448" sldId="335"/>
        </pc:sldMkLst>
        <pc:inkChg chg="add">
          <ac:chgData name="Guan Wang" userId="5375c050-d6a4-4212-980e-f548dd476485" providerId="ADAL" clId="{C3055E61-5190-1245-83DE-CD3C604F7ADB}" dt="2024-05-24T03:04:17.196" v="0" actId="7634"/>
          <ac:inkMkLst>
            <pc:docMk/>
            <pc:sldMk cId="691660448" sldId="335"/>
            <ac:inkMk id="7" creationId="{6F6CB009-8A01-63A2-9ADF-F98A9D213730}"/>
          </ac:inkMkLst>
        </pc:inkChg>
      </pc:sldChg>
      <pc:sldChg chg="addSp">
        <pc:chgData name="Guan Wang" userId="5375c050-d6a4-4212-980e-f548dd476485" providerId="ADAL" clId="{C3055E61-5190-1245-83DE-CD3C604F7ADB}" dt="2024-05-24T03:04:17.196" v="0" actId="7634"/>
        <pc:sldMkLst>
          <pc:docMk/>
          <pc:sldMk cId="1013859140" sldId="336"/>
        </pc:sldMkLst>
        <pc:inkChg chg="add">
          <ac:chgData name="Guan Wang" userId="5375c050-d6a4-4212-980e-f548dd476485" providerId="ADAL" clId="{C3055E61-5190-1245-83DE-CD3C604F7ADB}" dt="2024-05-24T03:04:17.196" v="0" actId="7634"/>
          <ac:inkMkLst>
            <pc:docMk/>
            <pc:sldMk cId="1013859140" sldId="336"/>
            <ac:inkMk id="6" creationId="{C7DFDF16-8101-5A5D-1AA7-FD2686F6E8B9}"/>
          </ac:inkMkLst>
        </pc:inkChg>
      </pc:sldChg>
      <pc:sldChg chg="addSp">
        <pc:chgData name="Guan Wang" userId="5375c050-d6a4-4212-980e-f548dd476485" providerId="ADAL" clId="{C3055E61-5190-1245-83DE-CD3C604F7ADB}" dt="2024-05-24T03:04:17.196" v="0" actId="7634"/>
        <pc:sldMkLst>
          <pc:docMk/>
          <pc:sldMk cId="3188025409" sldId="340"/>
        </pc:sldMkLst>
        <pc:inkChg chg="add">
          <ac:chgData name="Guan Wang" userId="5375c050-d6a4-4212-980e-f548dd476485" providerId="ADAL" clId="{C3055E61-5190-1245-83DE-CD3C604F7ADB}" dt="2024-05-24T03:04:17.196" v="0" actId="7634"/>
          <ac:inkMkLst>
            <pc:docMk/>
            <pc:sldMk cId="3188025409" sldId="340"/>
            <ac:inkMk id="3" creationId="{A0F8A47A-20C0-29B5-1B9D-0516757C8229}"/>
          </ac:inkMkLst>
        </pc:inkChg>
      </pc:sldChg>
      <pc:sldChg chg="addSp">
        <pc:chgData name="Guan Wang" userId="5375c050-d6a4-4212-980e-f548dd476485" providerId="ADAL" clId="{C3055E61-5190-1245-83DE-CD3C604F7ADB}" dt="2024-05-24T03:04:17.196" v="0" actId="7634"/>
        <pc:sldMkLst>
          <pc:docMk/>
          <pc:sldMk cId="3397949460" sldId="341"/>
        </pc:sldMkLst>
        <pc:inkChg chg="add">
          <ac:chgData name="Guan Wang" userId="5375c050-d6a4-4212-980e-f548dd476485" providerId="ADAL" clId="{C3055E61-5190-1245-83DE-CD3C604F7ADB}" dt="2024-05-24T03:04:17.196" v="0" actId="7634"/>
          <ac:inkMkLst>
            <pc:docMk/>
            <pc:sldMk cId="3397949460" sldId="341"/>
            <ac:inkMk id="4" creationId="{7AB85021-B346-0B60-FA8C-072C27235EAB}"/>
          </ac:inkMkLst>
        </pc:inkChg>
      </pc:sldChg>
      <pc:sldChg chg="addSp">
        <pc:chgData name="Guan Wang" userId="5375c050-d6a4-4212-980e-f548dd476485" providerId="ADAL" clId="{C3055E61-5190-1245-83DE-CD3C604F7ADB}" dt="2024-05-24T03:04:17.196" v="0" actId="7634"/>
        <pc:sldMkLst>
          <pc:docMk/>
          <pc:sldMk cId="3565952612" sldId="345"/>
        </pc:sldMkLst>
        <pc:inkChg chg="add">
          <ac:chgData name="Guan Wang" userId="5375c050-d6a4-4212-980e-f548dd476485" providerId="ADAL" clId="{C3055E61-5190-1245-83DE-CD3C604F7ADB}" dt="2024-05-24T03:04:17.196" v="0" actId="7634"/>
          <ac:inkMkLst>
            <pc:docMk/>
            <pc:sldMk cId="3565952612" sldId="345"/>
            <ac:inkMk id="5" creationId="{F8054A89-8866-429F-0774-720A611040C9}"/>
          </ac:inkMkLst>
        </pc:inkChg>
      </pc:sldChg>
      <pc:sldChg chg="addSp">
        <pc:chgData name="Guan Wang" userId="5375c050-d6a4-4212-980e-f548dd476485" providerId="ADAL" clId="{C3055E61-5190-1245-83DE-CD3C604F7ADB}" dt="2024-05-24T03:04:17.196" v="0" actId="7634"/>
        <pc:sldMkLst>
          <pc:docMk/>
          <pc:sldMk cId="245109097" sldId="346"/>
        </pc:sldMkLst>
        <pc:inkChg chg="add">
          <ac:chgData name="Guan Wang" userId="5375c050-d6a4-4212-980e-f548dd476485" providerId="ADAL" clId="{C3055E61-5190-1245-83DE-CD3C604F7ADB}" dt="2024-05-24T03:04:17.196" v="0" actId="7634"/>
          <ac:inkMkLst>
            <pc:docMk/>
            <pc:sldMk cId="245109097" sldId="346"/>
            <ac:inkMk id="6" creationId="{485EAB1A-EBA2-C014-BC45-9DD1A832979C}"/>
          </ac:inkMkLst>
        </pc:inkChg>
      </pc:sldChg>
      <pc:sldChg chg="addSp">
        <pc:chgData name="Guan Wang" userId="5375c050-d6a4-4212-980e-f548dd476485" providerId="ADAL" clId="{C3055E61-5190-1245-83DE-CD3C604F7ADB}" dt="2024-05-24T03:04:17.196" v="0" actId="7634"/>
        <pc:sldMkLst>
          <pc:docMk/>
          <pc:sldMk cId="1889102614" sldId="348"/>
        </pc:sldMkLst>
        <pc:inkChg chg="add">
          <ac:chgData name="Guan Wang" userId="5375c050-d6a4-4212-980e-f548dd476485" providerId="ADAL" clId="{C3055E61-5190-1245-83DE-CD3C604F7ADB}" dt="2024-05-24T03:04:17.196" v="0" actId="7634"/>
          <ac:inkMkLst>
            <pc:docMk/>
            <pc:sldMk cId="1889102614" sldId="348"/>
            <ac:inkMk id="5" creationId="{6035CA2C-3A89-4441-B300-AA4B055B6C67}"/>
          </ac:inkMkLst>
        </pc:inkChg>
      </pc:sldChg>
      <pc:sldChg chg="addSp">
        <pc:chgData name="Guan Wang" userId="5375c050-d6a4-4212-980e-f548dd476485" providerId="ADAL" clId="{C3055E61-5190-1245-83DE-CD3C604F7ADB}" dt="2024-05-24T03:04:17.196" v="0" actId="7634"/>
        <pc:sldMkLst>
          <pc:docMk/>
          <pc:sldMk cId="1216769125" sldId="349"/>
        </pc:sldMkLst>
        <pc:inkChg chg="add">
          <ac:chgData name="Guan Wang" userId="5375c050-d6a4-4212-980e-f548dd476485" providerId="ADAL" clId="{C3055E61-5190-1245-83DE-CD3C604F7ADB}" dt="2024-05-24T03:04:17.196" v="0" actId="7634"/>
          <ac:inkMkLst>
            <pc:docMk/>
            <pc:sldMk cId="1216769125" sldId="349"/>
            <ac:inkMk id="4" creationId="{9F3573B6-75F3-8A7B-A4D7-463B8693E7BE}"/>
          </ac:inkMkLst>
        </pc:inkChg>
      </pc:sldChg>
    </pc:docChg>
  </pc:docChgLst>
  <pc:docChgLst>
    <pc:chgData name="Guan Wang" userId="5375c050-d6a4-4212-980e-f548dd476485" providerId="ADAL" clId="{9CEF0065-0695-4BE4-A1B7-1B808FDCC678}"/>
    <pc:docChg chg="undo redo custSel addSld delSld modSld sldOrd">
      <pc:chgData name="Guan Wang" userId="5375c050-d6a4-4212-980e-f548dd476485" providerId="ADAL" clId="{9CEF0065-0695-4BE4-A1B7-1B808FDCC678}" dt="2024-05-08T15:14:54.349" v="2398" actId="20577"/>
      <pc:docMkLst>
        <pc:docMk/>
      </pc:docMkLst>
      <pc:sldChg chg="modSp mod modNotesTx">
        <pc:chgData name="Guan Wang" userId="5375c050-d6a4-4212-980e-f548dd476485" providerId="ADAL" clId="{9CEF0065-0695-4BE4-A1B7-1B808FDCC678}" dt="2024-05-07T22:43:19.579" v="38" actId="20577"/>
        <pc:sldMkLst>
          <pc:docMk/>
          <pc:sldMk cId="0" sldId="256"/>
        </pc:sldMkLst>
        <pc:spChg chg="mod">
          <ac:chgData name="Guan Wang" userId="5375c050-d6a4-4212-980e-f548dd476485" providerId="ADAL" clId="{9CEF0065-0695-4BE4-A1B7-1B808FDCC678}" dt="2024-05-07T22:39:09.956" v="13" actId="20577"/>
          <ac:spMkLst>
            <pc:docMk/>
            <pc:sldMk cId="0" sldId="256"/>
            <ac:spMk id="66" creationId="{00000000-0000-0000-0000-000000000000}"/>
          </ac:spMkLst>
        </pc:spChg>
      </pc:sldChg>
      <pc:sldChg chg="del ord">
        <pc:chgData name="Guan Wang" userId="5375c050-d6a4-4212-980e-f548dd476485" providerId="ADAL" clId="{9CEF0065-0695-4BE4-A1B7-1B808FDCC678}" dt="2024-05-08T08:45:00.451" v="1131" actId="2696"/>
        <pc:sldMkLst>
          <pc:docMk/>
          <pc:sldMk cId="1840087807" sldId="315"/>
        </pc:sldMkLst>
      </pc:sldChg>
      <pc:sldChg chg="del">
        <pc:chgData name="Guan Wang" userId="5375c050-d6a4-4212-980e-f548dd476485" providerId="ADAL" clId="{9CEF0065-0695-4BE4-A1B7-1B808FDCC678}" dt="2024-05-08T08:45:00.451" v="1131" actId="2696"/>
        <pc:sldMkLst>
          <pc:docMk/>
          <pc:sldMk cId="1036447579" sldId="316"/>
        </pc:sldMkLst>
      </pc:sldChg>
      <pc:sldChg chg="del">
        <pc:chgData name="Guan Wang" userId="5375c050-d6a4-4212-980e-f548dd476485" providerId="ADAL" clId="{9CEF0065-0695-4BE4-A1B7-1B808FDCC678}" dt="2024-05-08T08:45:00.451" v="1131" actId="2696"/>
        <pc:sldMkLst>
          <pc:docMk/>
          <pc:sldMk cId="1905917999" sldId="317"/>
        </pc:sldMkLst>
      </pc:sldChg>
      <pc:sldChg chg="del">
        <pc:chgData name="Guan Wang" userId="5375c050-d6a4-4212-980e-f548dd476485" providerId="ADAL" clId="{9CEF0065-0695-4BE4-A1B7-1B808FDCC678}" dt="2024-05-08T08:45:00.451" v="1131" actId="2696"/>
        <pc:sldMkLst>
          <pc:docMk/>
          <pc:sldMk cId="413567570" sldId="318"/>
        </pc:sldMkLst>
      </pc:sldChg>
      <pc:sldChg chg="del">
        <pc:chgData name="Guan Wang" userId="5375c050-d6a4-4212-980e-f548dd476485" providerId="ADAL" clId="{9CEF0065-0695-4BE4-A1B7-1B808FDCC678}" dt="2024-05-08T08:45:00.451" v="1131" actId="2696"/>
        <pc:sldMkLst>
          <pc:docMk/>
          <pc:sldMk cId="3271427147" sldId="319"/>
        </pc:sldMkLst>
      </pc:sldChg>
      <pc:sldChg chg="del">
        <pc:chgData name="Guan Wang" userId="5375c050-d6a4-4212-980e-f548dd476485" providerId="ADAL" clId="{9CEF0065-0695-4BE4-A1B7-1B808FDCC678}" dt="2024-05-08T08:45:00.451" v="1131" actId="2696"/>
        <pc:sldMkLst>
          <pc:docMk/>
          <pc:sldMk cId="759239289" sldId="320"/>
        </pc:sldMkLst>
      </pc:sldChg>
      <pc:sldChg chg="del">
        <pc:chgData name="Guan Wang" userId="5375c050-d6a4-4212-980e-f548dd476485" providerId="ADAL" clId="{9CEF0065-0695-4BE4-A1B7-1B808FDCC678}" dt="2024-05-08T08:45:00.451" v="1131" actId="2696"/>
        <pc:sldMkLst>
          <pc:docMk/>
          <pc:sldMk cId="1213918063" sldId="321"/>
        </pc:sldMkLst>
      </pc:sldChg>
      <pc:sldChg chg="del">
        <pc:chgData name="Guan Wang" userId="5375c050-d6a4-4212-980e-f548dd476485" providerId="ADAL" clId="{9CEF0065-0695-4BE4-A1B7-1B808FDCC678}" dt="2024-05-08T08:45:00.451" v="1131" actId="2696"/>
        <pc:sldMkLst>
          <pc:docMk/>
          <pc:sldMk cId="1388349879" sldId="322"/>
        </pc:sldMkLst>
      </pc:sldChg>
      <pc:sldChg chg="del">
        <pc:chgData name="Guan Wang" userId="5375c050-d6a4-4212-980e-f548dd476485" providerId="ADAL" clId="{9CEF0065-0695-4BE4-A1B7-1B808FDCC678}" dt="2024-05-08T08:45:00.451" v="1131" actId="2696"/>
        <pc:sldMkLst>
          <pc:docMk/>
          <pc:sldMk cId="650639680" sldId="323"/>
        </pc:sldMkLst>
      </pc:sldChg>
      <pc:sldChg chg="del">
        <pc:chgData name="Guan Wang" userId="5375c050-d6a4-4212-980e-f548dd476485" providerId="ADAL" clId="{9CEF0065-0695-4BE4-A1B7-1B808FDCC678}" dt="2024-05-08T08:45:00.451" v="1131" actId="2696"/>
        <pc:sldMkLst>
          <pc:docMk/>
          <pc:sldMk cId="4200211238" sldId="324"/>
        </pc:sldMkLst>
      </pc:sldChg>
      <pc:sldChg chg="del">
        <pc:chgData name="Guan Wang" userId="5375c050-d6a4-4212-980e-f548dd476485" providerId="ADAL" clId="{9CEF0065-0695-4BE4-A1B7-1B808FDCC678}" dt="2024-05-08T08:45:00.451" v="1131" actId="2696"/>
        <pc:sldMkLst>
          <pc:docMk/>
          <pc:sldMk cId="3228248484" sldId="325"/>
        </pc:sldMkLst>
      </pc:sldChg>
      <pc:sldChg chg="addSp delSp modSp new mod modAnim modNotesTx">
        <pc:chgData name="Guan Wang" userId="5375c050-d6a4-4212-980e-f548dd476485" providerId="ADAL" clId="{9CEF0065-0695-4BE4-A1B7-1B808FDCC678}" dt="2024-05-08T07:54:57.937" v="433"/>
        <pc:sldMkLst>
          <pc:docMk/>
          <pc:sldMk cId="1244038570" sldId="326"/>
        </pc:sldMkLst>
        <pc:spChg chg="mod">
          <ac:chgData name="Guan Wang" userId="5375c050-d6a4-4212-980e-f548dd476485" providerId="ADAL" clId="{9CEF0065-0695-4BE4-A1B7-1B808FDCC678}" dt="2024-05-07T22:44:39.663" v="74" actId="20577"/>
          <ac:spMkLst>
            <pc:docMk/>
            <pc:sldMk cId="1244038570" sldId="326"/>
            <ac:spMk id="2" creationId="{E244F7C2-0747-510D-C5E1-9E0646E503EE}"/>
          </ac:spMkLst>
        </pc:spChg>
        <pc:spChg chg="mod">
          <ac:chgData name="Guan Wang" userId="5375c050-d6a4-4212-980e-f548dd476485" providerId="ADAL" clId="{9CEF0065-0695-4BE4-A1B7-1B808FDCC678}" dt="2024-05-08T07:49:43.765" v="422" actId="20577"/>
          <ac:spMkLst>
            <pc:docMk/>
            <pc:sldMk cId="1244038570" sldId="326"/>
            <ac:spMk id="3" creationId="{B61D4C59-9FD8-3FAE-7D0D-A180A3AB0E58}"/>
          </ac:spMkLst>
        </pc:spChg>
        <pc:spChg chg="add mod">
          <ac:chgData name="Guan Wang" userId="5375c050-d6a4-4212-980e-f548dd476485" providerId="ADAL" clId="{9CEF0065-0695-4BE4-A1B7-1B808FDCC678}" dt="2024-05-07T23:09:03.580" v="84" actId="1076"/>
          <ac:spMkLst>
            <pc:docMk/>
            <pc:sldMk cId="1244038570" sldId="326"/>
            <ac:spMk id="8" creationId="{4184F684-D37B-63EA-1B51-3A3B0B7F2989}"/>
          </ac:spMkLst>
        </pc:spChg>
        <pc:spChg chg="add mod">
          <ac:chgData name="Guan Wang" userId="5375c050-d6a4-4212-980e-f548dd476485" providerId="ADAL" clId="{9CEF0065-0695-4BE4-A1B7-1B808FDCC678}" dt="2024-05-07T23:09:25.695" v="93" actId="1076"/>
          <ac:spMkLst>
            <pc:docMk/>
            <pc:sldMk cId="1244038570" sldId="326"/>
            <ac:spMk id="9" creationId="{7C937BC1-2C2A-F4ED-F5C5-745FF220BB6D}"/>
          </ac:spMkLst>
        </pc:spChg>
        <pc:spChg chg="add mod">
          <ac:chgData name="Guan Wang" userId="5375c050-d6a4-4212-980e-f548dd476485" providerId="ADAL" clId="{9CEF0065-0695-4BE4-A1B7-1B808FDCC678}" dt="2024-05-07T23:09:28.078" v="94" actId="1076"/>
          <ac:spMkLst>
            <pc:docMk/>
            <pc:sldMk cId="1244038570" sldId="326"/>
            <ac:spMk id="10" creationId="{14373CF1-B95F-E22D-23E7-3820006B34E9}"/>
          </ac:spMkLst>
        </pc:spChg>
        <pc:spChg chg="add mod">
          <ac:chgData name="Guan Wang" userId="5375c050-d6a4-4212-980e-f548dd476485" providerId="ADAL" clId="{9CEF0065-0695-4BE4-A1B7-1B808FDCC678}" dt="2024-05-07T23:09:30.432" v="95" actId="1076"/>
          <ac:spMkLst>
            <pc:docMk/>
            <pc:sldMk cId="1244038570" sldId="326"/>
            <ac:spMk id="11" creationId="{226D54BD-863B-75A7-B292-408F04EE870C}"/>
          </ac:spMkLst>
        </pc:spChg>
        <pc:spChg chg="add mod">
          <ac:chgData name="Guan Wang" userId="5375c050-d6a4-4212-980e-f548dd476485" providerId="ADAL" clId="{9CEF0065-0695-4BE4-A1B7-1B808FDCC678}" dt="2024-05-07T23:09:32.470" v="96" actId="1076"/>
          <ac:spMkLst>
            <pc:docMk/>
            <pc:sldMk cId="1244038570" sldId="326"/>
            <ac:spMk id="12" creationId="{80DC64A8-3964-7EE0-5096-C893BF3C4275}"/>
          </ac:spMkLst>
        </pc:spChg>
        <pc:spChg chg="add mod">
          <ac:chgData name="Guan Wang" userId="5375c050-d6a4-4212-980e-f548dd476485" providerId="ADAL" clId="{9CEF0065-0695-4BE4-A1B7-1B808FDCC678}" dt="2024-05-07T23:09:57.684" v="102" actId="1076"/>
          <ac:spMkLst>
            <pc:docMk/>
            <pc:sldMk cId="1244038570" sldId="326"/>
            <ac:spMk id="13" creationId="{3848681F-7366-B6FF-A242-37942063E062}"/>
          </ac:spMkLst>
        </pc:spChg>
        <pc:spChg chg="add mod">
          <ac:chgData name="Guan Wang" userId="5375c050-d6a4-4212-980e-f548dd476485" providerId="ADAL" clId="{9CEF0065-0695-4BE4-A1B7-1B808FDCC678}" dt="2024-05-07T23:10:06.517" v="109" actId="20577"/>
          <ac:spMkLst>
            <pc:docMk/>
            <pc:sldMk cId="1244038570" sldId="326"/>
            <ac:spMk id="14" creationId="{014F69B7-3E83-1757-6AF3-4EEC4A9BDE40}"/>
          </ac:spMkLst>
        </pc:spChg>
        <pc:spChg chg="add mod">
          <ac:chgData name="Guan Wang" userId="5375c050-d6a4-4212-980e-f548dd476485" providerId="ADAL" clId="{9CEF0065-0695-4BE4-A1B7-1B808FDCC678}" dt="2024-05-07T23:10:42.079" v="121" actId="1076"/>
          <ac:spMkLst>
            <pc:docMk/>
            <pc:sldMk cId="1244038570" sldId="326"/>
            <ac:spMk id="15" creationId="{FF304D97-BD62-9117-B226-C1A5577EFACF}"/>
          </ac:spMkLst>
        </pc:spChg>
        <pc:spChg chg="add mod">
          <ac:chgData name="Guan Wang" userId="5375c050-d6a4-4212-980e-f548dd476485" providerId="ADAL" clId="{9CEF0065-0695-4BE4-A1B7-1B808FDCC678}" dt="2024-05-07T23:10:59.703" v="123" actId="1076"/>
          <ac:spMkLst>
            <pc:docMk/>
            <pc:sldMk cId="1244038570" sldId="326"/>
            <ac:spMk id="18" creationId="{4184F684-D37B-63EA-1B51-3A3B0B7F2989}"/>
          </ac:spMkLst>
        </pc:spChg>
        <pc:spChg chg="add mod">
          <ac:chgData name="Guan Wang" userId="5375c050-d6a4-4212-980e-f548dd476485" providerId="ADAL" clId="{9CEF0065-0695-4BE4-A1B7-1B808FDCC678}" dt="2024-05-07T23:10:59.703" v="123" actId="1076"/>
          <ac:spMkLst>
            <pc:docMk/>
            <pc:sldMk cId="1244038570" sldId="326"/>
            <ac:spMk id="19" creationId="{7C937BC1-2C2A-F4ED-F5C5-745FF220BB6D}"/>
          </ac:spMkLst>
        </pc:spChg>
        <pc:spChg chg="add mod">
          <ac:chgData name="Guan Wang" userId="5375c050-d6a4-4212-980e-f548dd476485" providerId="ADAL" clId="{9CEF0065-0695-4BE4-A1B7-1B808FDCC678}" dt="2024-05-07T23:10:59.703" v="123" actId="1076"/>
          <ac:spMkLst>
            <pc:docMk/>
            <pc:sldMk cId="1244038570" sldId="326"/>
            <ac:spMk id="20" creationId="{14373CF1-B95F-E22D-23E7-3820006B34E9}"/>
          </ac:spMkLst>
        </pc:spChg>
        <pc:spChg chg="add mod">
          <ac:chgData name="Guan Wang" userId="5375c050-d6a4-4212-980e-f548dd476485" providerId="ADAL" clId="{9CEF0065-0695-4BE4-A1B7-1B808FDCC678}" dt="2024-05-07T23:10:59.703" v="123" actId="1076"/>
          <ac:spMkLst>
            <pc:docMk/>
            <pc:sldMk cId="1244038570" sldId="326"/>
            <ac:spMk id="21" creationId="{226D54BD-863B-75A7-B292-408F04EE870C}"/>
          </ac:spMkLst>
        </pc:spChg>
        <pc:spChg chg="add mod">
          <ac:chgData name="Guan Wang" userId="5375c050-d6a4-4212-980e-f548dd476485" providerId="ADAL" clId="{9CEF0065-0695-4BE4-A1B7-1B808FDCC678}" dt="2024-05-07T23:10:59.703" v="123" actId="1076"/>
          <ac:spMkLst>
            <pc:docMk/>
            <pc:sldMk cId="1244038570" sldId="326"/>
            <ac:spMk id="22" creationId="{80DC64A8-3964-7EE0-5096-C893BF3C4275}"/>
          </ac:spMkLst>
        </pc:spChg>
        <pc:spChg chg="add mod">
          <ac:chgData name="Guan Wang" userId="5375c050-d6a4-4212-980e-f548dd476485" providerId="ADAL" clId="{9CEF0065-0695-4BE4-A1B7-1B808FDCC678}" dt="2024-05-07T23:10:59.703" v="123" actId="1076"/>
          <ac:spMkLst>
            <pc:docMk/>
            <pc:sldMk cId="1244038570" sldId="326"/>
            <ac:spMk id="23" creationId="{3848681F-7366-B6FF-A242-37942063E062}"/>
          </ac:spMkLst>
        </pc:spChg>
        <pc:spChg chg="add mod">
          <ac:chgData name="Guan Wang" userId="5375c050-d6a4-4212-980e-f548dd476485" providerId="ADAL" clId="{9CEF0065-0695-4BE4-A1B7-1B808FDCC678}" dt="2024-05-07T23:10:59.703" v="123" actId="1076"/>
          <ac:spMkLst>
            <pc:docMk/>
            <pc:sldMk cId="1244038570" sldId="326"/>
            <ac:spMk id="24" creationId="{014F69B7-3E83-1757-6AF3-4EEC4A9BDE40}"/>
          </ac:spMkLst>
        </pc:spChg>
        <pc:spChg chg="add mod">
          <ac:chgData name="Guan Wang" userId="5375c050-d6a4-4212-980e-f548dd476485" providerId="ADAL" clId="{9CEF0065-0695-4BE4-A1B7-1B808FDCC678}" dt="2024-05-07T23:12:43.837" v="150" actId="1076"/>
          <ac:spMkLst>
            <pc:docMk/>
            <pc:sldMk cId="1244038570" sldId="326"/>
            <ac:spMk id="25" creationId="{FF304D97-BD62-9117-B226-C1A5577EFACF}"/>
          </ac:spMkLst>
        </pc:spChg>
        <pc:spChg chg="add mod">
          <ac:chgData name="Guan Wang" userId="5375c050-d6a4-4212-980e-f548dd476485" providerId="ADAL" clId="{9CEF0065-0695-4BE4-A1B7-1B808FDCC678}" dt="2024-05-07T23:11:05.112" v="125" actId="1076"/>
          <ac:spMkLst>
            <pc:docMk/>
            <pc:sldMk cId="1244038570" sldId="326"/>
            <ac:spMk id="28" creationId="{4184F684-D37B-63EA-1B51-3A3B0B7F2989}"/>
          </ac:spMkLst>
        </pc:spChg>
        <pc:spChg chg="add mod">
          <ac:chgData name="Guan Wang" userId="5375c050-d6a4-4212-980e-f548dd476485" providerId="ADAL" clId="{9CEF0065-0695-4BE4-A1B7-1B808FDCC678}" dt="2024-05-07T23:11:05.112" v="125" actId="1076"/>
          <ac:spMkLst>
            <pc:docMk/>
            <pc:sldMk cId="1244038570" sldId="326"/>
            <ac:spMk id="29" creationId="{7C937BC1-2C2A-F4ED-F5C5-745FF220BB6D}"/>
          </ac:spMkLst>
        </pc:spChg>
        <pc:spChg chg="add mod">
          <ac:chgData name="Guan Wang" userId="5375c050-d6a4-4212-980e-f548dd476485" providerId="ADAL" clId="{9CEF0065-0695-4BE4-A1B7-1B808FDCC678}" dt="2024-05-07T23:11:05.112" v="125" actId="1076"/>
          <ac:spMkLst>
            <pc:docMk/>
            <pc:sldMk cId="1244038570" sldId="326"/>
            <ac:spMk id="30" creationId="{14373CF1-B95F-E22D-23E7-3820006B34E9}"/>
          </ac:spMkLst>
        </pc:spChg>
        <pc:spChg chg="add mod">
          <ac:chgData name="Guan Wang" userId="5375c050-d6a4-4212-980e-f548dd476485" providerId="ADAL" clId="{9CEF0065-0695-4BE4-A1B7-1B808FDCC678}" dt="2024-05-07T23:11:05.112" v="125" actId="1076"/>
          <ac:spMkLst>
            <pc:docMk/>
            <pc:sldMk cId="1244038570" sldId="326"/>
            <ac:spMk id="31" creationId="{226D54BD-863B-75A7-B292-408F04EE870C}"/>
          </ac:spMkLst>
        </pc:spChg>
        <pc:spChg chg="add mod">
          <ac:chgData name="Guan Wang" userId="5375c050-d6a4-4212-980e-f548dd476485" providerId="ADAL" clId="{9CEF0065-0695-4BE4-A1B7-1B808FDCC678}" dt="2024-05-07T23:11:05.112" v="125" actId="1076"/>
          <ac:spMkLst>
            <pc:docMk/>
            <pc:sldMk cId="1244038570" sldId="326"/>
            <ac:spMk id="32" creationId="{80DC64A8-3964-7EE0-5096-C893BF3C4275}"/>
          </ac:spMkLst>
        </pc:spChg>
        <pc:spChg chg="add mod">
          <ac:chgData name="Guan Wang" userId="5375c050-d6a4-4212-980e-f548dd476485" providerId="ADAL" clId="{9CEF0065-0695-4BE4-A1B7-1B808FDCC678}" dt="2024-05-07T23:11:05.112" v="125" actId="1076"/>
          <ac:spMkLst>
            <pc:docMk/>
            <pc:sldMk cId="1244038570" sldId="326"/>
            <ac:spMk id="33" creationId="{3848681F-7366-B6FF-A242-37942063E062}"/>
          </ac:spMkLst>
        </pc:spChg>
        <pc:spChg chg="add mod">
          <ac:chgData name="Guan Wang" userId="5375c050-d6a4-4212-980e-f548dd476485" providerId="ADAL" clId="{9CEF0065-0695-4BE4-A1B7-1B808FDCC678}" dt="2024-05-07T23:11:05.112" v="125" actId="1076"/>
          <ac:spMkLst>
            <pc:docMk/>
            <pc:sldMk cId="1244038570" sldId="326"/>
            <ac:spMk id="34" creationId="{014F69B7-3E83-1757-6AF3-4EEC4A9BDE40}"/>
          </ac:spMkLst>
        </pc:spChg>
        <pc:spChg chg="add mod">
          <ac:chgData name="Guan Wang" userId="5375c050-d6a4-4212-980e-f548dd476485" providerId="ADAL" clId="{9CEF0065-0695-4BE4-A1B7-1B808FDCC678}" dt="2024-05-07T23:12:36.712" v="149" actId="20577"/>
          <ac:spMkLst>
            <pc:docMk/>
            <pc:sldMk cId="1244038570" sldId="326"/>
            <ac:spMk id="35" creationId="{FF304D97-BD62-9117-B226-C1A5577EFACF}"/>
          </ac:spMkLst>
        </pc:spChg>
        <pc:spChg chg="add del mod">
          <ac:chgData name="Guan Wang" userId="5375c050-d6a4-4212-980e-f548dd476485" providerId="ADAL" clId="{9CEF0065-0695-4BE4-A1B7-1B808FDCC678}" dt="2024-05-07T23:22:35.538" v="166" actId="478"/>
          <ac:spMkLst>
            <pc:docMk/>
            <pc:sldMk cId="1244038570" sldId="326"/>
            <ac:spMk id="38" creationId="{17886351-D3E8-9CFB-C8A8-FDDF867A768F}"/>
          </ac:spMkLst>
        </pc:spChg>
        <pc:cxnChg chg="add">
          <ac:chgData name="Guan Wang" userId="5375c050-d6a4-4212-980e-f548dd476485" providerId="ADAL" clId="{9CEF0065-0695-4BE4-A1B7-1B808FDCC678}" dt="2024-05-07T22:44:58.969" v="76" actId="11529"/>
          <ac:cxnSpMkLst>
            <pc:docMk/>
            <pc:sldMk cId="1244038570" sldId="326"/>
            <ac:cxnSpMk id="5" creationId="{AA5A74CD-9B43-EB03-F13A-CFC055E600E5}"/>
          </ac:cxnSpMkLst>
        </pc:cxnChg>
        <pc:cxnChg chg="add">
          <ac:chgData name="Guan Wang" userId="5375c050-d6a4-4212-980e-f548dd476485" providerId="ADAL" clId="{9CEF0065-0695-4BE4-A1B7-1B808FDCC678}" dt="2024-05-07T22:45:06.970" v="77" actId="11529"/>
          <ac:cxnSpMkLst>
            <pc:docMk/>
            <pc:sldMk cId="1244038570" sldId="326"/>
            <ac:cxnSpMk id="7" creationId="{F06B6B34-213D-A636-FA5D-984E96EEE277}"/>
          </ac:cxnSpMkLst>
        </pc:cxnChg>
        <pc:cxnChg chg="add mod">
          <ac:chgData name="Guan Wang" userId="5375c050-d6a4-4212-980e-f548dd476485" providerId="ADAL" clId="{9CEF0065-0695-4BE4-A1B7-1B808FDCC678}" dt="2024-05-07T23:10:59.703" v="123" actId="1076"/>
          <ac:cxnSpMkLst>
            <pc:docMk/>
            <pc:sldMk cId="1244038570" sldId="326"/>
            <ac:cxnSpMk id="16" creationId="{AA5A74CD-9B43-EB03-F13A-CFC055E600E5}"/>
          </ac:cxnSpMkLst>
        </pc:cxnChg>
        <pc:cxnChg chg="add mod">
          <ac:chgData name="Guan Wang" userId="5375c050-d6a4-4212-980e-f548dd476485" providerId="ADAL" clId="{9CEF0065-0695-4BE4-A1B7-1B808FDCC678}" dt="2024-05-07T23:10:59.703" v="123" actId="1076"/>
          <ac:cxnSpMkLst>
            <pc:docMk/>
            <pc:sldMk cId="1244038570" sldId="326"/>
            <ac:cxnSpMk id="17" creationId="{F06B6B34-213D-A636-FA5D-984E96EEE277}"/>
          </ac:cxnSpMkLst>
        </pc:cxnChg>
        <pc:cxnChg chg="add mod">
          <ac:chgData name="Guan Wang" userId="5375c050-d6a4-4212-980e-f548dd476485" providerId="ADAL" clId="{9CEF0065-0695-4BE4-A1B7-1B808FDCC678}" dt="2024-05-07T23:11:05.112" v="125" actId="1076"/>
          <ac:cxnSpMkLst>
            <pc:docMk/>
            <pc:sldMk cId="1244038570" sldId="326"/>
            <ac:cxnSpMk id="26" creationId="{AA5A74CD-9B43-EB03-F13A-CFC055E600E5}"/>
          </ac:cxnSpMkLst>
        </pc:cxnChg>
        <pc:cxnChg chg="add mod">
          <ac:chgData name="Guan Wang" userId="5375c050-d6a4-4212-980e-f548dd476485" providerId="ADAL" clId="{9CEF0065-0695-4BE4-A1B7-1B808FDCC678}" dt="2024-05-07T23:11:05.112" v="125" actId="1076"/>
          <ac:cxnSpMkLst>
            <pc:docMk/>
            <pc:sldMk cId="1244038570" sldId="326"/>
            <ac:cxnSpMk id="27" creationId="{F06B6B34-213D-A636-FA5D-984E96EEE277}"/>
          </ac:cxnSpMkLst>
        </pc:cxnChg>
        <pc:cxnChg chg="add mod">
          <ac:chgData name="Guan Wang" userId="5375c050-d6a4-4212-980e-f548dd476485" providerId="ADAL" clId="{9CEF0065-0695-4BE4-A1B7-1B808FDCC678}" dt="2024-05-07T23:21:05.776" v="156" actId="208"/>
          <ac:cxnSpMkLst>
            <pc:docMk/>
            <pc:sldMk cId="1244038570" sldId="326"/>
            <ac:cxnSpMk id="37" creationId="{640AE638-4D1B-2557-E7BA-6831F200DC6B}"/>
          </ac:cxnSpMkLst>
        </pc:cxnChg>
      </pc:sldChg>
      <pc:sldChg chg="new del">
        <pc:chgData name="Guan Wang" userId="5375c050-d6a4-4212-980e-f548dd476485" providerId="ADAL" clId="{9CEF0065-0695-4BE4-A1B7-1B808FDCC678}" dt="2024-05-07T22:43:49.657" v="42" actId="680"/>
        <pc:sldMkLst>
          <pc:docMk/>
          <pc:sldMk cId="1643101370" sldId="326"/>
        </pc:sldMkLst>
      </pc:sldChg>
      <pc:sldChg chg="new del">
        <pc:chgData name="Guan Wang" userId="5375c050-d6a4-4212-980e-f548dd476485" providerId="ADAL" clId="{9CEF0065-0695-4BE4-A1B7-1B808FDCC678}" dt="2024-05-07T22:43:49.364" v="41" actId="680"/>
        <pc:sldMkLst>
          <pc:docMk/>
          <pc:sldMk cId="247271927" sldId="327"/>
        </pc:sldMkLst>
      </pc:sldChg>
      <pc:sldChg chg="addSp delSp modSp new mod delAnim modAnim modNotesTx">
        <pc:chgData name="Guan Wang" userId="5375c050-d6a4-4212-980e-f548dd476485" providerId="ADAL" clId="{9CEF0065-0695-4BE4-A1B7-1B808FDCC678}" dt="2024-05-08T08:20:40.313" v="648"/>
        <pc:sldMkLst>
          <pc:docMk/>
          <pc:sldMk cId="2544803531" sldId="327"/>
        </pc:sldMkLst>
        <pc:spChg chg="mod">
          <ac:chgData name="Guan Wang" userId="5375c050-d6a4-4212-980e-f548dd476485" providerId="ADAL" clId="{9CEF0065-0695-4BE4-A1B7-1B808FDCC678}" dt="2024-05-08T07:55:40.497" v="461" actId="20577"/>
          <ac:spMkLst>
            <pc:docMk/>
            <pc:sldMk cId="2544803531" sldId="327"/>
            <ac:spMk id="2" creationId="{37040307-D59B-6C21-DCC9-84C18809FFCD}"/>
          </ac:spMkLst>
        </pc:spChg>
        <pc:spChg chg="mod">
          <ac:chgData name="Guan Wang" userId="5375c050-d6a4-4212-980e-f548dd476485" providerId="ADAL" clId="{9CEF0065-0695-4BE4-A1B7-1B808FDCC678}" dt="2024-05-08T07:56:08.109" v="464" actId="14100"/>
          <ac:spMkLst>
            <pc:docMk/>
            <pc:sldMk cId="2544803531" sldId="327"/>
            <ac:spMk id="3" creationId="{CB7A79AB-4D84-72C6-6A01-2D4987FF9526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6" creationId="{5C2822BB-0FC9-98DC-0A30-2CDC25AA79F9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7" creationId="{7FC3055D-AD86-6108-96D7-8E6186C4CD13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8" creationId="{C4264F5F-DAF1-6ACE-8507-B747B1152F5E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9" creationId="{D68CF85E-2834-137D-0D92-918AC6C077A1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10" creationId="{64DFBEE5-83B4-EF22-C44D-02A357B5DB21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11" creationId="{FBEFF8A5-B4EB-FFA9-23D9-184961771232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12" creationId="{8E1115CF-CCFC-7B42-B15E-8125301C9484}"/>
          </ac:spMkLst>
        </pc:spChg>
        <pc:spChg chg="add mod">
          <ac:chgData name="Guan Wang" userId="5375c050-d6a4-4212-980e-f548dd476485" providerId="ADAL" clId="{9CEF0065-0695-4BE4-A1B7-1B808FDCC678}" dt="2024-05-08T08:06:44.311" v="578" actId="20577"/>
          <ac:spMkLst>
            <pc:docMk/>
            <pc:sldMk cId="2544803531" sldId="327"/>
            <ac:spMk id="13" creationId="{E7259EA2-A6C1-B2F1-B571-3DDA8A1AF154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16" creationId="{821D604E-6F95-CD98-4B9D-C909B1E76185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17" creationId="{21794E90-0810-98EE-90C2-8D2FBF2FEE20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18" creationId="{9659E3F9-D16B-6E38-F469-66D804F2E2F3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19" creationId="{A8FB5C4D-83A3-A536-F330-EC04C415BCA9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20" creationId="{672C4027-0F5F-0A1A-EE88-EFBA5610BEFE}"/>
          </ac:spMkLst>
        </pc:spChg>
        <pc:spChg chg="add del mod">
          <ac:chgData name="Guan Wang" userId="5375c050-d6a4-4212-980e-f548dd476485" providerId="ADAL" clId="{9CEF0065-0695-4BE4-A1B7-1B808FDCC678}" dt="2024-05-08T07:56:44.114" v="473" actId="478"/>
          <ac:spMkLst>
            <pc:docMk/>
            <pc:sldMk cId="2544803531" sldId="327"/>
            <ac:spMk id="21" creationId="{82A6EAD2-DBC1-89E0-5CF6-E687E9768A31}"/>
          </ac:spMkLst>
        </pc:spChg>
        <pc:spChg chg="add del mod">
          <ac:chgData name="Guan Wang" userId="5375c050-d6a4-4212-980e-f548dd476485" providerId="ADAL" clId="{9CEF0065-0695-4BE4-A1B7-1B808FDCC678}" dt="2024-05-08T07:56:45.545" v="474" actId="478"/>
          <ac:spMkLst>
            <pc:docMk/>
            <pc:sldMk cId="2544803531" sldId="327"/>
            <ac:spMk id="22" creationId="{D8AC980B-170E-AAFE-2E5D-3CFF232B1C73}"/>
          </ac:spMkLst>
        </pc:spChg>
        <pc:spChg chg="add del mod">
          <ac:chgData name="Guan Wang" userId="5375c050-d6a4-4212-980e-f548dd476485" providerId="ADAL" clId="{9CEF0065-0695-4BE4-A1B7-1B808FDCC678}" dt="2024-05-08T08:07:32.899" v="586" actId="478"/>
          <ac:spMkLst>
            <pc:docMk/>
            <pc:sldMk cId="2544803531" sldId="327"/>
            <ac:spMk id="23" creationId="{1B616A17-C306-039E-270C-4C59841FEB32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26" creationId="{7E2A498D-6841-FAE9-1E1F-BA02B52F84CA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27" creationId="{AD7572E7-F422-F6A5-8418-3B208E0B3CD9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28" creationId="{FFC0B580-68F8-3F65-0FA6-853FE34E83B0}"/>
          </ac:spMkLst>
        </pc:spChg>
        <pc:spChg chg="add del mod">
          <ac:chgData name="Guan Wang" userId="5375c050-d6a4-4212-980e-f548dd476485" providerId="ADAL" clId="{9CEF0065-0695-4BE4-A1B7-1B808FDCC678}" dt="2024-05-08T08:03:28.580" v="547" actId="478"/>
          <ac:spMkLst>
            <pc:docMk/>
            <pc:sldMk cId="2544803531" sldId="327"/>
            <ac:spMk id="29" creationId="{FEB7AD2D-B6A7-CB5B-F537-68851DDFDE00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30" creationId="{CF46D852-CAC4-A27E-E65E-EA49627894C0}"/>
          </ac:spMkLst>
        </pc:spChg>
        <pc:spChg chg="add del mod">
          <ac:chgData name="Guan Wang" userId="5375c050-d6a4-4212-980e-f548dd476485" providerId="ADAL" clId="{9CEF0065-0695-4BE4-A1B7-1B808FDCC678}" dt="2024-05-08T07:56:48.516" v="476" actId="478"/>
          <ac:spMkLst>
            <pc:docMk/>
            <pc:sldMk cId="2544803531" sldId="327"/>
            <ac:spMk id="31" creationId="{63C74D93-51B5-2228-6CA2-1DB6CECBF16C}"/>
          </ac:spMkLst>
        </pc:spChg>
        <pc:spChg chg="add del mod">
          <ac:chgData name="Guan Wang" userId="5375c050-d6a4-4212-980e-f548dd476485" providerId="ADAL" clId="{9CEF0065-0695-4BE4-A1B7-1B808FDCC678}" dt="2024-05-08T07:56:46.812" v="475" actId="478"/>
          <ac:spMkLst>
            <pc:docMk/>
            <pc:sldMk cId="2544803531" sldId="327"/>
            <ac:spMk id="32" creationId="{F8ED590D-23BD-9B9F-3CC6-EB24844FE34D}"/>
          </ac:spMkLst>
        </pc:spChg>
        <pc:spChg chg="add del mod">
          <ac:chgData name="Guan Wang" userId="5375c050-d6a4-4212-980e-f548dd476485" providerId="ADAL" clId="{9CEF0065-0695-4BE4-A1B7-1B808FDCC678}" dt="2024-05-08T08:09:35.515" v="615" actId="478"/>
          <ac:spMkLst>
            <pc:docMk/>
            <pc:sldMk cId="2544803531" sldId="327"/>
            <ac:spMk id="33" creationId="{DA0E4624-4474-9315-39DA-EEF524EEF2D4}"/>
          </ac:spMkLst>
        </pc:spChg>
        <pc:spChg chg="add del mod">
          <ac:chgData name="Guan Wang" userId="5375c050-d6a4-4212-980e-f548dd476485" providerId="ADAL" clId="{9CEF0065-0695-4BE4-A1B7-1B808FDCC678}" dt="2024-05-08T08:07:00.585" v="580" actId="478"/>
          <ac:spMkLst>
            <pc:docMk/>
            <pc:sldMk cId="2544803531" sldId="327"/>
            <ac:spMk id="35" creationId="{2DC4BD13-8444-F556-5254-198AFE8396E3}"/>
          </ac:spMkLst>
        </pc:spChg>
        <pc:spChg chg="add del mod">
          <ac:chgData name="Guan Wang" userId="5375c050-d6a4-4212-980e-f548dd476485" providerId="ADAL" clId="{9CEF0065-0695-4BE4-A1B7-1B808FDCC678}" dt="2024-05-08T08:06:57.282" v="579" actId="478"/>
          <ac:spMkLst>
            <pc:docMk/>
            <pc:sldMk cId="2544803531" sldId="327"/>
            <ac:spMk id="36" creationId="{FC5974CB-E9DC-DBC1-1E0A-89B0A799F008}"/>
          </ac:spMkLst>
        </pc:spChg>
        <pc:spChg chg="add del mod">
          <ac:chgData name="Guan Wang" userId="5375c050-d6a4-4212-980e-f548dd476485" providerId="ADAL" clId="{9CEF0065-0695-4BE4-A1B7-1B808FDCC678}" dt="2024-05-08T08:06:57.282" v="579" actId="478"/>
          <ac:spMkLst>
            <pc:docMk/>
            <pc:sldMk cId="2544803531" sldId="327"/>
            <ac:spMk id="37" creationId="{9B2F8416-A846-30CD-CD49-5A5FB7398BCC}"/>
          </ac:spMkLst>
        </pc:spChg>
        <pc:spChg chg="add del mod">
          <ac:chgData name="Guan Wang" userId="5375c050-d6a4-4212-980e-f548dd476485" providerId="ADAL" clId="{9CEF0065-0695-4BE4-A1B7-1B808FDCC678}" dt="2024-05-08T08:09:44.668" v="617" actId="478"/>
          <ac:spMkLst>
            <pc:docMk/>
            <pc:sldMk cId="2544803531" sldId="327"/>
            <ac:spMk id="38" creationId="{4647274F-C51F-24A7-B072-4B007C3B636A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39" creationId="{0484D2C1-CC98-7BA7-6674-F4CFB20B5709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40" creationId="{5987269B-EEF0-B7F9-3EAB-2CE3C4FABB44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41" creationId="{8E81535D-DC23-3945-B45E-F9FE1C29F762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42" creationId="{C284C028-A894-E84C-5D92-78A5773EC917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43" creationId="{EC3E7E13-3F02-143F-5AEA-38F9CE5913A8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44" creationId="{2380BA1A-A9F5-022E-3800-4FFA7E7BE3DE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45" creationId="{5F45BB1A-2631-0CC0-F43A-BAF0E500C9A9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46" creationId="{98B52278-758B-D6BF-7E99-42E5E502E21A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47" creationId="{D0553559-E6BF-EB56-D6A5-23651C7E0D4B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48" creationId="{3D266AF4-0FF2-DD3A-FEB8-EA5D90478E9B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49" creationId="{B0FFD8F6-6B24-D3F1-F2C0-AF1CFAB1F977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50" creationId="{02CD8722-DADE-4E23-69AA-0D12FAD7B8DE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51" creationId="{C4EDD9CF-121C-0141-E462-698F72EA47E2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52" creationId="{AE16A727-FC1E-3452-A16C-0E68DDECAFFD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53" creationId="{6C7526BD-1646-4AEF-8DDD-17D22FCF8E79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54" creationId="{CB646CC2-0289-48BE-F4EA-EE806214781B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55" creationId="{39AA163F-8BD1-1340-36FF-E4FEEDE81B0A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56" creationId="{E122726F-6C53-93A1-6FD3-3C8025CF3926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57" creationId="{DC2C950A-C24E-4BF0-3F79-687A05AE63F3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58" creationId="{0424B63F-3C8A-F48D-C0A8-E16FD63F77C0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59" creationId="{88647525-43B8-E304-AEA9-B2EF7C81A917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60" creationId="{7215A049-283B-C54F-55B0-B6B911AC6583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61" creationId="{E826379A-78DB-5A75-F9AB-C5B012769CF3}"/>
          </ac:spMkLst>
        </pc:spChg>
        <pc:spChg chg="add mod">
          <ac:chgData name="Guan Wang" userId="5375c050-d6a4-4212-980e-f548dd476485" providerId="ADAL" clId="{9CEF0065-0695-4BE4-A1B7-1B808FDCC678}" dt="2024-05-08T08:03:32.596" v="550"/>
          <ac:spMkLst>
            <pc:docMk/>
            <pc:sldMk cId="2544803531" sldId="327"/>
            <ac:spMk id="62" creationId="{03B3FE30-338A-FFE0-F953-45722DB875D1}"/>
          </ac:spMkLst>
        </pc:spChg>
        <pc:spChg chg="add mod">
          <ac:chgData name="Guan Wang" userId="5375c050-d6a4-4212-980e-f548dd476485" providerId="ADAL" clId="{9CEF0065-0695-4BE4-A1B7-1B808FDCC678}" dt="2024-05-08T08:03:53.542" v="553"/>
          <ac:spMkLst>
            <pc:docMk/>
            <pc:sldMk cId="2544803531" sldId="327"/>
            <ac:spMk id="63" creationId="{29DA7019-287F-1ACE-3744-E00973ACAB6A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64" creationId="{C4F95917-49E1-867C-B63C-AA6656A3D7C4}"/>
          </ac:spMkLst>
        </pc:spChg>
        <pc:spChg chg="add mod">
          <ac:chgData name="Guan Wang" userId="5375c050-d6a4-4212-980e-f548dd476485" providerId="ADAL" clId="{9CEF0065-0695-4BE4-A1B7-1B808FDCC678}" dt="2024-05-08T08:07:07.918" v="581" actId="164"/>
          <ac:spMkLst>
            <pc:docMk/>
            <pc:sldMk cId="2544803531" sldId="327"/>
            <ac:spMk id="65" creationId="{D9CCD87B-272B-BB4E-6AC8-4C285046238D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70" creationId="{39A6A683-554D-9A26-3FA3-945E8C826D1A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71" creationId="{D2A7842C-7A6F-69B4-1545-AB43F9E09A02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72" creationId="{B416C4D3-7900-3E9F-0D38-6EEBBF54B2F2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73" creationId="{79073C41-9577-4EAB-0732-155766125DB1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74" creationId="{E08C659C-7E1D-7E04-7B8B-223DE2969824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75" creationId="{C11E2371-9081-4BAF-EB97-1C737F894965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76" creationId="{FD2BB071-5CDD-3CC0-97A1-C05CD133679B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77" creationId="{877B5B92-F19C-FEB5-A5B8-5CC22134372A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78" creationId="{4A59F3FA-FFC5-9951-515E-5637D062A436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79" creationId="{DEE6EEE0-0D4A-E035-2BC3-A47BD8A39D55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80" creationId="{B7A6C415-51C0-E460-55D9-134C6FBCE806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81" creationId="{44103727-DDFB-33E7-DFB8-544F140C5FBB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82" creationId="{BAEBE4A3-410B-D61A-54D4-53702FC7C5A9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83" creationId="{7C6C910F-BF04-70A9-5555-3BDB9FB4DE7D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84" creationId="{475FC2A8-15B0-A877-273A-D1845A14D3C3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85" creationId="{3766F9C1-9459-23C1-8229-B8DB4F8656CB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86" creationId="{3DE958DB-1E51-AB95-DA4C-16C70638AD51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87" creationId="{F89E714A-F94D-4DB8-F5A8-83E2ECC8D12E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88" creationId="{7FBE323F-D31B-78EF-3AED-1A9A1E94D1E5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89" creationId="{818A3C6B-0ACA-029C-1B42-6C1CE76B52E3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90" creationId="{8F297019-9C53-1263-D725-6287E7BBF505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91" creationId="{8009985D-E781-29FF-D8EE-B1F2ACD4457B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92" creationId="{2738771D-0401-B7F8-F4DC-907FEAE3F4DC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93" creationId="{1842F448-E7AB-CAFB-2A93-01AAB2CFF3F4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94" creationId="{99092306-CDD4-1D1F-84A7-5BEC3B46E1BF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95" creationId="{85DDFC3D-9CA0-701B-1C7C-D415685D9C27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96" creationId="{C6FB558B-E82B-0D47-ED83-E6F65C08BE0B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97" creationId="{A45423E5-4948-0814-6135-6ED4148A3F4E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98" creationId="{600165A4-B1B2-F978-4AB0-3C32945098EB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99" creationId="{E64C29D7-3605-4A7D-DCB3-521C7BEA4E18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100" creationId="{06D684CC-2E0A-33D6-34F8-61A797754547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101" creationId="{D4520D61-39C7-5417-A9AD-8C44199E6B19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102" creationId="{20388B51-678E-D631-43BA-183DBA39C0CD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103" creationId="{0212412F-7C76-C0B7-A64E-2811C92F196E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104" creationId="{72940902-63A3-9B01-201E-1DA999BE0C64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105" creationId="{A2032E9B-57C8-2C57-6F57-4E35E09B5180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106" creationId="{ED02E23A-2ACF-CC8B-13FC-1C238734620E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107" creationId="{F9E34896-5E3C-F06D-E3B0-618E07CC6DE7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108" creationId="{96485336-E671-2FAA-90AC-3D27FD80657E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109" creationId="{0A05C2B5-0AF0-F18A-355F-6D45AD747900}"/>
          </ac:spMkLst>
        </pc:spChg>
        <pc:spChg chg="mod">
          <ac:chgData name="Guan Wang" userId="5375c050-d6a4-4212-980e-f548dd476485" providerId="ADAL" clId="{9CEF0065-0695-4BE4-A1B7-1B808FDCC678}" dt="2024-05-08T08:07:11.847" v="582"/>
          <ac:spMkLst>
            <pc:docMk/>
            <pc:sldMk cId="2544803531" sldId="327"/>
            <ac:spMk id="110" creationId="{FDB54FF9-84AF-C59F-DAE9-64D90D30B72D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14" creationId="{5CCF2A99-DBE2-2341-754F-ACF6E7D16862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15" creationId="{83710892-B1EA-37E3-E967-8C591B4F20D1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16" creationId="{84B4567E-5D22-68B4-681B-653CC0F99635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17" creationId="{06DF9955-CC27-2E51-7D17-015A4B796E31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18" creationId="{73540FAB-41B3-17DF-0E58-69DF22F1AE0F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19" creationId="{35E59E8C-8AE9-B3A7-8C3A-33F19D605725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20" creationId="{605E0393-B208-8771-E078-FF8A599A46CF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21" creationId="{93D5CA7A-EE2A-061F-77D6-74FBF574F2FC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22" creationId="{9E3019FB-1EB6-A3B7-0942-6453109FE856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23" creationId="{A29BAFD2-C555-2811-7C51-107EDB666720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24" creationId="{D51EB8A9-ABB7-BB28-8CD9-79FD16D67644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25" creationId="{DF640493-851A-2DEB-7D03-849E44F1573F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26" creationId="{928A8662-AB2F-8BB2-F7B3-17A4D5C0CF16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27" creationId="{6FF68A8A-C08F-1583-2776-FB155258EAE9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28" creationId="{F0599CE7-AFC5-6E59-2BD5-7783BFB0BCFC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29" creationId="{C99BB480-B9AA-5FDD-0237-6AD38FF8A4A6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30" creationId="{8ECE0BCE-4F80-2918-24B9-84016C69CDD0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31" creationId="{1AF6EE85-3193-4631-B00A-5A53F6C8ADC9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32" creationId="{ADF41F04-E1EB-2640-E72D-3D76DFF49CAD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33" creationId="{F733F2A3-3989-283E-F3E6-E8BF01CF4F53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34" creationId="{07E66CCF-249F-1046-3F62-3E290C4DD600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35" creationId="{0CE441BD-C559-618F-D90D-57B165AC4F25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36" creationId="{C8B0E3D8-0FE4-3CDC-44EC-A5A7742A67DF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37" creationId="{7C5F4901-BF60-CEBF-C2F5-C0E5603C979E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38" creationId="{BA3DE59A-F1B3-4C8C-F40F-17B51AAF2CDE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39" creationId="{3C98F423-D8B5-C301-855C-B82F7C7F8E2C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40" creationId="{12BF58B9-F687-607B-044D-1EAC1CC101D0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41" creationId="{D4236129-A99B-5491-128D-B5B8420A7C49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42" creationId="{A98F82C9-31B7-6107-4852-A92CFD076806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43" creationId="{C5F46CF0-A9A0-7737-C611-94EF344A0382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44" creationId="{8BAC2663-E83D-6D76-6D34-C95021B4AA4D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45" creationId="{0D0ABD7C-AEDC-2BE3-940A-16FDE96D0583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46" creationId="{D21413D6-3A74-3B64-F126-7C0D2F6A8FF8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47" creationId="{ECDCDCE5-31A9-43D7-5340-3E968324DA43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48" creationId="{34ACAF4A-4E42-64E7-3C2F-4DAB598391DF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49" creationId="{A62EFFCF-7F28-96AB-9010-2D08E56F09FA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50" creationId="{3B3468CC-2252-A239-B827-B40C653A3F7B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51" creationId="{7CD99F34-603B-08F2-CCAE-21FD7929183F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52" creationId="{4926D073-DE91-76EA-8806-9FD19B80CF83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53" creationId="{1E021859-F797-4770-DAA1-BB558004DED5}"/>
          </ac:spMkLst>
        </pc:spChg>
        <pc:spChg chg="mod">
          <ac:chgData name="Guan Wang" userId="5375c050-d6a4-4212-980e-f548dd476485" providerId="ADAL" clId="{9CEF0065-0695-4BE4-A1B7-1B808FDCC678}" dt="2024-05-08T08:07:19.269" v="584"/>
          <ac:spMkLst>
            <pc:docMk/>
            <pc:sldMk cId="2544803531" sldId="327"/>
            <ac:spMk id="154" creationId="{FF613207-C33C-A6CE-3A5C-54C309614751}"/>
          </ac:spMkLst>
        </pc:spChg>
        <pc:spChg chg="add mod">
          <ac:chgData name="Guan Wang" userId="5375c050-d6a4-4212-980e-f548dd476485" providerId="ADAL" clId="{9CEF0065-0695-4BE4-A1B7-1B808FDCC678}" dt="2024-05-08T08:13:56.309" v="638" actId="1076"/>
          <ac:spMkLst>
            <pc:docMk/>
            <pc:sldMk cId="2544803531" sldId="327"/>
            <ac:spMk id="155" creationId="{22F12841-32A5-2810-6D1C-E2BC5100FB03}"/>
          </ac:spMkLst>
        </pc:spChg>
        <pc:spChg chg="add mod">
          <ac:chgData name="Guan Wang" userId="5375c050-d6a4-4212-980e-f548dd476485" providerId="ADAL" clId="{9CEF0065-0695-4BE4-A1B7-1B808FDCC678}" dt="2024-05-08T08:14:10.613" v="646" actId="20577"/>
          <ac:spMkLst>
            <pc:docMk/>
            <pc:sldMk cId="2544803531" sldId="327"/>
            <ac:spMk id="156" creationId="{3C0D4294-892E-820C-5DC0-71427F105510}"/>
          </ac:spMkLst>
        </pc:spChg>
        <pc:grpChg chg="add mod">
          <ac:chgData name="Guan Wang" userId="5375c050-d6a4-4212-980e-f548dd476485" providerId="ADAL" clId="{9CEF0065-0695-4BE4-A1B7-1B808FDCC678}" dt="2024-05-08T08:07:07.918" v="581" actId="164"/>
          <ac:grpSpMkLst>
            <pc:docMk/>
            <pc:sldMk cId="2544803531" sldId="327"/>
            <ac:grpSpMk id="66" creationId="{5C8BA050-E1AC-00C7-4C3C-3A4CDC3B7FA2}"/>
          </ac:grpSpMkLst>
        </pc:grpChg>
        <pc:grpChg chg="add mod">
          <ac:chgData name="Guan Wang" userId="5375c050-d6a4-4212-980e-f548dd476485" providerId="ADAL" clId="{9CEF0065-0695-4BE4-A1B7-1B808FDCC678}" dt="2024-05-08T08:07:18.687" v="583" actId="1076"/>
          <ac:grpSpMkLst>
            <pc:docMk/>
            <pc:sldMk cId="2544803531" sldId="327"/>
            <ac:grpSpMk id="67" creationId="{D0E8DB7A-A98F-03C6-84C0-91F2B337093B}"/>
          </ac:grpSpMkLst>
        </pc:grpChg>
        <pc:grpChg chg="add mod">
          <ac:chgData name="Guan Wang" userId="5375c050-d6a4-4212-980e-f548dd476485" providerId="ADAL" clId="{9CEF0065-0695-4BE4-A1B7-1B808FDCC678}" dt="2024-05-08T08:09:51.905" v="618" actId="1076"/>
          <ac:grpSpMkLst>
            <pc:docMk/>
            <pc:sldMk cId="2544803531" sldId="327"/>
            <ac:grpSpMk id="111" creationId="{147DEAA5-800E-AE29-215F-B437C47E546C}"/>
          </ac:grpSpMkLst>
        </pc:grpChg>
        <pc:cxnChg chg="add mod">
          <ac:chgData name="Guan Wang" userId="5375c050-d6a4-4212-980e-f548dd476485" providerId="ADAL" clId="{9CEF0065-0695-4BE4-A1B7-1B808FDCC678}" dt="2024-05-08T08:07:07.918" v="581" actId="164"/>
          <ac:cxnSpMkLst>
            <pc:docMk/>
            <pc:sldMk cId="2544803531" sldId="327"/>
            <ac:cxnSpMk id="4" creationId="{0389BDCD-8678-BFF4-7269-3BD7934B19CD}"/>
          </ac:cxnSpMkLst>
        </pc:cxnChg>
        <pc:cxnChg chg="add mod">
          <ac:chgData name="Guan Wang" userId="5375c050-d6a4-4212-980e-f548dd476485" providerId="ADAL" clId="{9CEF0065-0695-4BE4-A1B7-1B808FDCC678}" dt="2024-05-08T08:07:07.918" v="581" actId="164"/>
          <ac:cxnSpMkLst>
            <pc:docMk/>
            <pc:sldMk cId="2544803531" sldId="327"/>
            <ac:cxnSpMk id="5" creationId="{F528823B-E677-1030-DD75-0CB3F55A1C8F}"/>
          </ac:cxnSpMkLst>
        </pc:cxnChg>
        <pc:cxnChg chg="add del mod">
          <ac:chgData name="Guan Wang" userId="5375c050-d6a4-4212-980e-f548dd476485" providerId="ADAL" clId="{9CEF0065-0695-4BE4-A1B7-1B808FDCC678}" dt="2024-05-08T08:06:57.282" v="579" actId="478"/>
          <ac:cxnSpMkLst>
            <pc:docMk/>
            <pc:sldMk cId="2544803531" sldId="327"/>
            <ac:cxnSpMk id="14" creationId="{C2BDD1A1-B80B-AB13-70DE-5CA3C1F2D329}"/>
          </ac:cxnSpMkLst>
        </pc:cxnChg>
        <pc:cxnChg chg="add del mod">
          <ac:chgData name="Guan Wang" userId="5375c050-d6a4-4212-980e-f548dd476485" providerId="ADAL" clId="{9CEF0065-0695-4BE4-A1B7-1B808FDCC678}" dt="2024-05-08T08:06:57.282" v="579" actId="478"/>
          <ac:cxnSpMkLst>
            <pc:docMk/>
            <pc:sldMk cId="2544803531" sldId="327"/>
            <ac:cxnSpMk id="15" creationId="{2AB083B7-8221-DF3F-8ED0-1CEE7B842457}"/>
          </ac:cxnSpMkLst>
        </pc:cxnChg>
        <pc:cxnChg chg="add del mod">
          <ac:chgData name="Guan Wang" userId="5375c050-d6a4-4212-980e-f548dd476485" providerId="ADAL" clId="{9CEF0065-0695-4BE4-A1B7-1B808FDCC678}" dt="2024-05-08T08:06:57.282" v="579" actId="478"/>
          <ac:cxnSpMkLst>
            <pc:docMk/>
            <pc:sldMk cId="2544803531" sldId="327"/>
            <ac:cxnSpMk id="24" creationId="{639D1462-FF37-5633-F4CE-EC6D987CED0F}"/>
          </ac:cxnSpMkLst>
        </pc:cxnChg>
        <pc:cxnChg chg="add del mod">
          <ac:chgData name="Guan Wang" userId="5375c050-d6a4-4212-980e-f548dd476485" providerId="ADAL" clId="{9CEF0065-0695-4BE4-A1B7-1B808FDCC678}" dt="2024-05-08T08:06:57.282" v="579" actId="478"/>
          <ac:cxnSpMkLst>
            <pc:docMk/>
            <pc:sldMk cId="2544803531" sldId="327"/>
            <ac:cxnSpMk id="25" creationId="{E32FDF01-510E-1E32-EBB4-2E98A9974A12}"/>
          </ac:cxnSpMkLst>
        </pc:cxnChg>
        <pc:cxnChg chg="add del mod">
          <ac:chgData name="Guan Wang" userId="5375c050-d6a4-4212-980e-f548dd476485" providerId="ADAL" clId="{9CEF0065-0695-4BE4-A1B7-1B808FDCC678}" dt="2024-05-08T07:59:57.001" v="485" actId="478"/>
          <ac:cxnSpMkLst>
            <pc:docMk/>
            <pc:sldMk cId="2544803531" sldId="327"/>
            <ac:cxnSpMk id="34" creationId="{FF7F000C-9BA3-AB00-167D-1DF5BE9B8DEB}"/>
          </ac:cxnSpMkLst>
        </pc:cxnChg>
        <pc:cxnChg chg="mod">
          <ac:chgData name="Guan Wang" userId="5375c050-d6a4-4212-980e-f548dd476485" providerId="ADAL" clId="{9CEF0065-0695-4BE4-A1B7-1B808FDCC678}" dt="2024-05-08T08:07:11.847" v="582"/>
          <ac:cxnSpMkLst>
            <pc:docMk/>
            <pc:sldMk cId="2544803531" sldId="327"/>
            <ac:cxnSpMk id="68" creationId="{FFB7BA9C-613A-69DD-5731-9435C8D154CA}"/>
          </ac:cxnSpMkLst>
        </pc:cxnChg>
        <pc:cxnChg chg="mod">
          <ac:chgData name="Guan Wang" userId="5375c050-d6a4-4212-980e-f548dd476485" providerId="ADAL" clId="{9CEF0065-0695-4BE4-A1B7-1B808FDCC678}" dt="2024-05-08T08:07:11.847" v="582"/>
          <ac:cxnSpMkLst>
            <pc:docMk/>
            <pc:sldMk cId="2544803531" sldId="327"/>
            <ac:cxnSpMk id="69" creationId="{3995C8E9-2345-6FBC-1148-59786C3F62B6}"/>
          </ac:cxnSpMkLst>
        </pc:cxnChg>
        <pc:cxnChg chg="mod">
          <ac:chgData name="Guan Wang" userId="5375c050-d6a4-4212-980e-f548dd476485" providerId="ADAL" clId="{9CEF0065-0695-4BE4-A1B7-1B808FDCC678}" dt="2024-05-08T08:07:19.269" v="584"/>
          <ac:cxnSpMkLst>
            <pc:docMk/>
            <pc:sldMk cId="2544803531" sldId="327"/>
            <ac:cxnSpMk id="112" creationId="{34144977-899D-DB9C-0B76-691439247E2F}"/>
          </ac:cxnSpMkLst>
        </pc:cxnChg>
        <pc:cxnChg chg="mod">
          <ac:chgData name="Guan Wang" userId="5375c050-d6a4-4212-980e-f548dd476485" providerId="ADAL" clId="{9CEF0065-0695-4BE4-A1B7-1B808FDCC678}" dt="2024-05-08T08:07:19.269" v="584"/>
          <ac:cxnSpMkLst>
            <pc:docMk/>
            <pc:sldMk cId="2544803531" sldId="327"/>
            <ac:cxnSpMk id="113" creationId="{0D0116C5-A43D-832F-F316-2AAD7F9B10DE}"/>
          </ac:cxnSpMkLst>
        </pc:cxnChg>
      </pc:sldChg>
      <pc:sldChg chg="modSp new mod modNotesTx">
        <pc:chgData name="Guan Wang" userId="5375c050-d6a4-4212-980e-f548dd476485" providerId="ADAL" clId="{9CEF0065-0695-4BE4-A1B7-1B808FDCC678}" dt="2024-05-08T08:44:42.857" v="1130"/>
        <pc:sldMkLst>
          <pc:docMk/>
          <pc:sldMk cId="2805253370" sldId="328"/>
        </pc:sldMkLst>
        <pc:spChg chg="mod">
          <ac:chgData name="Guan Wang" userId="5375c050-d6a4-4212-980e-f548dd476485" providerId="ADAL" clId="{9CEF0065-0695-4BE4-A1B7-1B808FDCC678}" dt="2024-05-08T08:35:14.394" v="801"/>
          <ac:spMkLst>
            <pc:docMk/>
            <pc:sldMk cId="2805253370" sldId="328"/>
            <ac:spMk id="2" creationId="{E238825E-2122-BEFE-E53D-305E2418D1A2}"/>
          </ac:spMkLst>
        </pc:spChg>
        <pc:spChg chg="mod">
          <ac:chgData name="Guan Wang" userId="5375c050-d6a4-4212-980e-f548dd476485" providerId="ADAL" clId="{9CEF0065-0695-4BE4-A1B7-1B808FDCC678}" dt="2024-05-08T08:41:39.823" v="1125" actId="20577"/>
          <ac:spMkLst>
            <pc:docMk/>
            <pc:sldMk cId="2805253370" sldId="328"/>
            <ac:spMk id="3" creationId="{63ADD6EA-33BB-93C8-C9A6-84716987F174}"/>
          </ac:spMkLst>
        </pc:spChg>
      </pc:sldChg>
      <pc:sldChg chg="addSp modSp new mod modNotesTx">
        <pc:chgData name="Guan Wang" userId="5375c050-d6a4-4212-980e-f548dd476485" providerId="ADAL" clId="{9CEF0065-0695-4BE4-A1B7-1B808FDCC678}" dt="2024-05-08T08:33:58.346" v="800"/>
        <pc:sldMkLst>
          <pc:docMk/>
          <pc:sldMk cId="2415924313" sldId="329"/>
        </pc:sldMkLst>
        <pc:spChg chg="mod">
          <ac:chgData name="Guan Wang" userId="5375c050-d6a4-4212-980e-f548dd476485" providerId="ADAL" clId="{9CEF0065-0695-4BE4-A1B7-1B808FDCC678}" dt="2024-05-08T08:27:16.397" v="676" actId="20577"/>
          <ac:spMkLst>
            <pc:docMk/>
            <pc:sldMk cId="2415924313" sldId="329"/>
            <ac:spMk id="2" creationId="{394C1CCC-7BA5-D685-D86F-BBB7F0A62C41}"/>
          </ac:spMkLst>
        </pc:spChg>
        <pc:spChg chg="mod">
          <ac:chgData name="Guan Wang" userId="5375c050-d6a4-4212-980e-f548dd476485" providerId="ADAL" clId="{9CEF0065-0695-4BE4-A1B7-1B808FDCC678}" dt="2024-05-08T08:29:12.374" v="798" actId="20577"/>
          <ac:spMkLst>
            <pc:docMk/>
            <pc:sldMk cId="2415924313" sldId="329"/>
            <ac:spMk id="3" creationId="{C5DE3116-C1DF-E0E3-D3E4-B9A5FE56864C}"/>
          </ac:spMkLst>
        </pc:spChg>
        <pc:spChg chg="add mod">
          <ac:chgData name="Guan Wang" userId="5375c050-d6a4-4212-980e-f548dd476485" providerId="ADAL" clId="{9CEF0065-0695-4BE4-A1B7-1B808FDCC678}" dt="2024-05-08T08:27:26.419" v="679" actId="1076"/>
          <ac:spMkLst>
            <pc:docMk/>
            <pc:sldMk cId="2415924313" sldId="329"/>
            <ac:spMk id="6" creationId="{46A2BAB3-02BD-311F-F472-F527649C7762}"/>
          </ac:spMkLst>
        </pc:spChg>
        <pc:spChg chg="add mod">
          <ac:chgData name="Guan Wang" userId="5375c050-d6a4-4212-980e-f548dd476485" providerId="ADAL" clId="{9CEF0065-0695-4BE4-A1B7-1B808FDCC678}" dt="2024-05-08T08:27:26.419" v="679" actId="1076"/>
          <ac:spMkLst>
            <pc:docMk/>
            <pc:sldMk cId="2415924313" sldId="329"/>
            <ac:spMk id="7" creationId="{8B7F08E1-214A-4C27-5E3D-5703E0E857D6}"/>
          </ac:spMkLst>
        </pc:spChg>
        <pc:spChg chg="add mod">
          <ac:chgData name="Guan Wang" userId="5375c050-d6a4-4212-980e-f548dd476485" providerId="ADAL" clId="{9CEF0065-0695-4BE4-A1B7-1B808FDCC678}" dt="2024-05-08T08:27:26.419" v="679" actId="1076"/>
          <ac:spMkLst>
            <pc:docMk/>
            <pc:sldMk cId="2415924313" sldId="329"/>
            <ac:spMk id="8" creationId="{465B79C6-F5B4-8539-BEB2-EBD422481B9D}"/>
          </ac:spMkLst>
        </pc:spChg>
        <pc:spChg chg="add mod">
          <ac:chgData name="Guan Wang" userId="5375c050-d6a4-4212-980e-f548dd476485" providerId="ADAL" clId="{9CEF0065-0695-4BE4-A1B7-1B808FDCC678}" dt="2024-05-08T08:27:26.419" v="679" actId="1076"/>
          <ac:spMkLst>
            <pc:docMk/>
            <pc:sldMk cId="2415924313" sldId="329"/>
            <ac:spMk id="9" creationId="{F7118815-937E-5156-BCB5-B51FA9969874}"/>
          </ac:spMkLst>
        </pc:spChg>
        <pc:spChg chg="add mod">
          <ac:chgData name="Guan Wang" userId="5375c050-d6a4-4212-980e-f548dd476485" providerId="ADAL" clId="{9CEF0065-0695-4BE4-A1B7-1B808FDCC678}" dt="2024-05-08T08:27:26.419" v="679" actId="1076"/>
          <ac:spMkLst>
            <pc:docMk/>
            <pc:sldMk cId="2415924313" sldId="329"/>
            <ac:spMk id="10" creationId="{126FB157-514E-78C8-7914-E11C24C6A364}"/>
          </ac:spMkLst>
        </pc:spChg>
        <pc:spChg chg="add mod">
          <ac:chgData name="Guan Wang" userId="5375c050-d6a4-4212-980e-f548dd476485" providerId="ADAL" clId="{9CEF0065-0695-4BE4-A1B7-1B808FDCC678}" dt="2024-05-08T08:27:26.419" v="679" actId="1076"/>
          <ac:spMkLst>
            <pc:docMk/>
            <pc:sldMk cId="2415924313" sldId="329"/>
            <ac:spMk id="11" creationId="{7C8C783E-5494-15FA-0707-2ADD15928249}"/>
          </ac:spMkLst>
        </pc:spChg>
        <pc:spChg chg="add mod">
          <ac:chgData name="Guan Wang" userId="5375c050-d6a4-4212-980e-f548dd476485" providerId="ADAL" clId="{9CEF0065-0695-4BE4-A1B7-1B808FDCC678}" dt="2024-05-08T08:27:26.419" v="679" actId="1076"/>
          <ac:spMkLst>
            <pc:docMk/>
            <pc:sldMk cId="2415924313" sldId="329"/>
            <ac:spMk id="12" creationId="{7FFF309D-5E0B-82D2-22B6-A73784CAFF88}"/>
          </ac:spMkLst>
        </pc:spChg>
        <pc:cxnChg chg="add mod">
          <ac:chgData name="Guan Wang" userId="5375c050-d6a4-4212-980e-f548dd476485" providerId="ADAL" clId="{9CEF0065-0695-4BE4-A1B7-1B808FDCC678}" dt="2024-05-08T08:27:26.419" v="679" actId="1076"/>
          <ac:cxnSpMkLst>
            <pc:docMk/>
            <pc:sldMk cId="2415924313" sldId="329"/>
            <ac:cxnSpMk id="4" creationId="{C80A48C5-9AA3-D25B-6D12-9BE4DFC4043D}"/>
          </ac:cxnSpMkLst>
        </pc:cxnChg>
        <pc:cxnChg chg="add mod">
          <ac:chgData name="Guan Wang" userId="5375c050-d6a4-4212-980e-f548dd476485" providerId="ADAL" clId="{9CEF0065-0695-4BE4-A1B7-1B808FDCC678}" dt="2024-05-08T08:27:26.419" v="679" actId="1076"/>
          <ac:cxnSpMkLst>
            <pc:docMk/>
            <pc:sldMk cId="2415924313" sldId="329"/>
            <ac:cxnSpMk id="5" creationId="{7503CD76-36B6-A1B8-701E-16C5CFA63FFB}"/>
          </ac:cxnSpMkLst>
        </pc:cxnChg>
      </pc:sldChg>
      <pc:sldChg chg="addSp delSp modSp new mod modNotesTx">
        <pc:chgData name="Guan Wang" userId="5375c050-d6a4-4212-980e-f548dd476485" providerId="ADAL" clId="{9CEF0065-0695-4BE4-A1B7-1B808FDCC678}" dt="2024-05-08T13:11:52.788" v="1964" actId="1076"/>
        <pc:sldMkLst>
          <pc:docMk/>
          <pc:sldMk cId="1889864565" sldId="330"/>
        </pc:sldMkLst>
        <pc:spChg chg="mod">
          <ac:chgData name="Guan Wang" userId="5375c050-d6a4-4212-980e-f548dd476485" providerId="ADAL" clId="{9CEF0065-0695-4BE4-A1B7-1B808FDCC678}" dt="2024-05-08T08:58:14.314" v="1163" actId="20577"/>
          <ac:spMkLst>
            <pc:docMk/>
            <pc:sldMk cId="1889864565" sldId="330"/>
            <ac:spMk id="2" creationId="{FCD2F90A-1CDE-1B4D-07AD-C31609E03CF8}"/>
          </ac:spMkLst>
        </pc:spChg>
        <pc:spChg chg="mod">
          <ac:chgData name="Guan Wang" userId="5375c050-d6a4-4212-980e-f548dd476485" providerId="ADAL" clId="{9CEF0065-0695-4BE4-A1B7-1B808FDCC678}" dt="2024-05-08T13:11:52.788" v="1964" actId="1076"/>
          <ac:spMkLst>
            <pc:docMk/>
            <pc:sldMk cId="1889864565" sldId="330"/>
            <ac:spMk id="3" creationId="{47A4E669-48F4-739C-5AAA-90E4DFA52572}"/>
          </ac:spMkLst>
        </pc:spChg>
        <pc:spChg chg="add del mod">
          <ac:chgData name="Guan Wang" userId="5375c050-d6a4-4212-980e-f548dd476485" providerId="ADAL" clId="{9CEF0065-0695-4BE4-A1B7-1B808FDCC678}" dt="2024-05-08T09:21:24.888" v="1181" actId="478"/>
          <ac:spMkLst>
            <pc:docMk/>
            <pc:sldMk cId="1889864565" sldId="330"/>
            <ac:spMk id="6" creationId="{4DEA3D46-A2FB-B6B8-7149-A6FF56A79F5D}"/>
          </ac:spMkLst>
        </pc:spChg>
        <pc:spChg chg="add del mod">
          <ac:chgData name="Guan Wang" userId="5375c050-d6a4-4212-980e-f548dd476485" providerId="ADAL" clId="{9CEF0065-0695-4BE4-A1B7-1B808FDCC678}" dt="2024-05-08T09:21:24.888" v="1181" actId="478"/>
          <ac:spMkLst>
            <pc:docMk/>
            <pc:sldMk cId="1889864565" sldId="330"/>
            <ac:spMk id="7" creationId="{FBB14115-01D6-7CDD-AE66-83E0916B953D}"/>
          </ac:spMkLst>
        </pc:spChg>
        <pc:spChg chg="add del mod">
          <ac:chgData name="Guan Wang" userId="5375c050-d6a4-4212-980e-f548dd476485" providerId="ADAL" clId="{9CEF0065-0695-4BE4-A1B7-1B808FDCC678}" dt="2024-05-08T09:21:24.888" v="1181" actId="478"/>
          <ac:spMkLst>
            <pc:docMk/>
            <pc:sldMk cId="1889864565" sldId="330"/>
            <ac:spMk id="8" creationId="{4CFE80F3-5CB6-0983-DD8B-4AFD6D498547}"/>
          </ac:spMkLst>
        </pc:spChg>
        <pc:spChg chg="add del mod">
          <ac:chgData name="Guan Wang" userId="5375c050-d6a4-4212-980e-f548dd476485" providerId="ADAL" clId="{9CEF0065-0695-4BE4-A1B7-1B808FDCC678}" dt="2024-05-08T09:21:24.888" v="1181" actId="478"/>
          <ac:spMkLst>
            <pc:docMk/>
            <pc:sldMk cId="1889864565" sldId="330"/>
            <ac:spMk id="9" creationId="{E05D55B4-7F96-E2AF-CA05-F5B85AAE5D2F}"/>
          </ac:spMkLst>
        </pc:spChg>
        <pc:spChg chg="add del mod">
          <ac:chgData name="Guan Wang" userId="5375c050-d6a4-4212-980e-f548dd476485" providerId="ADAL" clId="{9CEF0065-0695-4BE4-A1B7-1B808FDCC678}" dt="2024-05-08T09:21:24.888" v="1181" actId="478"/>
          <ac:spMkLst>
            <pc:docMk/>
            <pc:sldMk cId="1889864565" sldId="330"/>
            <ac:spMk id="10" creationId="{01FC7F41-7893-1741-2AD1-FCA0D61B65E8}"/>
          </ac:spMkLst>
        </pc:spChg>
        <pc:spChg chg="add del mod">
          <ac:chgData name="Guan Wang" userId="5375c050-d6a4-4212-980e-f548dd476485" providerId="ADAL" clId="{9CEF0065-0695-4BE4-A1B7-1B808FDCC678}" dt="2024-05-08T09:21:24.888" v="1181" actId="478"/>
          <ac:spMkLst>
            <pc:docMk/>
            <pc:sldMk cId="1889864565" sldId="330"/>
            <ac:spMk id="11" creationId="{DBFE985F-77E8-1089-87A7-EA71718368A7}"/>
          </ac:spMkLst>
        </pc:spChg>
        <pc:spChg chg="add del mod">
          <ac:chgData name="Guan Wang" userId="5375c050-d6a4-4212-980e-f548dd476485" providerId="ADAL" clId="{9CEF0065-0695-4BE4-A1B7-1B808FDCC678}" dt="2024-05-08T09:21:24.888" v="1181" actId="478"/>
          <ac:spMkLst>
            <pc:docMk/>
            <pc:sldMk cId="1889864565" sldId="330"/>
            <ac:spMk id="12" creationId="{2E194B4C-E95C-1A8F-EA8C-741E4CDC3759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15" creationId="{EC641D57-57C6-F84B-0E74-A768128154A6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16" creationId="{2C8AD169-F26D-7DC8-9944-575904486669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17" creationId="{C2565331-E615-11EB-77CB-F9F81F974EC1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18" creationId="{EF417550-D704-3CC7-490F-6E03AEB7C78B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19" creationId="{089B52CD-3F8C-BE6A-C332-346CC7EB6DA8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20" creationId="{E9092C74-14E3-8B46-F331-342C02D11ADA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21" creationId="{B926D424-0E86-97C9-6E0E-E28884B45A71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22" creationId="{624AD7E1-F292-7457-88E4-8DD1E6349A35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25" creationId="{2BE105C5-050E-A0AE-A309-B45245ADF9E9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26" creationId="{8B20F471-8C4E-9FF0-0E4F-C480AD2EB69F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27" creationId="{1C290879-776B-D737-28E6-CF80C08757AD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28" creationId="{683548B1-15AC-6DB3-BC05-DFDA94DC8F12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29" creationId="{A0F0A524-FAC7-B574-8A9D-017CA112F1B1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30" creationId="{7967AFC7-716F-63E9-4583-932E932D9DCE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31" creationId="{2121AA4F-B8A6-33E5-18F2-8D3769BE8005}"/>
          </ac:spMkLst>
        </pc:spChg>
        <pc:spChg chg="add mod">
          <ac:chgData name="Guan Wang" userId="5375c050-d6a4-4212-980e-f548dd476485" providerId="ADAL" clId="{9CEF0065-0695-4BE4-A1B7-1B808FDCC678}" dt="2024-05-08T09:21:30.790" v="1183" actId="1076"/>
          <ac:spMkLst>
            <pc:docMk/>
            <pc:sldMk cId="1889864565" sldId="330"/>
            <ac:spMk id="32" creationId="{FDFEDEFD-72E1-1F24-F095-7B7F4A227826}"/>
          </ac:spMkLst>
        </pc:spChg>
        <pc:cxnChg chg="add del mod">
          <ac:chgData name="Guan Wang" userId="5375c050-d6a4-4212-980e-f548dd476485" providerId="ADAL" clId="{9CEF0065-0695-4BE4-A1B7-1B808FDCC678}" dt="2024-05-08T09:21:24.888" v="1181" actId="478"/>
          <ac:cxnSpMkLst>
            <pc:docMk/>
            <pc:sldMk cId="1889864565" sldId="330"/>
            <ac:cxnSpMk id="4" creationId="{D97F2552-733B-8388-E592-DDDD460A74EE}"/>
          </ac:cxnSpMkLst>
        </pc:cxnChg>
        <pc:cxnChg chg="add del mod">
          <ac:chgData name="Guan Wang" userId="5375c050-d6a4-4212-980e-f548dd476485" providerId="ADAL" clId="{9CEF0065-0695-4BE4-A1B7-1B808FDCC678}" dt="2024-05-08T09:21:24.888" v="1181" actId="478"/>
          <ac:cxnSpMkLst>
            <pc:docMk/>
            <pc:sldMk cId="1889864565" sldId="330"/>
            <ac:cxnSpMk id="5" creationId="{0FE6106A-2933-04A5-530E-36CAEF2F3C19}"/>
          </ac:cxnSpMkLst>
        </pc:cxnChg>
        <pc:cxnChg chg="add mod">
          <ac:chgData name="Guan Wang" userId="5375c050-d6a4-4212-980e-f548dd476485" providerId="ADAL" clId="{9CEF0065-0695-4BE4-A1B7-1B808FDCC678}" dt="2024-05-08T09:21:30.790" v="1183" actId="1076"/>
          <ac:cxnSpMkLst>
            <pc:docMk/>
            <pc:sldMk cId="1889864565" sldId="330"/>
            <ac:cxnSpMk id="13" creationId="{464FCC9D-F414-8D43-EF0B-2C266A5FB7DB}"/>
          </ac:cxnSpMkLst>
        </pc:cxnChg>
        <pc:cxnChg chg="add mod">
          <ac:chgData name="Guan Wang" userId="5375c050-d6a4-4212-980e-f548dd476485" providerId="ADAL" clId="{9CEF0065-0695-4BE4-A1B7-1B808FDCC678}" dt="2024-05-08T09:21:30.790" v="1183" actId="1076"/>
          <ac:cxnSpMkLst>
            <pc:docMk/>
            <pc:sldMk cId="1889864565" sldId="330"/>
            <ac:cxnSpMk id="14" creationId="{47285410-2E0A-9900-A345-4D871FC23525}"/>
          </ac:cxnSpMkLst>
        </pc:cxnChg>
        <pc:cxnChg chg="add mod">
          <ac:chgData name="Guan Wang" userId="5375c050-d6a4-4212-980e-f548dd476485" providerId="ADAL" clId="{9CEF0065-0695-4BE4-A1B7-1B808FDCC678}" dt="2024-05-08T09:21:30.790" v="1183" actId="1076"/>
          <ac:cxnSpMkLst>
            <pc:docMk/>
            <pc:sldMk cId="1889864565" sldId="330"/>
            <ac:cxnSpMk id="23" creationId="{DEA42D02-2105-0ADE-F3E4-75F1817FADF2}"/>
          </ac:cxnSpMkLst>
        </pc:cxnChg>
        <pc:cxnChg chg="add mod">
          <ac:chgData name="Guan Wang" userId="5375c050-d6a4-4212-980e-f548dd476485" providerId="ADAL" clId="{9CEF0065-0695-4BE4-A1B7-1B808FDCC678}" dt="2024-05-08T09:21:30.790" v="1183" actId="1076"/>
          <ac:cxnSpMkLst>
            <pc:docMk/>
            <pc:sldMk cId="1889864565" sldId="330"/>
            <ac:cxnSpMk id="24" creationId="{C7F64A92-C808-FD6F-88C0-CB777B634997}"/>
          </ac:cxnSpMkLst>
        </pc:cxnChg>
      </pc:sldChg>
      <pc:sldChg chg="modSp new mod modAnim modNotesTx">
        <pc:chgData name="Guan Wang" userId="5375c050-d6a4-4212-980e-f548dd476485" providerId="ADAL" clId="{9CEF0065-0695-4BE4-A1B7-1B808FDCC678}" dt="2024-05-08T12:45:25.321" v="1688" actId="20577"/>
        <pc:sldMkLst>
          <pc:docMk/>
          <pc:sldMk cId="3843966666" sldId="331"/>
        </pc:sldMkLst>
        <pc:spChg chg="mod">
          <ac:chgData name="Guan Wang" userId="5375c050-d6a4-4212-980e-f548dd476485" providerId="ADAL" clId="{9CEF0065-0695-4BE4-A1B7-1B808FDCC678}" dt="2024-05-08T09:39:08.029" v="1340" actId="20577"/>
          <ac:spMkLst>
            <pc:docMk/>
            <pc:sldMk cId="3843966666" sldId="331"/>
            <ac:spMk id="2" creationId="{166AB736-1890-DA4F-93F5-8A14FE2D85FD}"/>
          </ac:spMkLst>
        </pc:spChg>
        <pc:spChg chg="mod">
          <ac:chgData name="Guan Wang" userId="5375c050-d6a4-4212-980e-f548dd476485" providerId="ADAL" clId="{9CEF0065-0695-4BE4-A1B7-1B808FDCC678}" dt="2024-05-08T12:45:05.918" v="1676" actId="20577"/>
          <ac:spMkLst>
            <pc:docMk/>
            <pc:sldMk cId="3843966666" sldId="331"/>
            <ac:spMk id="3" creationId="{1CE9321A-41E5-05CB-9C86-B44D13556AD4}"/>
          </ac:spMkLst>
        </pc:spChg>
      </pc:sldChg>
      <pc:sldChg chg="addSp modSp new mod modNotesTx">
        <pc:chgData name="Guan Wang" userId="5375c050-d6a4-4212-980e-f548dd476485" providerId="ADAL" clId="{9CEF0065-0695-4BE4-A1B7-1B808FDCC678}" dt="2024-05-08T13:13:04.958" v="1975" actId="20577"/>
        <pc:sldMkLst>
          <pc:docMk/>
          <pc:sldMk cId="107898282" sldId="332"/>
        </pc:sldMkLst>
        <pc:spChg chg="mod">
          <ac:chgData name="Guan Wang" userId="5375c050-d6a4-4212-980e-f548dd476485" providerId="ADAL" clId="{9CEF0065-0695-4BE4-A1B7-1B808FDCC678}" dt="2024-05-08T12:45:28.005" v="1691" actId="20577"/>
          <ac:spMkLst>
            <pc:docMk/>
            <pc:sldMk cId="107898282" sldId="332"/>
            <ac:spMk id="2" creationId="{445D219D-567A-DDE0-0222-23787A161D8C}"/>
          </ac:spMkLst>
        </pc:spChg>
        <pc:spChg chg="mod">
          <ac:chgData name="Guan Wang" userId="5375c050-d6a4-4212-980e-f548dd476485" providerId="ADAL" clId="{9CEF0065-0695-4BE4-A1B7-1B808FDCC678}" dt="2024-05-08T12:49:11.162" v="1772"/>
          <ac:spMkLst>
            <pc:docMk/>
            <pc:sldMk cId="107898282" sldId="332"/>
            <ac:spMk id="3" creationId="{18A3E4F3-D70D-A8E3-FA03-DD890B8E795D}"/>
          </ac:spMkLst>
        </pc:spChg>
        <pc:spChg chg="add mod">
          <ac:chgData name="Guan Wang" userId="5375c050-d6a4-4212-980e-f548dd476485" providerId="ADAL" clId="{9CEF0065-0695-4BE4-A1B7-1B808FDCC678}" dt="2024-05-08T12:49:30.885" v="1774" actId="1076"/>
          <ac:spMkLst>
            <pc:docMk/>
            <pc:sldMk cId="107898282" sldId="332"/>
            <ac:spMk id="6" creationId="{5F4EE5FE-7EDA-6209-8DFE-69175A963D66}"/>
          </ac:spMkLst>
        </pc:spChg>
        <pc:spChg chg="add mod">
          <ac:chgData name="Guan Wang" userId="5375c050-d6a4-4212-980e-f548dd476485" providerId="ADAL" clId="{9CEF0065-0695-4BE4-A1B7-1B808FDCC678}" dt="2024-05-08T12:49:30.885" v="1774" actId="1076"/>
          <ac:spMkLst>
            <pc:docMk/>
            <pc:sldMk cId="107898282" sldId="332"/>
            <ac:spMk id="7" creationId="{D211F446-8EA6-BECF-6348-76428CE1280D}"/>
          </ac:spMkLst>
        </pc:spChg>
        <pc:spChg chg="add mod">
          <ac:chgData name="Guan Wang" userId="5375c050-d6a4-4212-980e-f548dd476485" providerId="ADAL" clId="{9CEF0065-0695-4BE4-A1B7-1B808FDCC678}" dt="2024-05-08T12:49:30.885" v="1774" actId="1076"/>
          <ac:spMkLst>
            <pc:docMk/>
            <pc:sldMk cId="107898282" sldId="332"/>
            <ac:spMk id="8" creationId="{310BF7FC-E19D-DB0E-A177-76F712A50B0D}"/>
          </ac:spMkLst>
        </pc:spChg>
        <pc:spChg chg="add mod">
          <ac:chgData name="Guan Wang" userId="5375c050-d6a4-4212-980e-f548dd476485" providerId="ADAL" clId="{9CEF0065-0695-4BE4-A1B7-1B808FDCC678}" dt="2024-05-08T12:49:30.885" v="1774" actId="1076"/>
          <ac:spMkLst>
            <pc:docMk/>
            <pc:sldMk cId="107898282" sldId="332"/>
            <ac:spMk id="9" creationId="{B99BF301-C2E3-8A80-B074-5B3F50BBE9E7}"/>
          </ac:spMkLst>
        </pc:spChg>
        <pc:spChg chg="add mod">
          <ac:chgData name="Guan Wang" userId="5375c050-d6a4-4212-980e-f548dd476485" providerId="ADAL" clId="{9CEF0065-0695-4BE4-A1B7-1B808FDCC678}" dt="2024-05-08T12:49:30.885" v="1774" actId="1076"/>
          <ac:spMkLst>
            <pc:docMk/>
            <pc:sldMk cId="107898282" sldId="332"/>
            <ac:spMk id="10" creationId="{76DCE934-D9AE-EB93-5A0A-E431FD4FA92E}"/>
          </ac:spMkLst>
        </pc:spChg>
        <pc:spChg chg="add mod">
          <ac:chgData name="Guan Wang" userId="5375c050-d6a4-4212-980e-f548dd476485" providerId="ADAL" clId="{9CEF0065-0695-4BE4-A1B7-1B808FDCC678}" dt="2024-05-08T12:49:30.885" v="1774" actId="1076"/>
          <ac:spMkLst>
            <pc:docMk/>
            <pc:sldMk cId="107898282" sldId="332"/>
            <ac:spMk id="11" creationId="{5DE0DC4B-4F02-E954-C7EE-853B37EBB594}"/>
          </ac:spMkLst>
        </pc:spChg>
        <pc:spChg chg="add mod">
          <ac:chgData name="Guan Wang" userId="5375c050-d6a4-4212-980e-f548dd476485" providerId="ADAL" clId="{9CEF0065-0695-4BE4-A1B7-1B808FDCC678}" dt="2024-05-08T12:49:30.885" v="1774" actId="1076"/>
          <ac:spMkLst>
            <pc:docMk/>
            <pc:sldMk cId="107898282" sldId="332"/>
            <ac:spMk id="12" creationId="{C4DD6BBB-51EB-CDA2-F1C7-E3875C2CABB3}"/>
          </ac:spMkLst>
        </pc:spChg>
        <pc:cxnChg chg="add mod">
          <ac:chgData name="Guan Wang" userId="5375c050-d6a4-4212-980e-f548dd476485" providerId="ADAL" clId="{9CEF0065-0695-4BE4-A1B7-1B808FDCC678}" dt="2024-05-08T12:49:30.885" v="1774" actId="1076"/>
          <ac:cxnSpMkLst>
            <pc:docMk/>
            <pc:sldMk cId="107898282" sldId="332"/>
            <ac:cxnSpMk id="4" creationId="{E77CBE62-3832-DAFF-8389-4BDCFFEC36ED}"/>
          </ac:cxnSpMkLst>
        </pc:cxnChg>
        <pc:cxnChg chg="add mod">
          <ac:chgData name="Guan Wang" userId="5375c050-d6a4-4212-980e-f548dd476485" providerId="ADAL" clId="{9CEF0065-0695-4BE4-A1B7-1B808FDCC678}" dt="2024-05-08T12:49:30.885" v="1774" actId="1076"/>
          <ac:cxnSpMkLst>
            <pc:docMk/>
            <pc:sldMk cId="107898282" sldId="332"/>
            <ac:cxnSpMk id="5" creationId="{E10C25B5-178D-9DAC-9C1E-82EBB6A9881B}"/>
          </ac:cxnSpMkLst>
        </pc:cxnChg>
      </pc:sldChg>
      <pc:sldChg chg="delSp modSp new mod">
        <pc:chgData name="Guan Wang" userId="5375c050-d6a4-4212-980e-f548dd476485" providerId="ADAL" clId="{9CEF0065-0695-4BE4-A1B7-1B808FDCC678}" dt="2024-05-08T09:05:57.296" v="1173" actId="1076"/>
        <pc:sldMkLst>
          <pc:docMk/>
          <pc:sldMk cId="4195026803" sldId="333"/>
        </pc:sldMkLst>
        <pc:spChg chg="mod">
          <ac:chgData name="Guan Wang" userId="5375c050-d6a4-4212-980e-f548dd476485" providerId="ADAL" clId="{9CEF0065-0695-4BE4-A1B7-1B808FDCC678}" dt="2024-05-08T09:05:57.296" v="1173" actId="1076"/>
          <ac:spMkLst>
            <pc:docMk/>
            <pc:sldMk cId="4195026803" sldId="333"/>
            <ac:spMk id="2" creationId="{F707110D-F6EC-6DCC-3FDA-9E5CEC665971}"/>
          </ac:spMkLst>
        </pc:spChg>
        <pc:spChg chg="del">
          <ac:chgData name="Guan Wang" userId="5375c050-d6a4-4212-980e-f548dd476485" providerId="ADAL" clId="{9CEF0065-0695-4BE4-A1B7-1B808FDCC678}" dt="2024-05-08T09:05:52.202" v="1171" actId="478"/>
          <ac:spMkLst>
            <pc:docMk/>
            <pc:sldMk cId="4195026803" sldId="333"/>
            <ac:spMk id="3" creationId="{A6045344-6A3E-FF48-26A4-490C535DC038}"/>
          </ac:spMkLst>
        </pc:spChg>
      </pc:sldChg>
      <pc:sldChg chg="addSp modSp new mod modNotesTx">
        <pc:chgData name="Guan Wang" userId="5375c050-d6a4-4212-980e-f548dd476485" providerId="ADAL" clId="{9CEF0065-0695-4BE4-A1B7-1B808FDCC678}" dt="2024-05-08T13:23:03.961" v="2019" actId="20577"/>
        <pc:sldMkLst>
          <pc:docMk/>
          <pc:sldMk cId="4105723979" sldId="334"/>
        </pc:sldMkLst>
        <pc:spChg chg="mod">
          <ac:chgData name="Guan Wang" userId="5375c050-d6a4-4212-980e-f548dd476485" providerId="ADAL" clId="{9CEF0065-0695-4BE4-A1B7-1B808FDCC678}" dt="2024-05-08T13:10:45.431" v="1868" actId="27636"/>
          <ac:spMkLst>
            <pc:docMk/>
            <pc:sldMk cId="4105723979" sldId="334"/>
            <ac:spMk id="2" creationId="{8ECC27EA-E7E2-63C6-6D25-003A6B8C30E9}"/>
          </ac:spMkLst>
        </pc:spChg>
        <pc:spChg chg="mod">
          <ac:chgData name="Guan Wang" userId="5375c050-d6a4-4212-980e-f548dd476485" providerId="ADAL" clId="{9CEF0065-0695-4BE4-A1B7-1B808FDCC678}" dt="2024-05-08T13:12:21.236" v="1972" actId="14100"/>
          <ac:spMkLst>
            <pc:docMk/>
            <pc:sldMk cId="4105723979" sldId="334"/>
            <ac:spMk id="3" creationId="{95B012B4-D0E1-2AE4-D3E6-A74D37B3649D}"/>
          </ac:spMkLst>
        </pc:spChg>
        <pc:spChg chg="add mod">
          <ac:chgData name="Guan Wang" userId="5375c050-d6a4-4212-980e-f548dd476485" providerId="ADAL" clId="{9CEF0065-0695-4BE4-A1B7-1B808FDCC678}" dt="2024-05-08T13:12:17.809" v="1971" actId="1076"/>
          <ac:spMkLst>
            <pc:docMk/>
            <pc:sldMk cId="4105723979" sldId="334"/>
            <ac:spMk id="6" creationId="{C206F95F-0997-072A-E812-7F1DA9496C7D}"/>
          </ac:spMkLst>
        </pc:spChg>
        <pc:spChg chg="add mod">
          <ac:chgData name="Guan Wang" userId="5375c050-d6a4-4212-980e-f548dd476485" providerId="ADAL" clId="{9CEF0065-0695-4BE4-A1B7-1B808FDCC678}" dt="2024-05-08T13:12:17.809" v="1971" actId="1076"/>
          <ac:spMkLst>
            <pc:docMk/>
            <pc:sldMk cId="4105723979" sldId="334"/>
            <ac:spMk id="7" creationId="{5EEBDA17-5245-25E3-B784-FAD561492841}"/>
          </ac:spMkLst>
        </pc:spChg>
        <pc:spChg chg="add mod">
          <ac:chgData name="Guan Wang" userId="5375c050-d6a4-4212-980e-f548dd476485" providerId="ADAL" clId="{9CEF0065-0695-4BE4-A1B7-1B808FDCC678}" dt="2024-05-08T13:12:17.809" v="1971" actId="1076"/>
          <ac:spMkLst>
            <pc:docMk/>
            <pc:sldMk cId="4105723979" sldId="334"/>
            <ac:spMk id="8" creationId="{982FE184-2C19-6562-6D73-91CA91163AA4}"/>
          </ac:spMkLst>
        </pc:spChg>
        <pc:spChg chg="add mod">
          <ac:chgData name="Guan Wang" userId="5375c050-d6a4-4212-980e-f548dd476485" providerId="ADAL" clId="{9CEF0065-0695-4BE4-A1B7-1B808FDCC678}" dt="2024-05-08T13:12:17.809" v="1971" actId="1076"/>
          <ac:spMkLst>
            <pc:docMk/>
            <pc:sldMk cId="4105723979" sldId="334"/>
            <ac:spMk id="9" creationId="{700D9FE8-93D9-BA37-88C2-2873A5392B6A}"/>
          </ac:spMkLst>
        </pc:spChg>
        <pc:spChg chg="add mod">
          <ac:chgData name="Guan Wang" userId="5375c050-d6a4-4212-980e-f548dd476485" providerId="ADAL" clId="{9CEF0065-0695-4BE4-A1B7-1B808FDCC678}" dt="2024-05-08T13:12:17.809" v="1971" actId="1076"/>
          <ac:spMkLst>
            <pc:docMk/>
            <pc:sldMk cId="4105723979" sldId="334"/>
            <ac:spMk id="10" creationId="{1DA92250-60D8-EFF8-3D59-44B4259A4232}"/>
          </ac:spMkLst>
        </pc:spChg>
        <pc:spChg chg="add mod">
          <ac:chgData name="Guan Wang" userId="5375c050-d6a4-4212-980e-f548dd476485" providerId="ADAL" clId="{9CEF0065-0695-4BE4-A1B7-1B808FDCC678}" dt="2024-05-08T13:12:17.809" v="1971" actId="1076"/>
          <ac:spMkLst>
            <pc:docMk/>
            <pc:sldMk cId="4105723979" sldId="334"/>
            <ac:spMk id="11" creationId="{99D871B1-5638-F800-544A-1779ADD041E7}"/>
          </ac:spMkLst>
        </pc:spChg>
        <pc:spChg chg="add mod">
          <ac:chgData name="Guan Wang" userId="5375c050-d6a4-4212-980e-f548dd476485" providerId="ADAL" clId="{9CEF0065-0695-4BE4-A1B7-1B808FDCC678}" dt="2024-05-08T13:12:17.809" v="1971" actId="1076"/>
          <ac:spMkLst>
            <pc:docMk/>
            <pc:sldMk cId="4105723979" sldId="334"/>
            <ac:spMk id="12" creationId="{A559F14D-D74B-51E6-F416-11DF9F5F14D0}"/>
          </ac:spMkLst>
        </pc:spChg>
        <pc:spChg chg="add mod">
          <ac:chgData name="Guan Wang" userId="5375c050-d6a4-4212-980e-f548dd476485" providerId="ADAL" clId="{9CEF0065-0695-4BE4-A1B7-1B808FDCC678}" dt="2024-05-08T13:12:17.809" v="1971" actId="1076"/>
          <ac:spMkLst>
            <pc:docMk/>
            <pc:sldMk cId="4105723979" sldId="334"/>
            <ac:spMk id="13" creationId="{5ED9A061-CC40-E18B-5336-C8899A54CB8C}"/>
          </ac:spMkLst>
        </pc:spChg>
        <pc:cxnChg chg="add mod">
          <ac:chgData name="Guan Wang" userId="5375c050-d6a4-4212-980e-f548dd476485" providerId="ADAL" clId="{9CEF0065-0695-4BE4-A1B7-1B808FDCC678}" dt="2024-05-08T13:12:17.809" v="1971" actId="1076"/>
          <ac:cxnSpMkLst>
            <pc:docMk/>
            <pc:sldMk cId="4105723979" sldId="334"/>
            <ac:cxnSpMk id="4" creationId="{E7AAA1B5-F838-499D-95E2-5CA07087BAA3}"/>
          </ac:cxnSpMkLst>
        </pc:cxnChg>
        <pc:cxnChg chg="add mod">
          <ac:chgData name="Guan Wang" userId="5375c050-d6a4-4212-980e-f548dd476485" providerId="ADAL" clId="{9CEF0065-0695-4BE4-A1B7-1B808FDCC678}" dt="2024-05-08T13:12:17.809" v="1971" actId="1076"/>
          <ac:cxnSpMkLst>
            <pc:docMk/>
            <pc:sldMk cId="4105723979" sldId="334"/>
            <ac:cxnSpMk id="5" creationId="{D0B8BA9F-230B-6E53-BB62-9934A97A7295}"/>
          </ac:cxnSpMkLst>
        </pc:cxnChg>
      </pc:sldChg>
      <pc:sldChg chg="modSp new mod">
        <pc:chgData name="Guan Wang" userId="5375c050-d6a4-4212-980e-f548dd476485" providerId="ADAL" clId="{9CEF0065-0695-4BE4-A1B7-1B808FDCC678}" dt="2024-05-08T13:10:45.446" v="1869" actId="27636"/>
        <pc:sldMkLst>
          <pc:docMk/>
          <pc:sldMk cId="691660448" sldId="335"/>
        </pc:sldMkLst>
        <pc:spChg chg="mod">
          <ac:chgData name="Guan Wang" userId="5375c050-d6a4-4212-980e-f548dd476485" providerId="ADAL" clId="{9CEF0065-0695-4BE4-A1B7-1B808FDCC678}" dt="2024-05-08T13:10:45.446" v="1869" actId="27636"/>
          <ac:spMkLst>
            <pc:docMk/>
            <pc:sldMk cId="691660448" sldId="335"/>
            <ac:spMk id="2" creationId="{A0F90CBD-F1BB-F521-B7EA-310909C6D0C9}"/>
          </ac:spMkLst>
        </pc:spChg>
      </pc:sldChg>
      <pc:sldChg chg="modSp new mod">
        <pc:chgData name="Guan Wang" userId="5375c050-d6a4-4212-980e-f548dd476485" providerId="ADAL" clId="{9CEF0065-0695-4BE4-A1B7-1B808FDCC678}" dt="2024-05-08T13:23:40.678" v="2022" actId="27636"/>
        <pc:sldMkLst>
          <pc:docMk/>
          <pc:sldMk cId="1013859140" sldId="336"/>
        </pc:sldMkLst>
        <pc:spChg chg="mod">
          <ac:chgData name="Guan Wang" userId="5375c050-d6a4-4212-980e-f548dd476485" providerId="ADAL" clId="{9CEF0065-0695-4BE4-A1B7-1B808FDCC678}" dt="2024-05-08T13:23:40.678" v="2022" actId="27636"/>
          <ac:spMkLst>
            <pc:docMk/>
            <pc:sldMk cId="1013859140" sldId="336"/>
            <ac:spMk id="2" creationId="{61F38DDD-0B9B-2162-8718-4DC5C65DC0BC}"/>
          </ac:spMkLst>
        </pc:spChg>
      </pc:sldChg>
      <pc:sldChg chg="add del">
        <pc:chgData name="Guan Wang" userId="5375c050-d6a4-4212-980e-f548dd476485" providerId="ADAL" clId="{9CEF0065-0695-4BE4-A1B7-1B808FDCC678}" dt="2024-05-08T14:47:27.777" v="2185" actId="2696"/>
        <pc:sldMkLst>
          <pc:docMk/>
          <pc:sldMk cId="968144599" sldId="337"/>
        </pc:sldMkLst>
      </pc:sldChg>
      <pc:sldChg chg="addSp delSp modSp new mod modNotesTx">
        <pc:chgData name="Guan Wang" userId="5375c050-d6a4-4212-980e-f548dd476485" providerId="ADAL" clId="{9CEF0065-0695-4BE4-A1B7-1B808FDCC678}" dt="2024-05-08T15:14:54.349" v="2398" actId="20577"/>
        <pc:sldMkLst>
          <pc:docMk/>
          <pc:sldMk cId="1008084864" sldId="338"/>
        </pc:sldMkLst>
        <pc:spChg chg="del mod">
          <ac:chgData name="Guan Wang" userId="5375c050-d6a4-4212-980e-f548dd476485" providerId="ADAL" clId="{9CEF0065-0695-4BE4-A1B7-1B808FDCC678}" dt="2024-05-08T14:37:40.047" v="2136" actId="478"/>
          <ac:spMkLst>
            <pc:docMk/>
            <pc:sldMk cId="1008084864" sldId="338"/>
            <ac:spMk id="2" creationId="{D1F7BF18-85DF-575F-5864-3959148949E3}"/>
          </ac:spMkLst>
        </pc:spChg>
        <pc:spChg chg="mod">
          <ac:chgData name="Guan Wang" userId="5375c050-d6a4-4212-980e-f548dd476485" providerId="ADAL" clId="{9CEF0065-0695-4BE4-A1B7-1B808FDCC678}" dt="2024-05-08T14:38:01.266" v="2142" actId="14100"/>
          <ac:spMkLst>
            <pc:docMk/>
            <pc:sldMk cId="1008084864" sldId="338"/>
            <ac:spMk id="3" creationId="{63A16030-DD99-1C05-3277-4D6A8ACF20B5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7" creationId="{C2AE5FDE-45BF-9983-72EE-EABB043D8187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8" creationId="{6D98D861-E03D-84F9-A8F9-47491F460D7D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9" creationId="{7869D683-D101-F9A6-A6D1-B19322F28A08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10" creationId="{50D03296-5EF9-78A6-E901-59F0AE4B76CA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11" creationId="{49BE99F1-1A9C-286A-AC21-25F16D103A1B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12" creationId="{301912AA-8010-40CB-0539-6DD0297EAD57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13" creationId="{50EB4F17-6D0D-6E5C-7AA2-EE17C81C8C19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14" creationId="{945D5F22-6A65-6E31-553A-095454BEAA77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15" creationId="{36CDD424-CBDC-16F5-D1C9-945A223DBB81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16" creationId="{876612CE-A7D1-D206-E281-A1C294E9E6E2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17" creationId="{9E95BC14-44A5-953F-EFF0-1DF3D09BCB0A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18" creationId="{CAC0B5CE-EBB1-BD1D-ED0C-E9AB28035F96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19" creationId="{A92B067C-8C71-6B74-0EC2-DE5B3E61EB82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20" creationId="{8C30D4DF-8C61-556E-DD19-5E455EAE812B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21" creationId="{C97EABBF-A576-BFE3-34F8-9254AF1B2E04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22" creationId="{1F9304FB-3C9F-767D-2C10-F7445000671E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23" creationId="{AFD271D5-5A33-ABB8-9AD7-8978B1F7FA08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24" creationId="{5222B46C-00EE-8448-947C-9445191CD001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25" creationId="{32ABBB7F-65E7-9735-4153-90B357545F94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26" creationId="{889E2EAF-8697-E457-A18C-176C5BD5FF9D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27" creationId="{06989F51-C8B4-C8FE-FE91-7322C5B040D9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28" creationId="{53D4B6A7-65AA-40E8-4799-82CF29B9E921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29" creationId="{E640AFDE-EA9F-7D95-35E9-E1307E168065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30" creationId="{BE21B7E5-04B0-D75D-0786-C371033BE6E2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31" creationId="{7ACDC16B-E42E-85CA-D3B3-CC419E54744E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32" creationId="{2A1F36CB-014C-5F8E-A04B-5D0E5159E651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33" creationId="{21D4F42B-0578-0760-A031-8234C4BA2B71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34" creationId="{09647FA7-E68E-13CA-42D9-EF6B16697E8C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35" creationId="{4D623F6B-293A-DAE2-FA8E-81DD9207AA52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36" creationId="{FCE8E61C-A50E-126E-99EC-511AB4611CEC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37" creationId="{4A726FB0-3189-A270-9A00-F3FFE251B634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38" creationId="{997CF87A-DA5A-4904-896A-AC6AD8B0E601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39" creationId="{CCC20F77-3C3C-38C8-EFC9-81817CBABDB2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40" creationId="{A41D1B3E-63E3-2D5A-EA33-16E75D23C8D4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41" creationId="{FAD17363-6FE5-B100-C636-73160D8278C7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42" creationId="{FDA393C8-EAD1-11D4-1FBC-955EE373012C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43" creationId="{A1C1B395-13D2-A84F-7F7B-E9673E5134C3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44" creationId="{F16B3267-8412-99CB-C3DE-F279896D00D2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45" creationId="{11678402-6C53-3C5D-58F2-8239B3EF111F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46" creationId="{7D731F2F-7DDC-B910-DA92-D56B2969F91D}"/>
          </ac:spMkLst>
        </pc:spChg>
        <pc:spChg chg="mod">
          <ac:chgData name="Guan Wang" userId="5375c050-d6a4-4212-980e-f548dd476485" providerId="ADAL" clId="{9CEF0065-0695-4BE4-A1B7-1B808FDCC678}" dt="2024-05-08T14:33:22.691" v="2039"/>
          <ac:spMkLst>
            <pc:docMk/>
            <pc:sldMk cId="1008084864" sldId="338"/>
            <ac:spMk id="47" creationId="{B5ACF3AF-A050-6F98-B6C4-70F9B0946774}"/>
          </ac:spMkLst>
        </pc:spChg>
        <pc:spChg chg="add mod">
          <ac:chgData name="Guan Wang" userId="5375c050-d6a4-4212-980e-f548dd476485" providerId="ADAL" clId="{9CEF0065-0695-4BE4-A1B7-1B808FDCC678}" dt="2024-05-08T14:37:33.638" v="2135" actId="14100"/>
          <ac:spMkLst>
            <pc:docMk/>
            <pc:sldMk cId="1008084864" sldId="338"/>
            <ac:spMk id="48" creationId="{688482F6-7964-9724-CC64-E589B9284DAC}"/>
          </ac:spMkLst>
        </pc:spChg>
        <pc:grpChg chg="add mod">
          <ac:chgData name="Guan Wang" userId="5375c050-d6a4-4212-980e-f548dd476485" providerId="ADAL" clId="{9CEF0065-0695-4BE4-A1B7-1B808FDCC678}" dt="2024-05-08T14:38:05.008" v="2143" actId="1076"/>
          <ac:grpSpMkLst>
            <pc:docMk/>
            <pc:sldMk cId="1008084864" sldId="338"/>
            <ac:grpSpMk id="4" creationId="{94BEF2FF-1EF2-0883-7C5D-B9E5F0A8975F}"/>
          </ac:grpSpMkLst>
        </pc:grpChg>
        <pc:cxnChg chg="mod">
          <ac:chgData name="Guan Wang" userId="5375c050-d6a4-4212-980e-f548dd476485" providerId="ADAL" clId="{9CEF0065-0695-4BE4-A1B7-1B808FDCC678}" dt="2024-05-08T14:33:22.691" v="2039"/>
          <ac:cxnSpMkLst>
            <pc:docMk/>
            <pc:sldMk cId="1008084864" sldId="338"/>
            <ac:cxnSpMk id="5" creationId="{E1EB2ED2-D4EC-72D9-1455-184420225F15}"/>
          </ac:cxnSpMkLst>
        </pc:cxnChg>
        <pc:cxnChg chg="mod">
          <ac:chgData name="Guan Wang" userId="5375c050-d6a4-4212-980e-f548dd476485" providerId="ADAL" clId="{9CEF0065-0695-4BE4-A1B7-1B808FDCC678}" dt="2024-05-08T14:33:22.691" v="2039"/>
          <ac:cxnSpMkLst>
            <pc:docMk/>
            <pc:sldMk cId="1008084864" sldId="338"/>
            <ac:cxnSpMk id="6" creationId="{443E72CD-2B5F-6E13-FF26-22A7CCD2BF71}"/>
          </ac:cxnSpMkLst>
        </pc:cxnChg>
      </pc:sldChg>
      <pc:sldChg chg="modSp new mod">
        <pc:chgData name="Guan Wang" userId="5375c050-d6a4-4212-980e-f548dd476485" providerId="ADAL" clId="{9CEF0065-0695-4BE4-A1B7-1B808FDCC678}" dt="2024-05-08T14:33:22.786" v="2040" actId="27636"/>
        <pc:sldMkLst>
          <pc:docMk/>
          <pc:sldMk cId="2830521689" sldId="339"/>
        </pc:sldMkLst>
        <pc:spChg chg="mod">
          <ac:chgData name="Guan Wang" userId="5375c050-d6a4-4212-980e-f548dd476485" providerId="ADAL" clId="{9CEF0065-0695-4BE4-A1B7-1B808FDCC678}" dt="2024-05-08T14:33:22.786" v="2040" actId="27636"/>
          <ac:spMkLst>
            <pc:docMk/>
            <pc:sldMk cId="2830521689" sldId="339"/>
            <ac:spMk id="2" creationId="{E40CCD80-1BEE-71FD-EE0C-9E322F50A792}"/>
          </ac:spMkLst>
        </pc:spChg>
      </pc:sldChg>
    </pc:docChg>
  </pc:docChgLst>
  <pc:docChgLst>
    <pc:chgData name="Guan Wang" userId="5375c050-d6a4-4212-980e-f548dd476485" providerId="ADAL" clId="{BEF63849-18B8-4674-8FDD-7FED92E2812C}"/>
    <pc:docChg chg="custSel modSld">
      <pc:chgData name="Guan Wang" userId="5375c050-d6a4-4212-980e-f548dd476485" providerId="ADAL" clId="{BEF63849-18B8-4674-8FDD-7FED92E2812C}" dt="2024-09-06T03:17:37.535" v="134" actId="20577"/>
      <pc:docMkLst>
        <pc:docMk/>
      </pc:docMkLst>
      <pc:sldChg chg="modNotesTx">
        <pc:chgData name="Guan Wang" userId="5375c050-d6a4-4212-980e-f548dd476485" providerId="ADAL" clId="{BEF63849-18B8-4674-8FDD-7FED92E2812C}" dt="2024-09-06T03:17:26.609" v="131" actId="20577"/>
        <pc:sldMkLst>
          <pc:docMk/>
          <pc:sldMk cId="1244038570" sldId="326"/>
        </pc:sldMkLst>
      </pc:sldChg>
      <pc:sldChg chg="delSp mod">
        <pc:chgData name="Guan Wang" userId="5375c050-d6a4-4212-980e-f548dd476485" providerId="ADAL" clId="{BEF63849-18B8-4674-8FDD-7FED92E2812C}" dt="2024-09-02T22:37:14.364" v="3" actId="478"/>
        <pc:sldMkLst>
          <pc:docMk/>
          <pc:sldMk cId="1216769125" sldId="349"/>
        </pc:sldMkLst>
        <pc:inkChg chg="del">
          <ac:chgData name="Guan Wang" userId="5375c050-d6a4-4212-980e-f548dd476485" providerId="ADAL" clId="{BEF63849-18B8-4674-8FDD-7FED92E2812C}" dt="2024-09-02T22:37:14.364" v="3" actId="478"/>
          <ac:inkMkLst>
            <pc:docMk/>
            <pc:sldMk cId="1216769125" sldId="349"/>
            <ac:inkMk id="4" creationId="{2B4CAB2E-8CB0-8B8D-A20E-5BB659674121}"/>
          </ac:inkMkLst>
        </pc:inkChg>
      </pc:sldChg>
      <pc:sldChg chg="delSp mod modNotesTx">
        <pc:chgData name="Guan Wang" userId="5375c050-d6a4-4212-980e-f548dd476485" providerId="ADAL" clId="{BEF63849-18B8-4674-8FDD-7FED92E2812C}" dt="2024-09-06T03:17:30.271" v="132" actId="20577"/>
        <pc:sldMkLst>
          <pc:docMk/>
          <pc:sldMk cId="2836517454" sldId="350"/>
        </pc:sldMkLst>
        <pc:inkChg chg="del">
          <ac:chgData name="Guan Wang" userId="5375c050-d6a4-4212-980e-f548dd476485" providerId="ADAL" clId="{BEF63849-18B8-4674-8FDD-7FED92E2812C}" dt="2024-09-02T22:37:06.623" v="0" actId="478"/>
          <ac:inkMkLst>
            <pc:docMk/>
            <pc:sldMk cId="2836517454" sldId="350"/>
            <ac:inkMk id="4" creationId="{1C8CF1EE-76F0-C9FC-B661-48D7224771BD}"/>
          </ac:inkMkLst>
        </pc:inkChg>
      </pc:sldChg>
      <pc:sldChg chg="delSp mod modNotesTx">
        <pc:chgData name="Guan Wang" userId="5375c050-d6a4-4212-980e-f548dd476485" providerId="ADAL" clId="{BEF63849-18B8-4674-8FDD-7FED92E2812C}" dt="2024-09-06T03:17:33.241" v="133" actId="20577"/>
        <pc:sldMkLst>
          <pc:docMk/>
          <pc:sldMk cId="2762148926" sldId="351"/>
        </pc:sldMkLst>
        <pc:inkChg chg="del">
          <ac:chgData name="Guan Wang" userId="5375c050-d6a4-4212-980e-f548dd476485" providerId="ADAL" clId="{BEF63849-18B8-4674-8FDD-7FED92E2812C}" dt="2024-09-02T22:37:08.877" v="1" actId="478"/>
          <ac:inkMkLst>
            <pc:docMk/>
            <pc:sldMk cId="2762148926" sldId="351"/>
            <ac:inkMk id="4" creationId="{C51D0C00-883F-8B83-F601-878D7C375E75}"/>
          </ac:inkMkLst>
        </pc:inkChg>
      </pc:sldChg>
      <pc:sldChg chg="delSp mod modNotesTx">
        <pc:chgData name="Guan Wang" userId="5375c050-d6a4-4212-980e-f548dd476485" providerId="ADAL" clId="{BEF63849-18B8-4674-8FDD-7FED92E2812C}" dt="2024-09-06T03:17:37.535" v="134" actId="20577"/>
        <pc:sldMkLst>
          <pc:docMk/>
          <pc:sldMk cId="772658975" sldId="352"/>
        </pc:sldMkLst>
        <pc:inkChg chg="del">
          <ac:chgData name="Guan Wang" userId="5375c050-d6a4-4212-980e-f548dd476485" providerId="ADAL" clId="{BEF63849-18B8-4674-8FDD-7FED92E2812C}" dt="2024-09-02T22:37:10.988" v="2" actId="478"/>
          <ac:inkMkLst>
            <pc:docMk/>
            <pc:sldMk cId="772658975" sldId="352"/>
            <ac:inkMk id="4" creationId="{EC9409EC-A174-3B24-7C47-A48EAEC3349B}"/>
          </ac:inkMkLst>
        </pc:ink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315899-CE5D-41EF-AA29-CCEB16C6DBC9}" type="doc">
      <dgm:prSet loTypeId="urn:microsoft.com/office/officeart/2005/8/layout/process5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3A3ABAD5-EFFE-491D-B314-F94E505BFA2E}">
      <dgm:prSet/>
      <dgm:spPr/>
      <dgm:t>
        <a:bodyPr/>
        <a:lstStyle/>
        <a:p>
          <a:r>
            <a:rPr lang="en-US"/>
            <a:t>Events A and B are independent events. Find P(B) if P(A and B) = 0.25 and P(A) = 0.5.</a:t>
          </a:r>
        </a:p>
      </dgm:t>
    </dgm:pt>
    <dgm:pt modelId="{0638A897-F016-4E48-8B33-6F06E9527BB7}" type="parTrans" cxnId="{ED9010B1-0228-40B0-B7AC-4731828108D3}">
      <dgm:prSet/>
      <dgm:spPr/>
      <dgm:t>
        <a:bodyPr/>
        <a:lstStyle/>
        <a:p>
          <a:endParaRPr lang="en-US"/>
        </a:p>
      </dgm:t>
    </dgm:pt>
    <dgm:pt modelId="{DFBCDE46-DC87-43D9-8D34-3415E9F685C6}" type="sibTrans" cxnId="{ED9010B1-0228-40B0-B7AC-4731828108D3}">
      <dgm:prSet/>
      <dgm:spPr/>
      <dgm:t>
        <a:bodyPr/>
        <a:lstStyle/>
        <a:p>
          <a:endParaRPr lang="en-US"/>
        </a:p>
      </dgm:t>
    </dgm:pt>
    <dgm:pt modelId="{A966B360-54F4-44FF-B40D-B920338A049D}">
      <dgm:prSet/>
      <dgm:spPr/>
      <dgm:t>
        <a:bodyPr/>
        <a:lstStyle/>
        <a:p>
          <a:r>
            <a:rPr lang="en-US"/>
            <a:t>Events A and B are dependent. If P(A and B)=0.7 and P(B)=0.875, what is P(A)?</a:t>
          </a:r>
        </a:p>
      </dgm:t>
    </dgm:pt>
    <dgm:pt modelId="{4399097C-8352-40FA-B4B3-8D478A1EFA3C}" type="parTrans" cxnId="{1E2595F1-5AEE-4BBF-AEE4-7BE1F29C56E4}">
      <dgm:prSet/>
      <dgm:spPr/>
      <dgm:t>
        <a:bodyPr/>
        <a:lstStyle/>
        <a:p>
          <a:endParaRPr lang="en-US"/>
        </a:p>
      </dgm:t>
    </dgm:pt>
    <dgm:pt modelId="{116255AD-C309-441B-9512-468FAFCFF1A1}" type="sibTrans" cxnId="{1E2595F1-5AEE-4BBF-AEE4-7BE1F29C56E4}">
      <dgm:prSet/>
      <dgm:spPr/>
      <dgm:t>
        <a:bodyPr/>
        <a:lstStyle/>
        <a:p>
          <a:endParaRPr lang="en-US"/>
        </a:p>
      </dgm:t>
    </dgm:pt>
    <dgm:pt modelId="{68DB6DC8-77A5-4D88-A9E3-0EA8046D9339}">
      <dgm:prSet/>
      <dgm:spPr/>
      <dgm:t>
        <a:bodyPr/>
        <a:lstStyle/>
        <a:p>
          <a:r>
            <a:rPr lang="en-US"/>
            <a:t>Suppose that you roll a six-sided dice twice. Event A is that the first roll is a 6, so P(A) is the probability that the first roll is a 6. Event B is that the second roll is a 6, so P(B) is the probability that the second roll is a 6. How can you express the probability P(A and B)? </a:t>
          </a:r>
        </a:p>
      </dgm:t>
    </dgm:pt>
    <dgm:pt modelId="{E8CE1C8E-5C55-4866-BC8A-531C06EF3C31}" type="parTrans" cxnId="{559EA890-41CD-4892-A043-83BE6AEBFAF7}">
      <dgm:prSet/>
      <dgm:spPr/>
      <dgm:t>
        <a:bodyPr/>
        <a:lstStyle/>
        <a:p>
          <a:endParaRPr lang="en-US"/>
        </a:p>
      </dgm:t>
    </dgm:pt>
    <dgm:pt modelId="{C77D6503-E8DA-409C-938A-4CC131B9AF84}" type="sibTrans" cxnId="{559EA890-41CD-4892-A043-83BE6AEBFAF7}">
      <dgm:prSet/>
      <dgm:spPr/>
      <dgm:t>
        <a:bodyPr/>
        <a:lstStyle/>
        <a:p>
          <a:endParaRPr lang="en-US"/>
        </a:p>
      </dgm:t>
    </dgm:pt>
    <dgm:pt modelId="{1DB0C5FB-B2C1-4439-90DE-025C18BCE147}" type="pres">
      <dgm:prSet presAssocID="{06315899-CE5D-41EF-AA29-CCEB16C6DBC9}" presName="diagram" presStyleCnt="0">
        <dgm:presLayoutVars>
          <dgm:dir/>
          <dgm:resizeHandles val="exact"/>
        </dgm:presLayoutVars>
      </dgm:prSet>
      <dgm:spPr/>
    </dgm:pt>
    <dgm:pt modelId="{712FCD87-7BCC-4119-A475-C1083FE9EF04}" type="pres">
      <dgm:prSet presAssocID="{3A3ABAD5-EFFE-491D-B314-F94E505BFA2E}" presName="node" presStyleLbl="node1" presStyleIdx="0" presStyleCnt="3">
        <dgm:presLayoutVars>
          <dgm:bulletEnabled val="1"/>
        </dgm:presLayoutVars>
      </dgm:prSet>
      <dgm:spPr/>
    </dgm:pt>
    <dgm:pt modelId="{F6F42343-4230-40CA-A0E7-7E0C1F155025}" type="pres">
      <dgm:prSet presAssocID="{DFBCDE46-DC87-43D9-8D34-3415E9F685C6}" presName="sibTrans" presStyleLbl="sibTrans2D1" presStyleIdx="0" presStyleCnt="2"/>
      <dgm:spPr/>
    </dgm:pt>
    <dgm:pt modelId="{C725DB42-B50B-4554-8D25-06A32BD27A3F}" type="pres">
      <dgm:prSet presAssocID="{DFBCDE46-DC87-43D9-8D34-3415E9F685C6}" presName="connectorText" presStyleLbl="sibTrans2D1" presStyleIdx="0" presStyleCnt="2"/>
      <dgm:spPr/>
    </dgm:pt>
    <dgm:pt modelId="{52D4994D-E22E-43F2-918A-D383F2DEEF35}" type="pres">
      <dgm:prSet presAssocID="{A966B360-54F4-44FF-B40D-B920338A049D}" presName="node" presStyleLbl="node1" presStyleIdx="1" presStyleCnt="3">
        <dgm:presLayoutVars>
          <dgm:bulletEnabled val="1"/>
        </dgm:presLayoutVars>
      </dgm:prSet>
      <dgm:spPr/>
    </dgm:pt>
    <dgm:pt modelId="{41EE1770-6149-4320-BDF9-3961BCBE2684}" type="pres">
      <dgm:prSet presAssocID="{116255AD-C309-441B-9512-468FAFCFF1A1}" presName="sibTrans" presStyleLbl="sibTrans2D1" presStyleIdx="1" presStyleCnt="2"/>
      <dgm:spPr/>
    </dgm:pt>
    <dgm:pt modelId="{C835B8F4-1C84-4DD3-841C-89FE17D16CA6}" type="pres">
      <dgm:prSet presAssocID="{116255AD-C309-441B-9512-468FAFCFF1A1}" presName="connectorText" presStyleLbl="sibTrans2D1" presStyleIdx="1" presStyleCnt="2"/>
      <dgm:spPr/>
    </dgm:pt>
    <dgm:pt modelId="{53D41AE4-C10E-4253-87EF-EE644EEFFD85}" type="pres">
      <dgm:prSet presAssocID="{68DB6DC8-77A5-4D88-A9E3-0EA8046D9339}" presName="node" presStyleLbl="node1" presStyleIdx="2" presStyleCnt="3">
        <dgm:presLayoutVars>
          <dgm:bulletEnabled val="1"/>
        </dgm:presLayoutVars>
      </dgm:prSet>
      <dgm:spPr/>
    </dgm:pt>
  </dgm:ptLst>
  <dgm:cxnLst>
    <dgm:cxn modelId="{08A5CA05-1743-489F-97AD-7283EA742BEC}" type="presOf" srcId="{A966B360-54F4-44FF-B40D-B920338A049D}" destId="{52D4994D-E22E-43F2-918A-D383F2DEEF35}" srcOrd="0" destOrd="0" presId="urn:microsoft.com/office/officeart/2005/8/layout/process5"/>
    <dgm:cxn modelId="{AA97EE1C-3CFE-4E78-85CC-12D4AC5400DD}" type="presOf" srcId="{DFBCDE46-DC87-43D9-8D34-3415E9F685C6}" destId="{C725DB42-B50B-4554-8D25-06A32BD27A3F}" srcOrd="1" destOrd="0" presId="urn:microsoft.com/office/officeart/2005/8/layout/process5"/>
    <dgm:cxn modelId="{1D36C73D-A5C1-41AB-84CA-853CDA1307FF}" type="presOf" srcId="{3A3ABAD5-EFFE-491D-B314-F94E505BFA2E}" destId="{712FCD87-7BCC-4119-A475-C1083FE9EF04}" srcOrd="0" destOrd="0" presId="urn:microsoft.com/office/officeart/2005/8/layout/process5"/>
    <dgm:cxn modelId="{0237486B-1C6B-45E1-96A8-B0D0B0B1F01F}" type="presOf" srcId="{DFBCDE46-DC87-43D9-8D34-3415E9F685C6}" destId="{F6F42343-4230-40CA-A0E7-7E0C1F155025}" srcOrd="0" destOrd="0" presId="urn:microsoft.com/office/officeart/2005/8/layout/process5"/>
    <dgm:cxn modelId="{83C93057-B07B-4E06-8F69-847CA453EB6A}" type="presOf" srcId="{116255AD-C309-441B-9512-468FAFCFF1A1}" destId="{41EE1770-6149-4320-BDF9-3961BCBE2684}" srcOrd="0" destOrd="0" presId="urn:microsoft.com/office/officeart/2005/8/layout/process5"/>
    <dgm:cxn modelId="{559EA890-41CD-4892-A043-83BE6AEBFAF7}" srcId="{06315899-CE5D-41EF-AA29-CCEB16C6DBC9}" destId="{68DB6DC8-77A5-4D88-A9E3-0EA8046D9339}" srcOrd="2" destOrd="0" parTransId="{E8CE1C8E-5C55-4866-BC8A-531C06EF3C31}" sibTransId="{C77D6503-E8DA-409C-938A-4CC131B9AF84}"/>
    <dgm:cxn modelId="{ED9010B1-0228-40B0-B7AC-4731828108D3}" srcId="{06315899-CE5D-41EF-AA29-CCEB16C6DBC9}" destId="{3A3ABAD5-EFFE-491D-B314-F94E505BFA2E}" srcOrd="0" destOrd="0" parTransId="{0638A897-F016-4E48-8B33-6F06E9527BB7}" sibTransId="{DFBCDE46-DC87-43D9-8D34-3415E9F685C6}"/>
    <dgm:cxn modelId="{7B2E04B4-527B-4602-991E-B2107C348EF5}" type="presOf" srcId="{06315899-CE5D-41EF-AA29-CCEB16C6DBC9}" destId="{1DB0C5FB-B2C1-4439-90DE-025C18BCE147}" srcOrd="0" destOrd="0" presId="urn:microsoft.com/office/officeart/2005/8/layout/process5"/>
    <dgm:cxn modelId="{7EF23AB4-6745-4B5E-9CDD-71D233A6DB4A}" type="presOf" srcId="{116255AD-C309-441B-9512-468FAFCFF1A1}" destId="{C835B8F4-1C84-4DD3-841C-89FE17D16CA6}" srcOrd="1" destOrd="0" presId="urn:microsoft.com/office/officeart/2005/8/layout/process5"/>
    <dgm:cxn modelId="{5CA35EC1-F635-419E-9E60-2951964195E4}" type="presOf" srcId="{68DB6DC8-77A5-4D88-A9E3-0EA8046D9339}" destId="{53D41AE4-C10E-4253-87EF-EE644EEFFD85}" srcOrd="0" destOrd="0" presId="urn:microsoft.com/office/officeart/2005/8/layout/process5"/>
    <dgm:cxn modelId="{1E2595F1-5AEE-4BBF-AEE4-7BE1F29C56E4}" srcId="{06315899-CE5D-41EF-AA29-CCEB16C6DBC9}" destId="{A966B360-54F4-44FF-B40D-B920338A049D}" srcOrd="1" destOrd="0" parTransId="{4399097C-8352-40FA-B4B3-8D478A1EFA3C}" sibTransId="{116255AD-C309-441B-9512-468FAFCFF1A1}"/>
    <dgm:cxn modelId="{09329AF8-2B27-43B1-B970-48B867E43C83}" type="presParOf" srcId="{1DB0C5FB-B2C1-4439-90DE-025C18BCE147}" destId="{712FCD87-7BCC-4119-A475-C1083FE9EF04}" srcOrd="0" destOrd="0" presId="urn:microsoft.com/office/officeart/2005/8/layout/process5"/>
    <dgm:cxn modelId="{C0F462F5-9282-49CD-82AA-56AA6081B1C6}" type="presParOf" srcId="{1DB0C5FB-B2C1-4439-90DE-025C18BCE147}" destId="{F6F42343-4230-40CA-A0E7-7E0C1F155025}" srcOrd="1" destOrd="0" presId="urn:microsoft.com/office/officeart/2005/8/layout/process5"/>
    <dgm:cxn modelId="{C246450D-3EE0-46AC-BF94-19934F7870CA}" type="presParOf" srcId="{F6F42343-4230-40CA-A0E7-7E0C1F155025}" destId="{C725DB42-B50B-4554-8D25-06A32BD27A3F}" srcOrd="0" destOrd="0" presId="urn:microsoft.com/office/officeart/2005/8/layout/process5"/>
    <dgm:cxn modelId="{2FFF0993-14FA-4368-BBE9-9ADC5571BAEE}" type="presParOf" srcId="{1DB0C5FB-B2C1-4439-90DE-025C18BCE147}" destId="{52D4994D-E22E-43F2-918A-D383F2DEEF35}" srcOrd="2" destOrd="0" presId="urn:microsoft.com/office/officeart/2005/8/layout/process5"/>
    <dgm:cxn modelId="{6948CC3B-7784-46E0-9CB9-DBEDDE141A3F}" type="presParOf" srcId="{1DB0C5FB-B2C1-4439-90DE-025C18BCE147}" destId="{41EE1770-6149-4320-BDF9-3961BCBE2684}" srcOrd="3" destOrd="0" presId="urn:microsoft.com/office/officeart/2005/8/layout/process5"/>
    <dgm:cxn modelId="{09D63AB3-672A-419E-B550-F4D1EC79684D}" type="presParOf" srcId="{41EE1770-6149-4320-BDF9-3961BCBE2684}" destId="{C835B8F4-1C84-4DD3-841C-89FE17D16CA6}" srcOrd="0" destOrd="0" presId="urn:microsoft.com/office/officeart/2005/8/layout/process5"/>
    <dgm:cxn modelId="{15C26E2D-BB0C-4DA1-8B2D-AE8194D1BE43}" type="presParOf" srcId="{1DB0C5FB-B2C1-4439-90DE-025C18BCE147}" destId="{53D41AE4-C10E-4253-87EF-EE644EEFFD85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9125A1-C8E1-4C66-A32D-2B9D59F769EB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EE40059-4A7B-429F-AB83-7D51CAC0AFEE}">
      <dgm:prSet/>
      <dgm:spPr/>
      <dgm:t>
        <a:bodyPr/>
        <a:lstStyle/>
        <a:p>
          <a:r>
            <a:rPr lang="en-US"/>
            <a:t>Answer Q1: P(B) = P(A and B)/P(A) = 0.5</a:t>
          </a:r>
        </a:p>
      </dgm:t>
    </dgm:pt>
    <dgm:pt modelId="{9C93B2E9-B0F5-402F-9B99-D568DC534F02}" type="parTrans" cxnId="{A04CC8F2-450D-4CE7-A7C4-181550E006CC}">
      <dgm:prSet/>
      <dgm:spPr/>
      <dgm:t>
        <a:bodyPr/>
        <a:lstStyle/>
        <a:p>
          <a:endParaRPr lang="en-US"/>
        </a:p>
      </dgm:t>
    </dgm:pt>
    <dgm:pt modelId="{C9427DF2-19C0-4BB6-A4FF-1ED791A9209B}" type="sibTrans" cxnId="{A04CC8F2-450D-4CE7-A7C4-181550E006C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9CA55C1-FDBC-4D85-BFCB-92E55039F080}">
      <dgm:prSet/>
      <dgm:spPr/>
      <dgm:t>
        <a:bodyPr/>
        <a:lstStyle/>
        <a:p>
          <a:r>
            <a:rPr lang="en-US"/>
            <a:t>Answer Q2:</a:t>
          </a:r>
        </a:p>
      </dgm:t>
    </dgm:pt>
    <dgm:pt modelId="{8E2AD42E-71DF-43A3-9F0C-FB81BE5F6ADD}" type="parTrans" cxnId="{E2443EDD-1A35-4A35-85EA-D5B3B572D77F}">
      <dgm:prSet/>
      <dgm:spPr/>
      <dgm:t>
        <a:bodyPr/>
        <a:lstStyle/>
        <a:p>
          <a:endParaRPr lang="en-US"/>
        </a:p>
      </dgm:t>
    </dgm:pt>
    <dgm:pt modelId="{E8A7699A-BACE-4513-AAB2-E4863FFF3F10}" type="sibTrans" cxnId="{E2443EDD-1A35-4A35-85EA-D5B3B572D77F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60203E21-6CF3-4463-BC2F-F57B6FB9C7A7}">
      <dgm:prSet/>
      <dgm:spPr/>
      <dgm:t>
        <a:bodyPr/>
        <a:lstStyle/>
        <a:p>
          <a:r>
            <a:rPr lang="en-US"/>
            <a:t>we do not have P(B∣A), So we still can calculate the P(A) = P(A and B)/ P(B), P(A) =  ~</a:t>
          </a:r>
          <a:r>
            <a:rPr lang="en-US" b="1"/>
            <a:t>0.8</a:t>
          </a:r>
          <a:r>
            <a:rPr lang="en-US"/>
            <a:t>.</a:t>
          </a:r>
        </a:p>
      </dgm:t>
    </dgm:pt>
    <dgm:pt modelId="{AECF010A-F8F0-487F-B157-5BCAACBB095C}" type="parTrans" cxnId="{0DE8435A-F918-45BD-B21A-D35DEA733F83}">
      <dgm:prSet/>
      <dgm:spPr/>
      <dgm:t>
        <a:bodyPr/>
        <a:lstStyle/>
        <a:p>
          <a:endParaRPr lang="en-US"/>
        </a:p>
      </dgm:t>
    </dgm:pt>
    <dgm:pt modelId="{77D3E36C-E7F2-42B9-9F89-DD0783BFA684}" type="sibTrans" cxnId="{0DE8435A-F918-45BD-B21A-D35DEA733F83}">
      <dgm:prSet/>
      <dgm:spPr/>
      <dgm:t>
        <a:bodyPr/>
        <a:lstStyle/>
        <a:p>
          <a:endParaRPr lang="en-US"/>
        </a:p>
      </dgm:t>
    </dgm:pt>
    <dgm:pt modelId="{317AEADD-1A6B-4968-9ED7-254FA0F9EAEA}">
      <dgm:prSet/>
      <dgm:spPr/>
      <dgm:t>
        <a:bodyPr/>
        <a:lstStyle/>
        <a:p>
          <a:r>
            <a:rPr lang="en-US"/>
            <a:t>Answer Q3: </a:t>
          </a:r>
        </a:p>
      </dgm:t>
    </dgm:pt>
    <dgm:pt modelId="{32AFA883-8BA8-4AED-87DD-425747D6F9B1}" type="parTrans" cxnId="{ECD5B39B-8506-4F0A-A0CA-0FEDDED4BEF0}">
      <dgm:prSet/>
      <dgm:spPr/>
      <dgm:t>
        <a:bodyPr/>
        <a:lstStyle/>
        <a:p>
          <a:endParaRPr lang="en-US"/>
        </a:p>
      </dgm:t>
    </dgm:pt>
    <dgm:pt modelId="{6973C4F4-83FE-47D6-9981-D8DF22EE902A}" type="sibTrans" cxnId="{ECD5B39B-8506-4F0A-A0CA-0FEDDED4BEF0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2660B1A6-A5BC-4327-A4A1-772B7583084E}">
      <dgm:prSet/>
      <dgm:spPr/>
      <dgm:t>
        <a:bodyPr/>
        <a:lstStyle/>
        <a:p>
          <a:r>
            <a:rPr lang="pl-PL"/>
            <a:t>P(A∩B)=</a:t>
          </a:r>
          <a:r>
            <a:rPr lang="en-US"/>
            <a:t>1/6 </a:t>
          </a:r>
          <a:r>
            <a:rPr lang="pl-PL"/>
            <a:t>​×1</a:t>
          </a:r>
          <a:r>
            <a:rPr lang="en-US"/>
            <a:t>/6</a:t>
          </a:r>
          <a:r>
            <a:rPr lang="pl-PL"/>
            <a:t>​=</a:t>
          </a:r>
          <a:r>
            <a:rPr lang="en-US"/>
            <a:t> 1/36 (A and B are independent)</a:t>
          </a:r>
          <a:r>
            <a:rPr lang="pl-PL"/>
            <a:t>​</a:t>
          </a:r>
          <a:endParaRPr lang="en-US"/>
        </a:p>
      </dgm:t>
    </dgm:pt>
    <dgm:pt modelId="{B255A1D3-D930-42C6-99AD-7742058EFE0D}" type="parTrans" cxnId="{A84EE15E-D7FF-4477-A9CD-E7C9A4FEBB97}">
      <dgm:prSet/>
      <dgm:spPr/>
      <dgm:t>
        <a:bodyPr/>
        <a:lstStyle/>
        <a:p>
          <a:endParaRPr lang="en-US"/>
        </a:p>
      </dgm:t>
    </dgm:pt>
    <dgm:pt modelId="{E894E640-0CA0-4025-BDDB-F7F4AECF371A}" type="sibTrans" cxnId="{A84EE15E-D7FF-4477-A9CD-E7C9A4FEBB97}">
      <dgm:prSet/>
      <dgm:spPr/>
      <dgm:t>
        <a:bodyPr/>
        <a:lstStyle/>
        <a:p>
          <a:endParaRPr lang="en-US"/>
        </a:p>
      </dgm:t>
    </dgm:pt>
    <dgm:pt modelId="{D172DA9B-D157-407B-BF6B-91D30AE313FF}" type="pres">
      <dgm:prSet presAssocID="{AE9125A1-C8E1-4C66-A32D-2B9D59F769EB}" presName="Name0" presStyleCnt="0">
        <dgm:presLayoutVars>
          <dgm:animLvl val="lvl"/>
          <dgm:resizeHandles val="exact"/>
        </dgm:presLayoutVars>
      </dgm:prSet>
      <dgm:spPr/>
    </dgm:pt>
    <dgm:pt modelId="{7D6011E2-5064-405C-A056-F8BE828A6F1D}" type="pres">
      <dgm:prSet presAssocID="{5EE40059-4A7B-429F-AB83-7D51CAC0AFEE}" presName="compositeNode" presStyleCnt="0">
        <dgm:presLayoutVars>
          <dgm:bulletEnabled val="1"/>
        </dgm:presLayoutVars>
      </dgm:prSet>
      <dgm:spPr/>
    </dgm:pt>
    <dgm:pt modelId="{85330F84-B34D-45A4-B384-1F6DDDD0CB58}" type="pres">
      <dgm:prSet presAssocID="{5EE40059-4A7B-429F-AB83-7D51CAC0AFEE}" presName="bgRect" presStyleLbl="alignNode1" presStyleIdx="0" presStyleCnt="3"/>
      <dgm:spPr/>
    </dgm:pt>
    <dgm:pt modelId="{383FC3E6-E328-4EEA-B518-D5BF22F6C1FF}" type="pres">
      <dgm:prSet presAssocID="{C9427DF2-19C0-4BB6-A4FF-1ED791A9209B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71A13CAC-887C-467B-85B3-7C6B98C699BF}" type="pres">
      <dgm:prSet presAssocID="{5EE40059-4A7B-429F-AB83-7D51CAC0AFEE}" presName="nodeRect" presStyleLbl="alignNode1" presStyleIdx="0" presStyleCnt="3">
        <dgm:presLayoutVars>
          <dgm:bulletEnabled val="1"/>
        </dgm:presLayoutVars>
      </dgm:prSet>
      <dgm:spPr/>
    </dgm:pt>
    <dgm:pt modelId="{F8875C90-2796-430B-90E2-045AC25D922A}" type="pres">
      <dgm:prSet presAssocID="{C9427DF2-19C0-4BB6-A4FF-1ED791A9209B}" presName="sibTrans" presStyleCnt="0"/>
      <dgm:spPr/>
    </dgm:pt>
    <dgm:pt modelId="{59E6103C-0A6F-4073-9091-9ACFCB5797BB}" type="pres">
      <dgm:prSet presAssocID="{C9CA55C1-FDBC-4D85-BFCB-92E55039F080}" presName="compositeNode" presStyleCnt="0">
        <dgm:presLayoutVars>
          <dgm:bulletEnabled val="1"/>
        </dgm:presLayoutVars>
      </dgm:prSet>
      <dgm:spPr/>
    </dgm:pt>
    <dgm:pt modelId="{EBA3026D-F109-4DA9-ACCA-6A6183BF94CC}" type="pres">
      <dgm:prSet presAssocID="{C9CA55C1-FDBC-4D85-BFCB-92E55039F080}" presName="bgRect" presStyleLbl="alignNode1" presStyleIdx="1" presStyleCnt="3"/>
      <dgm:spPr/>
    </dgm:pt>
    <dgm:pt modelId="{96EC01E6-F11B-4D9F-8AC4-01A7DA5AA534}" type="pres">
      <dgm:prSet presAssocID="{E8A7699A-BACE-4513-AAB2-E4863FFF3F10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38EA099A-7E3D-44EF-87C9-78B0E910739B}" type="pres">
      <dgm:prSet presAssocID="{C9CA55C1-FDBC-4D85-BFCB-92E55039F080}" presName="nodeRect" presStyleLbl="alignNode1" presStyleIdx="1" presStyleCnt="3">
        <dgm:presLayoutVars>
          <dgm:bulletEnabled val="1"/>
        </dgm:presLayoutVars>
      </dgm:prSet>
      <dgm:spPr/>
    </dgm:pt>
    <dgm:pt modelId="{0E3FC519-D114-4FCC-B720-3564D26E060B}" type="pres">
      <dgm:prSet presAssocID="{E8A7699A-BACE-4513-AAB2-E4863FFF3F10}" presName="sibTrans" presStyleCnt="0"/>
      <dgm:spPr/>
    </dgm:pt>
    <dgm:pt modelId="{75892F66-2897-47C5-A233-D705246BD0EA}" type="pres">
      <dgm:prSet presAssocID="{317AEADD-1A6B-4968-9ED7-254FA0F9EAEA}" presName="compositeNode" presStyleCnt="0">
        <dgm:presLayoutVars>
          <dgm:bulletEnabled val="1"/>
        </dgm:presLayoutVars>
      </dgm:prSet>
      <dgm:spPr/>
    </dgm:pt>
    <dgm:pt modelId="{8B47B499-06BD-4636-8A5A-F7E6F3A61E95}" type="pres">
      <dgm:prSet presAssocID="{317AEADD-1A6B-4968-9ED7-254FA0F9EAEA}" presName="bgRect" presStyleLbl="alignNode1" presStyleIdx="2" presStyleCnt="3"/>
      <dgm:spPr/>
    </dgm:pt>
    <dgm:pt modelId="{1407942E-1CF2-42EF-9A8E-46B69C429364}" type="pres">
      <dgm:prSet presAssocID="{6973C4F4-83FE-47D6-9981-D8DF22EE902A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553E5F8-ED45-466E-AC88-D387BECDE611}" type="pres">
      <dgm:prSet presAssocID="{317AEADD-1A6B-4968-9ED7-254FA0F9EAEA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A74C30E-1447-4D96-B078-2F9B03157CAE}" type="presOf" srcId="{5EE40059-4A7B-429F-AB83-7D51CAC0AFEE}" destId="{85330F84-B34D-45A4-B384-1F6DDDD0CB58}" srcOrd="0" destOrd="0" presId="urn:microsoft.com/office/officeart/2016/7/layout/LinearBlockProcessNumbered"/>
    <dgm:cxn modelId="{4F514F19-7BFF-4429-9AF5-8FD9402F028B}" type="presOf" srcId="{E8A7699A-BACE-4513-AAB2-E4863FFF3F10}" destId="{96EC01E6-F11B-4D9F-8AC4-01A7DA5AA534}" srcOrd="0" destOrd="0" presId="urn:microsoft.com/office/officeart/2016/7/layout/LinearBlockProcessNumbered"/>
    <dgm:cxn modelId="{88F2D634-8AF8-4C29-B1BC-7CC6423FAF4C}" type="presOf" srcId="{C9CA55C1-FDBC-4D85-BFCB-92E55039F080}" destId="{38EA099A-7E3D-44EF-87C9-78B0E910739B}" srcOrd="1" destOrd="0" presId="urn:microsoft.com/office/officeart/2016/7/layout/LinearBlockProcessNumbered"/>
    <dgm:cxn modelId="{A84EE15E-D7FF-4477-A9CD-E7C9A4FEBB97}" srcId="{317AEADD-1A6B-4968-9ED7-254FA0F9EAEA}" destId="{2660B1A6-A5BC-4327-A4A1-772B7583084E}" srcOrd="0" destOrd="0" parTransId="{B255A1D3-D930-42C6-99AD-7742058EFE0D}" sibTransId="{E894E640-0CA0-4025-BDDB-F7F4AECF371A}"/>
    <dgm:cxn modelId="{B7F6FF5F-A339-4C05-9022-FF476A3BEE7A}" type="presOf" srcId="{5EE40059-4A7B-429F-AB83-7D51CAC0AFEE}" destId="{71A13CAC-887C-467B-85B3-7C6B98C699BF}" srcOrd="1" destOrd="0" presId="urn:microsoft.com/office/officeart/2016/7/layout/LinearBlockProcessNumbered"/>
    <dgm:cxn modelId="{96817D62-4E17-4BE4-8D6F-81B233F73DF2}" type="presOf" srcId="{C9CA55C1-FDBC-4D85-BFCB-92E55039F080}" destId="{EBA3026D-F109-4DA9-ACCA-6A6183BF94CC}" srcOrd="0" destOrd="0" presId="urn:microsoft.com/office/officeart/2016/7/layout/LinearBlockProcessNumbered"/>
    <dgm:cxn modelId="{10A47F51-8C32-4597-ACB4-93EF7B09336E}" type="presOf" srcId="{317AEADD-1A6B-4968-9ED7-254FA0F9EAEA}" destId="{8B47B499-06BD-4636-8A5A-F7E6F3A61E95}" srcOrd="0" destOrd="0" presId="urn:microsoft.com/office/officeart/2016/7/layout/LinearBlockProcessNumbered"/>
    <dgm:cxn modelId="{0DE8435A-F918-45BD-B21A-D35DEA733F83}" srcId="{C9CA55C1-FDBC-4D85-BFCB-92E55039F080}" destId="{60203E21-6CF3-4463-BC2F-F57B6FB9C7A7}" srcOrd="0" destOrd="0" parTransId="{AECF010A-F8F0-487F-B157-5BCAACBB095C}" sibTransId="{77D3E36C-E7F2-42B9-9F89-DD0783BFA684}"/>
    <dgm:cxn modelId="{11E5F77A-C8A2-467C-A0B8-40511B172821}" type="presOf" srcId="{2660B1A6-A5BC-4327-A4A1-772B7583084E}" destId="{E553E5F8-ED45-466E-AC88-D387BECDE611}" srcOrd="0" destOrd="1" presId="urn:microsoft.com/office/officeart/2016/7/layout/LinearBlockProcessNumbered"/>
    <dgm:cxn modelId="{EF50CF8E-504A-442A-A1F2-A4ACEAEDCB75}" type="presOf" srcId="{6973C4F4-83FE-47D6-9981-D8DF22EE902A}" destId="{1407942E-1CF2-42EF-9A8E-46B69C429364}" srcOrd="0" destOrd="0" presId="urn:microsoft.com/office/officeart/2016/7/layout/LinearBlockProcessNumbered"/>
    <dgm:cxn modelId="{ECD5B39B-8506-4F0A-A0CA-0FEDDED4BEF0}" srcId="{AE9125A1-C8E1-4C66-A32D-2B9D59F769EB}" destId="{317AEADD-1A6B-4968-9ED7-254FA0F9EAEA}" srcOrd="2" destOrd="0" parTransId="{32AFA883-8BA8-4AED-87DD-425747D6F9B1}" sibTransId="{6973C4F4-83FE-47D6-9981-D8DF22EE902A}"/>
    <dgm:cxn modelId="{9872E0B4-E60F-4DBC-A212-62DEF64CFF4A}" type="presOf" srcId="{C9427DF2-19C0-4BB6-A4FF-1ED791A9209B}" destId="{383FC3E6-E328-4EEA-B518-D5BF22F6C1FF}" srcOrd="0" destOrd="0" presId="urn:microsoft.com/office/officeart/2016/7/layout/LinearBlockProcessNumbered"/>
    <dgm:cxn modelId="{100824C2-ECAE-4F41-90E4-83CAD534079F}" type="presOf" srcId="{60203E21-6CF3-4463-BC2F-F57B6FB9C7A7}" destId="{38EA099A-7E3D-44EF-87C9-78B0E910739B}" srcOrd="0" destOrd="1" presId="urn:microsoft.com/office/officeart/2016/7/layout/LinearBlockProcessNumbered"/>
    <dgm:cxn modelId="{7BD167CC-0C9A-4896-A959-9A4CF9682E86}" type="presOf" srcId="{317AEADD-1A6B-4968-9ED7-254FA0F9EAEA}" destId="{E553E5F8-ED45-466E-AC88-D387BECDE611}" srcOrd="1" destOrd="0" presId="urn:microsoft.com/office/officeart/2016/7/layout/LinearBlockProcessNumbered"/>
    <dgm:cxn modelId="{E2443EDD-1A35-4A35-85EA-D5B3B572D77F}" srcId="{AE9125A1-C8E1-4C66-A32D-2B9D59F769EB}" destId="{C9CA55C1-FDBC-4D85-BFCB-92E55039F080}" srcOrd="1" destOrd="0" parTransId="{8E2AD42E-71DF-43A3-9F0C-FB81BE5F6ADD}" sibTransId="{E8A7699A-BACE-4513-AAB2-E4863FFF3F10}"/>
    <dgm:cxn modelId="{A04CC8F2-450D-4CE7-A7C4-181550E006CC}" srcId="{AE9125A1-C8E1-4C66-A32D-2B9D59F769EB}" destId="{5EE40059-4A7B-429F-AB83-7D51CAC0AFEE}" srcOrd="0" destOrd="0" parTransId="{9C93B2E9-B0F5-402F-9B99-D568DC534F02}" sibTransId="{C9427DF2-19C0-4BB6-A4FF-1ED791A9209B}"/>
    <dgm:cxn modelId="{1F242FFE-464A-4740-AA99-0085B599D0E3}" type="presOf" srcId="{AE9125A1-C8E1-4C66-A32D-2B9D59F769EB}" destId="{D172DA9B-D157-407B-BF6B-91D30AE313FF}" srcOrd="0" destOrd="0" presId="urn:microsoft.com/office/officeart/2016/7/layout/LinearBlockProcessNumbered"/>
    <dgm:cxn modelId="{9E8DD38F-45BE-4007-AE07-DC0E0619719C}" type="presParOf" srcId="{D172DA9B-D157-407B-BF6B-91D30AE313FF}" destId="{7D6011E2-5064-405C-A056-F8BE828A6F1D}" srcOrd="0" destOrd="0" presId="urn:microsoft.com/office/officeart/2016/7/layout/LinearBlockProcessNumbered"/>
    <dgm:cxn modelId="{BAB0AC6B-BFAD-44F2-88BA-78E1929620EC}" type="presParOf" srcId="{7D6011E2-5064-405C-A056-F8BE828A6F1D}" destId="{85330F84-B34D-45A4-B384-1F6DDDD0CB58}" srcOrd="0" destOrd="0" presId="urn:microsoft.com/office/officeart/2016/7/layout/LinearBlockProcessNumbered"/>
    <dgm:cxn modelId="{3BE8E84E-A684-4FF7-876D-BACCE4F5F1DB}" type="presParOf" srcId="{7D6011E2-5064-405C-A056-F8BE828A6F1D}" destId="{383FC3E6-E328-4EEA-B518-D5BF22F6C1FF}" srcOrd="1" destOrd="0" presId="urn:microsoft.com/office/officeart/2016/7/layout/LinearBlockProcessNumbered"/>
    <dgm:cxn modelId="{1E37BB3C-DE11-49AC-91B7-8CF210F8E43A}" type="presParOf" srcId="{7D6011E2-5064-405C-A056-F8BE828A6F1D}" destId="{71A13CAC-887C-467B-85B3-7C6B98C699BF}" srcOrd="2" destOrd="0" presId="urn:microsoft.com/office/officeart/2016/7/layout/LinearBlockProcessNumbered"/>
    <dgm:cxn modelId="{D0161D34-383F-488B-8F38-DEC11D1A0B56}" type="presParOf" srcId="{D172DA9B-D157-407B-BF6B-91D30AE313FF}" destId="{F8875C90-2796-430B-90E2-045AC25D922A}" srcOrd="1" destOrd="0" presId="urn:microsoft.com/office/officeart/2016/7/layout/LinearBlockProcessNumbered"/>
    <dgm:cxn modelId="{EC69AAFF-BC80-4D05-89FD-70245353D905}" type="presParOf" srcId="{D172DA9B-D157-407B-BF6B-91D30AE313FF}" destId="{59E6103C-0A6F-4073-9091-9ACFCB5797BB}" srcOrd="2" destOrd="0" presId="urn:microsoft.com/office/officeart/2016/7/layout/LinearBlockProcessNumbered"/>
    <dgm:cxn modelId="{4625D099-4DC9-4A12-A024-F5DE2999D593}" type="presParOf" srcId="{59E6103C-0A6F-4073-9091-9ACFCB5797BB}" destId="{EBA3026D-F109-4DA9-ACCA-6A6183BF94CC}" srcOrd="0" destOrd="0" presId="urn:microsoft.com/office/officeart/2016/7/layout/LinearBlockProcessNumbered"/>
    <dgm:cxn modelId="{3D44CFDB-2134-4DE5-8FA2-92210449F002}" type="presParOf" srcId="{59E6103C-0A6F-4073-9091-9ACFCB5797BB}" destId="{96EC01E6-F11B-4D9F-8AC4-01A7DA5AA534}" srcOrd="1" destOrd="0" presId="urn:microsoft.com/office/officeart/2016/7/layout/LinearBlockProcessNumbered"/>
    <dgm:cxn modelId="{2BB88249-1B3B-4A31-8DAE-BFE353F1D1E2}" type="presParOf" srcId="{59E6103C-0A6F-4073-9091-9ACFCB5797BB}" destId="{38EA099A-7E3D-44EF-87C9-78B0E910739B}" srcOrd="2" destOrd="0" presId="urn:microsoft.com/office/officeart/2016/7/layout/LinearBlockProcessNumbered"/>
    <dgm:cxn modelId="{1FA71734-8147-4B2E-9A02-874E01547145}" type="presParOf" srcId="{D172DA9B-D157-407B-BF6B-91D30AE313FF}" destId="{0E3FC519-D114-4FCC-B720-3564D26E060B}" srcOrd="3" destOrd="0" presId="urn:microsoft.com/office/officeart/2016/7/layout/LinearBlockProcessNumbered"/>
    <dgm:cxn modelId="{184118DC-C5E4-420B-A28F-002BE6CC86CD}" type="presParOf" srcId="{D172DA9B-D157-407B-BF6B-91D30AE313FF}" destId="{75892F66-2897-47C5-A233-D705246BD0EA}" srcOrd="4" destOrd="0" presId="urn:microsoft.com/office/officeart/2016/7/layout/LinearBlockProcessNumbered"/>
    <dgm:cxn modelId="{6E39EF4C-4554-4963-AE32-390722C4F013}" type="presParOf" srcId="{75892F66-2897-47C5-A233-D705246BD0EA}" destId="{8B47B499-06BD-4636-8A5A-F7E6F3A61E95}" srcOrd="0" destOrd="0" presId="urn:microsoft.com/office/officeart/2016/7/layout/LinearBlockProcessNumbered"/>
    <dgm:cxn modelId="{33740DC6-5801-4EC5-B891-DE1E2619E0B5}" type="presParOf" srcId="{75892F66-2897-47C5-A233-D705246BD0EA}" destId="{1407942E-1CF2-42EF-9A8E-46B69C429364}" srcOrd="1" destOrd="0" presId="urn:microsoft.com/office/officeart/2016/7/layout/LinearBlockProcessNumbered"/>
    <dgm:cxn modelId="{6D6A0921-8407-4EE5-AA4E-FF85F8972FAA}" type="presParOf" srcId="{75892F66-2897-47C5-A233-D705246BD0EA}" destId="{E553E5F8-ED45-466E-AC88-D387BECDE61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FCD87-7BCC-4119-A475-C1083FE9EF04}">
      <dsp:nvSpPr>
        <dsp:cNvPr id="0" name=""/>
        <dsp:cNvSpPr/>
      </dsp:nvSpPr>
      <dsp:spPr>
        <a:xfrm>
          <a:off x="7488" y="960707"/>
          <a:ext cx="2238321" cy="13429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Events A and B are independent events. Find P(B) if P(A and B) = 0.25 and P(A) = 0.5.</a:t>
          </a:r>
        </a:p>
      </dsp:txBody>
      <dsp:txXfrm>
        <a:off x="46823" y="1000042"/>
        <a:ext cx="2159651" cy="1264323"/>
      </dsp:txXfrm>
    </dsp:sp>
    <dsp:sp modelId="{F6F42343-4230-40CA-A0E7-7E0C1F155025}">
      <dsp:nvSpPr>
        <dsp:cNvPr id="0" name=""/>
        <dsp:cNvSpPr/>
      </dsp:nvSpPr>
      <dsp:spPr>
        <a:xfrm>
          <a:off x="2442782" y="1354652"/>
          <a:ext cx="474524" cy="5551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442782" y="1465673"/>
        <a:ext cx="332167" cy="333061"/>
      </dsp:txXfrm>
    </dsp:sp>
    <dsp:sp modelId="{52D4994D-E22E-43F2-918A-D383F2DEEF35}">
      <dsp:nvSpPr>
        <dsp:cNvPr id="0" name=""/>
        <dsp:cNvSpPr/>
      </dsp:nvSpPr>
      <dsp:spPr>
        <a:xfrm>
          <a:off x="3141139" y="960707"/>
          <a:ext cx="2238321" cy="13429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Events A and B are dependent. If P(A and B)=0.7 and P(B)=0.875, what is P(A)?</a:t>
          </a:r>
        </a:p>
      </dsp:txBody>
      <dsp:txXfrm>
        <a:off x="3180474" y="1000042"/>
        <a:ext cx="2159651" cy="1264323"/>
      </dsp:txXfrm>
    </dsp:sp>
    <dsp:sp modelId="{41EE1770-6149-4320-BDF9-3961BCBE2684}">
      <dsp:nvSpPr>
        <dsp:cNvPr id="0" name=""/>
        <dsp:cNvSpPr/>
      </dsp:nvSpPr>
      <dsp:spPr>
        <a:xfrm>
          <a:off x="5576433" y="1354652"/>
          <a:ext cx="474524" cy="5551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5576433" y="1465673"/>
        <a:ext cx="332167" cy="333061"/>
      </dsp:txXfrm>
    </dsp:sp>
    <dsp:sp modelId="{53D41AE4-C10E-4253-87EF-EE644EEFFD85}">
      <dsp:nvSpPr>
        <dsp:cNvPr id="0" name=""/>
        <dsp:cNvSpPr/>
      </dsp:nvSpPr>
      <dsp:spPr>
        <a:xfrm>
          <a:off x="6274789" y="960707"/>
          <a:ext cx="2238321" cy="13429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Suppose that you roll a six-sided dice twice. Event A is that the first roll is a 6, so P(A) is the probability that the first roll is a 6. Event B is that the second roll is a 6, so P(B) is the probability that the second roll is a 6. How can you express the probability P(A and B)? </a:t>
          </a:r>
        </a:p>
      </dsp:txBody>
      <dsp:txXfrm>
        <a:off x="6314124" y="1000042"/>
        <a:ext cx="2159651" cy="12643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330F84-B34D-45A4-B384-1F6DDDD0CB58}">
      <dsp:nvSpPr>
        <dsp:cNvPr id="0" name=""/>
        <dsp:cNvSpPr/>
      </dsp:nvSpPr>
      <dsp:spPr>
        <a:xfrm>
          <a:off x="665" y="14621"/>
          <a:ext cx="2695971" cy="32351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302" tIns="0" rIns="266302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Answer Q1: P(B) = P(A and B)/P(A) = 0.5</a:t>
          </a:r>
        </a:p>
      </dsp:txBody>
      <dsp:txXfrm>
        <a:off x="665" y="1308687"/>
        <a:ext cx="2695971" cy="1941099"/>
      </dsp:txXfrm>
    </dsp:sp>
    <dsp:sp modelId="{383FC3E6-E328-4EEA-B518-D5BF22F6C1FF}">
      <dsp:nvSpPr>
        <dsp:cNvPr id="0" name=""/>
        <dsp:cNvSpPr/>
      </dsp:nvSpPr>
      <dsp:spPr>
        <a:xfrm>
          <a:off x="665" y="14621"/>
          <a:ext cx="2695971" cy="1294066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302" tIns="165100" rIns="26630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665" y="14621"/>
        <a:ext cx="2695971" cy="1294066"/>
      </dsp:txXfrm>
    </dsp:sp>
    <dsp:sp modelId="{EBA3026D-F109-4DA9-ACCA-6A6183BF94CC}">
      <dsp:nvSpPr>
        <dsp:cNvPr id="0" name=""/>
        <dsp:cNvSpPr/>
      </dsp:nvSpPr>
      <dsp:spPr>
        <a:xfrm>
          <a:off x="2912314" y="14621"/>
          <a:ext cx="2695971" cy="32351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302" tIns="0" rIns="266302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Answer Q2: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we do not have P(B∣A), So we still can calculate the P(A) = P(A and B)/ P(B), P(A) =  ~</a:t>
          </a:r>
          <a:r>
            <a:rPr lang="en-US" sz="1800" b="1" kern="1200"/>
            <a:t>0.8</a:t>
          </a:r>
          <a:r>
            <a:rPr lang="en-US" sz="1800" kern="1200"/>
            <a:t>.</a:t>
          </a:r>
        </a:p>
      </dsp:txBody>
      <dsp:txXfrm>
        <a:off x="2912314" y="1308687"/>
        <a:ext cx="2695971" cy="1941099"/>
      </dsp:txXfrm>
    </dsp:sp>
    <dsp:sp modelId="{96EC01E6-F11B-4D9F-8AC4-01A7DA5AA534}">
      <dsp:nvSpPr>
        <dsp:cNvPr id="0" name=""/>
        <dsp:cNvSpPr/>
      </dsp:nvSpPr>
      <dsp:spPr>
        <a:xfrm>
          <a:off x="2912314" y="14621"/>
          <a:ext cx="2695971" cy="1294066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302" tIns="165100" rIns="26630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912314" y="14621"/>
        <a:ext cx="2695971" cy="1294066"/>
      </dsp:txXfrm>
    </dsp:sp>
    <dsp:sp modelId="{8B47B499-06BD-4636-8A5A-F7E6F3A61E95}">
      <dsp:nvSpPr>
        <dsp:cNvPr id="0" name=""/>
        <dsp:cNvSpPr/>
      </dsp:nvSpPr>
      <dsp:spPr>
        <a:xfrm>
          <a:off x="5823963" y="14621"/>
          <a:ext cx="2695971" cy="32351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302" tIns="0" rIns="266302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Answer Q3: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800" kern="1200"/>
            <a:t>P(A∩B)=</a:t>
          </a:r>
          <a:r>
            <a:rPr lang="en-US" sz="1800" kern="1200"/>
            <a:t>1/6 </a:t>
          </a:r>
          <a:r>
            <a:rPr lang="pl-PL" sz="1800" kern="1200"/>
            <a:t>​×1</a:t>
          </a:r>
          <a:r>
            <a:rPr lang="en-US" sz="1800" kern="1200"/>
            <a:t>/6</a:t>
          </a:r>
          <a:r>
            <a:rPr lang="pl-PL" sz="1800" kern="1200"/>
            <a:t>​=</a:t>
          </a:r>
          <a:r>
            <a:rPr lang="en-US" sz="1800" kern="1200"/>
            <a:t> 1/36 (A and B are independent)</a:t>
          </a:r>
          <a:r>
            <a:rPr lang="pl-PL" sz="1800" kern="1200"/>
            <a:t>​</a:t>
          </a:r>
          <a:endParaRPr lang="en-US" sz="1800" kern="1200"/>
        </a:p>
      </dsp:txBody>
      <dsp:txXfrm>
        <a:off x="5823963" y="1308687"/>
        <a:ext cx="2695971" cy="1941099"/>
      </dsp:txXfrm>
    </dsp:sp>
    <dsp:sp modelId="{1407942E-1CF2-42EF-9A8E-46B69C429364}">
      <dsp:nvSpPr>
        <dsp:cNvPr id="0" name=""/>
        <dsp:cNvSpPr/>
      </dsp:nvSpPr>
      <dsp:spPr>
        <a:xfrm>
          <a:off x="5823963" y="14621"/>
          <a:ext cx="2695971" cy="1294066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302" tIns="165100" rIns="26630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823963" y="14621"/>
        <a:ext cx="2695971" cy="12940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1618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2694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= 0.5</a:t>
            </a:r>
          </a:p>
          <a:p>
            <a:r>
              <a:rPr lang="en-US" altLang="zh-CN" dirty="0"/>
              <a:t>Not enough information</a:t>
            </a:r>
          </a:p>
          <a:p>
            <a:r>
              <a:rPr lang="en-US" altLang="zh-CN" dirty="0"/>
              <a:t>= -0.1282.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5084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311700" y="1304850"/>
            <a:ext cx="8520600" cy="15384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100"/>
              <a:t>Probability</a:t>
            </a:r>
            <a:endParaRPr lang="en-US" sz="9100"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en-US"/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Yoobee Colleges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F7C2-0747-510D-C5E1-9E0646E50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800"/>
              <a:t>Probability, Addition Rule, Union vs. Intersection</a:t>
            </a:r>
            <a:endParaRPr lang="zh-CN" altLang="en-US" sz="38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id="{F9919755-F23C-24A2-1336-A0DABA541F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4608814"/>
                  </p:ext>
                </p:extLst>
              </p:nvPr>
            </p:nvGraphicFramePr>
            <p:xfrm>
              <a:off x="909592" y="1342925"/>
              <a:ext cx="7324816" cy="32644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1760">
                      <a:extLst>
                        <a:ext uri="{9D8B030D-6E8A-4147-A177-3AD203B41FA5}">
                          <a16:colId xmlns:a16="http://schemas.microsoft.com/office/drawing/2014/main" val="3975966791"/>
                        </a:ext>
                      </a:extLst>
                    </a:gridCol>
                    <a:gridCol w="5233056">
                      <a:extLst>
                        <a:ext uri="{9D8B030D-6E8A-4147-A177-3AD203B41FA5}">
                          <a16:colId xmlns:a16="http://schemas.microsoft.com/office/drawing/2014/main" val="3190374136"/>
                        </a:ext>
                      </a:extLst>
                    </a:gridCol>
                  </a:tblGrid>
                  <a:tr h="461825">
                    <a:tc>
                      <a:txBody>
                        <a:bodyPr/>
                        <a:lstStyle/>
                        <a:p>
                          <a:endParaRPr lang="zh-CN" altLang="en-US" sz="1600"/>
                        </a:p>
                      </a:txBody>
                      <a:tcPr marL="104960" marR="104960" marT="52480" marB="5248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Formula or Notation</a:t>
                          </a:r>
                          <a:endParaRPr lang="zh-CN" altLang="en-US" sz="1600" dirty="0"/>
                        </a:p>
                      </a:txBody>
                      <a:tcPr marL="104960" marR="104960" marT="52480" marB="52480" anchor="ctr"/>
                    </a:tc>
                    <a:extLst>
                      <a:ext uri="{0D108BD9-81ED-4DB2-BD59-A6C34878D82A}">
                        <a16:rowId xmlns:a16="http://schemas.microsoft.com/office/drawing/2014/main" val="2348959581"/>
                      </a:ext>
                    </a:extLst>
                  </a:tr>
                  <a:tr h="787348">
                    <a:tc>
                      <a:txBody>
                        <a:bodyPr/>
                        <a:lstStyle/>
                        <a:p>
                          <a:r>
                            <a:rPr lang="en-US" altLang="zh-CN" sz="1600">
                              <a:solidFill>
                                <a:schemeClr val="bg2"/>
                              </a:solidFill>
                            </a:rPr>
                            <a:t>Simple Probability</a:t>
                          </a:r>
                          <a:endParaRPr lang="zh-CN" altLang="en-US" sz="160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𝑒𝑣𝑒𝑛𝑡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𝑒𝑣𝑒𝑛𝑡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𝑚𝑒𝑒𝑡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𝑐𝑟𝑖𝑡𝑒𝑟𝑖𝑎</m:t>
                                    </m:r>
                                  </m:num>
                                  <m:den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𝑎𝑙𝑙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𝑝𝑜𝑠𝑠𝑖𝑏𝑙𝑒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𝑒𝑣𝑒𝑛𝑡𝑠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60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2041581"/>
                      </a:ext>
                    </a:extLst>
                  </a:tr>
                  <a:tr h="1091586">
                    <a:tc>
                      <a:txBody>
                        <a:bodyPr/>
                        <a:lstStyle/>
                        <a:p>
                          <a:r>
                            <a:rPr lang="en-US" altLang="zh-CN" sz="1600">
                              <a:solidFill>
                                <a:schemeClr val="bg2"/>
                              </a:solidFill>
                            </a:rPr>
                            <a:t>Addition Rule</a:t>
                          </a:r>
                          <a:endParaRPr lang="zh-CN" altLang="en-US" sz="160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sz="1600">
                            <a:solidFill>
                              <a:schemeClr val="bg2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sz="16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∪</m:t>
                                  </m:r>
                                  <m:r>
                                    <a:rPr lang="en-US" altLang="zh-CN" sz="16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oMath>
                          </a14:m>
                          <a:r>
                            <a:rPr lang="zh-CN" altLang="en-US" sz="1600">
                              <a:solidFill>
                                <a:schemeClr val="bg2"/>
                              </a:solidFill>
                            </a:rPr>
                            <a:t> </a:t>
                          </a:r>
                          <a:r>
                            <a:rPr lang="en-US" altLang="zh-CN" sz="1600">
                              <a:solidFill>
                                <a:schemeClr val="bg2"/>
                              </a:solidFill>
                            </a:rPr>
                            <a:t>(mutually exclusive)</a:t>
                          </a:r>
                          <a:endParaRPr lang="zh-CN" altLang="en-US" sz="160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225993"/>
                      </a:ext>
                    </a:extLst>
                  </a:tr>
                  <a:tr h="461825">
                    <a:tc>
                      <a:txBody>
                        <a:bodyPr/>
                        <a:lstStyle/>
                        <a:p>
                          <a:r>
                            <a:rPr lang="en-US" altLang="zh-CN" sz="1600">
                              <a:solidFill>
                                <a:schemeClr val="bg2"/>
                              </a:solidFill>
                            </a:rPr>
                            <a:t>Union</a:t>
                          </a:r>
                          <a:endParaRPr lang="zh-CN" altLang="en-US" sz="160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u="none" strike="noStrike" cap="none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Arial"/>
                                  </a:rPr>
                                  <m:t>∪</m:t>
                                </m:r>
                                <m:r>
                                  <a:rPr lang="en-US" altLang="zh-CN" sz="1600" b="0" i="1" u="none" strike="noStrike" cap="none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Arial"/>
                                  </a:rPr>
                                  <m:t>𝑜𝑟</m:t>
                                </m:r>
                                <m:r>
                                  <a:rPr lang="en-US" altLang="zh-CN" sz="1600" b="0" i="1" u="none" strike="noStrike" cap="none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Arial"/>
                                  </a:rPr>
                                  <m:t> "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600" b="0" i="1" u="none" strike="noStrike" cap="none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Arial"/>
                                  </a:rPr>
                                  <m:t>OR</m:t>
                                </m:r>
                                <m:r>
                                  <a:rPr lang="en-US" altLang="zh-CN" sz="1600" b="0" i="1" u="none" strike="noStrike" cap="none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Arial"/>
                                  </a:rPr>
                                  <m:t>"</m:t>
                                </m:r>
                              </m:oMath>
                            </m:oMathPara>
                          </a14:m>
                          <a:endParaRPr lang="zh-CN" altLang="en-US" sz="1600" b="0" i="1" u="none" strike="noStrike" cap="none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3908028"/>
                      </a:ext>
                    </a:extLst>
                  </a:tr>
                  <a:tr h="461825">
                    <a:tc>
                      <a:txBody>
                        <a:bodyPr/>
                        <a:lstStyle/>
                        <a:p>
                          <a:r>
                            <a:rPr lang="en-US" altLang="zh-CN" sz="1600">
                              <a:solidFill>
                                <a:schemeClr val="bg2"/>
                              </a:solidFill>
                            </a:rPr>
                            <a:t>Intersection</a:t>
                          </a:r>
                          <a:endParaRPr lang="zh-CN" altLang="en-US" sz="160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u="none" strike="noStrike" cap="none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Arial"/>
                                  </a:rPr>
                                  <m:t>∩</m:t>
                                </m:r>
                                <m:r>
                                  <a:rPr lang="en-US" altLang="zh-CN" sz="1600" b="0" i="1" u="none" strike="noStrike" cap="none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Arial"/>
                                  </a:rPr>
                                  <m:t>𝑜𝑟</m:t>
                                </m:r>
                                <m:r>
                                  <a:rPr lang="en-US" altLang="zh-CN" sz="1600" b="0" i="1" u="none" strike="noStrike" cap="none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Arial"/>
                                  </a:rPr>
                                  <m:t> "</m:t>
                                </m:r>
                                <m:r>
                                  <a:rPr lang="en-US" altLang="zh-CN" sz="1600" b="0" i="1" u="none" strike="noStrike" cap="none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Arial"/>
                                  </a:rPr>
                                  <m:t>𝐴𝑁𝐷</m:t>
                                </m:r>
                                <m:r>
                                  <a:rPr lang="en-US" altLang="zh-CN" sz="1600" b="0" i="1" u="none" strike="noStrike" cap="none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Arial"/>
                                  </a:rPr>
                                  <m:t>"</m:t>
                                </m:r>
                              </m:oMath>
                            </m:oMathPara>
                          </a14:m>
                          <a:endParaRPr lang="zh-CN" altLang="en-US" sz="1600" b="0" i="1" u="none" strike="noStrike" cap="none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65389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id="{F9919755-F23C-24A2-1336-A0DABA541F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4608814"/>
                  </p:ext>
                </p:extLst>
              </p:nvPr>
            </p:nvGraphicFramePr>
            <p:xfrm>
              <a:off x="909592" y="1342925"/>
              <a:ext cx="7324816" cy="32644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1760">
                      <a:extLst>
                        <a:ext uri="{9D8B030D-6E8A-4147-A177-3AD203B41FA5}">
                          <a16:colId xmlns:a16="http://schemas.microsoft.com/office/drawing/2014/main" val="3975966791"/>
                        </a:ext>
                      </a:extLst>
                    </a:gridCol>
                    <a:gridCol w="5233056">
                      <a:extLst>
                        <a:ext uri="{9D8B030D-6E8A-4147-A177-3AD203B41FA5}">
                          <a16:colId xmlns:a16="http://schemas.microsoft.com/office/drawing/2014/main" val="3190374136"/>
                        </a:ext>
                      </a:extLst>
                    </a:gridCol>
                  </a:tblGrid>
                  <a:tr h="461825">
                    <a:tc>
                      <a:txBody>
                        <a:bodyPr/>
                        <a:lstStyle/>
                        <a:p>
                          <a:endParaRPr lang="zh-CN" altLang="en-US" sz="1600"/>
                        </a:p>
                      </a:txBody>
                      <a:tcPr marL="104960" marR="104960" marT="52480" marB="5248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Formula or Notation</a:t>
                          </a:r>
                          <a:endParaRPr lang="zh-CN" altLang="en-US" sz="1600" dirty="0"/>
                        </a:p>
                      </a:txBody>
                      <a:tcPr marL="104960" marR="104960" marT="52480" marB="52480" anchor="ctr"/>
                    </a:tc>
                    <a:extLst>
                      <a:ext uri="{0D108BD9-81ED-4DB2-BD59-A6C34878D82A}">
                        <a16:rowId xmlns:a16="http://schemas.microsoft.com/office/drawing/2014/main" val="2348959581"/>
                      </a:ext>
                    </a:extLst>
                  </a:tr>
                  <a:tr h="787348">
                    <a:tc>
                      <a:txBody>
                        <a:bodyPr/>
                        <a:lstStyle/>
                        <a:p>
                          <a:r>
                            <a:rPr lang="en-US" altLang="zh-CN" sz="1600">
                              <a:solidFill>
                                <a:schemeClr val="bg2"/>
                              </a:solidFill>
                            </a:rPr>
                            <a:t>Simple Probability</a:t>
                          </a:r>
                          <a:endParaRPr lang="zh-CN" altLang="en-US" sz="160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960" marR="104960" marT="52480" marB="52480" anchor="ctr">
                        <a:blipFill>
                          <a:blip r:embed="rId3"/>
                          <a:stretch>
                            <a:fillRect l="-40047" t="-59690" r="-466" b="-2581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2041581"/>
                      </a:ext>
                    </a:extLst>
                  </a:tr>
                  <a:tr h="1091586">
                    <a:tc>
                      <a:txBody>
                        <a:bodyPr/>
                        <a:lstStyle/>
                        <a:p>
                          <a:r>
                            <a:rPr lang="en-US" altLang="zh-CN" sz="1600">
                              <a:solidFill>
                                <a:schemeClr val="bg2"/>
                              </a:solidFill>
                            </a:rPr>
                            <a:t>Addition Rule</a:t>
                          </a:r>
                          <a:endParaRPr lang="zh-CN" altLang="en-US" sz="160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960" marR="104960" marT="52480" marB="52480" anchor="ctr">
                        <a:blipFill>
                          <a:blip r:embed="rId3"/>
                          <a:stretch>
                            <a:fillRect l="-40047" t="-115084" r="-466" b="-86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225993"/>
                      </a:ext>
                    </a:extLst>
                  </a:tr>
                  <a:tr h="461825">
                    <a:tc>
                      <a:txBody>
                        <a:bodyPr/>
                        <a:lstStyle/>
                        <a:p>
                          <a:r>
                            <a:rPr lang="en-US" altLang="zh-CN" sz="1600">
                              <a:solidFill>
                                <a:schemeClr val="bg2"/>
                              </a:solidFill>
                            </a:rPr>
                            <a:t>Union</a:t>
                          </a:r>
                          <a:endParaRPr lang="zh-CN" altLang="en-US" sz="160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960" marR="104960" marT="52480" marB="52480" anchor="ctr">
                        <a:blipFill>
                          <a:blip r:embed="rId3"/>
                          <a:stretch>
                            <a:fillRect l="-40047" t="-506579" r="-466" b="-10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3908028"/>
                      </a:ext>
                    </a:extLst>
                  </a:tr>
                  <a:tr h="461825">
                    <a:tc>
                      <a:txBody>
                        <a:bodyPr/>
                        <a:lstStyle/>
                        <a:p>
                          <a:r>
                            <a:rPr lang="en-US" altLang="zh-CN" sz="1600">
                              <a:solidFill>
                                <a:schemeClr val="bg2"/>
                              </a:solidFill>
                            </a:rPr>
                            <a:t>Intersection</a:t>
                          </a:r>
                          <a:endParaRPr lang="zh-CN" altLang="en-US" sz="160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marL="104960" marR="104960" marT="52480" marB="5248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960" marR="104960" marT="52480" marB="52480" anchor="ctr">
                        <a:blipFill>
                          <a:blip r:embed="rId3"/>
                          <a:stretch>
                            <a:fillRect l="-40047" t="-606579" r="-466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65389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44038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8A09-2990-2606-9736-ADB7CFC7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Example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A8726-64F0-9FE5-2931-CA0FA1342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800" b="0" i="0" u="none" strike="noStrike" baseline="0" dirty="0">
                <a:solidFill>
                  <a:srgbClr val="1A1A1A"/>
                </a:solidFill>
                <a:latin typeface="Metropolis-Medium"/>
              </a:rPr>
              <a:t>We want to find the probability of drawing a jack from a deck of </a:t>
            </a:r>
            <a:r>
              <a:rPr lang="en-US" altLang="zh-CN" sz="1800" b="0" i="0" u="none" strike="noStrike" baseline="0" dirty="0">
                <a:solidFill>
                  <a:srgbClr val="1A1A1A"/>
                </a:solidFill>
                <a:latin typeface="STIXGeneral-Regular"/>
              </a:rPr>
              <a:t>52 </a:t>
            </a:r>
            <a:r>
              <a:rPr lang="en-US" altLang="zh-CN" sz="1800" b="0" i="0" u="none" strike="noStrike" baseline="0" dirty="0">
                <a:solidFill>
                  <a:srgbClr val="1A1A1A"/>
                </a:solidFill>
                <a:latin typeface="Metropolis-Medium"/>
              </a:rPr>
              <a:t>cards, and then drawing another jack, assuming we put the first jack back in the deck before drawing the second. So, what is the probability of drawing a jack from a deck of 52 cards and drawing another jack from the cards?</a:t>
            </a:r>
          </a:p>
          <a:p>
            <a:pPr algn="l"/>
            <a:endParaRPr lang="en-US" altLang="zh-CN" dirty="0">
              <a:solidFill>
                <a:srgbClr val="1A1A1A"/>
              </a:solidFill>
              <a:latin typeface="Metropolis-Medium"/>
            </a:endParaRPr>
          </a:p>
          <a:p>
            <a:pPr algn="l"/>
            <a:r>
              <a:rPr lang="en-US" altLang="zh-CN" dirty="0">
                <a:solidFill>
                  <a:srgbClr val="1A1A1A"/>
                </a:solidFill>
                <a:latin typeface="Metropolis-Medium"/>
              </a:rPr>
              <a:t>What if we do not put the first jack back into the cards?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214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B91EB-52D4-ED06-29EA-8576A1F8E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800"/>
              <a:t>Exercise</a:t>
            </a:r>
            <a:endParaRPr lang="zh-CN" altLang="en-US" sz="3800"/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31153BD3-3021-8A5A-01BA-EB5C5D26F8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4461575"/>
              </p:ext>
            </p:extLst>
          </p:nvPr>
        </p:nvGraphicFramePr>
        <p:xfrm>
          <a:off x="311700" y="13429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1676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C8F7-4D77-4BFB-C54B-E7E65641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Sample Answer: 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3ACFFE87-5B14-B365-744F-27784930FB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6280445"/>
              </p:ext>
            </p:extLst>
          </p:nvPr>
        </p:nvGraphicFramePr>
        <p:xfrm>
          <a:off x="311700" y="13429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8195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6DDA-0287-4180-C32E-19718B63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/>
              <a:t>Q/A?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34452-3A0B-734B-626C-70D5BBC89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7" y="971326"/>
            <a:ext cx="9069066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70765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379</Words>
  <Application>Microsoft Office PowerPoint</Application>
  <PresentationFormat>On-screen Show (16:9)</PresentationFormat>
  <Paragraphs>35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Cambria Math</vt:lpstr>
      <vt:lpstr>Metropolis-Medium</vt:lpstr>
      <vt:lpstr>Open Sans</vt:lpstr>
      <vt:lpstr>PT Sans Narrow</vt:lpstr>
      <vt:lpstr>STIXGeneral-Regular</vt:lpstr>
      <vt:lpstr>Tropic</vt:lpstr>
      <vt:lpstr>Probability</vt:lpstr>
      <vt:lpstr>Probability, Addition Rule, Union vs. Intersection</vt:lpstr>
      <vt:lpstr>Example</vt:lpstr>
      <vt:lpstr>Exercise</vt:lpstr>
      <vt:lpstr>Sample Answer: </vt:lpstr>
      <vt:lpstr>Q/A?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cp:lastModifiedBy>Mohammad Norouzifard</cp:lastModifiedBy>
  <cp:revision>5</cp:revision>
  <dcterms:modified xsi:type="dcterms:W3CDTF">2025-01-22T23:00:21Z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2024-05-21T08:38:36Z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396d6642-461e-4654-8429-976a16a065d8</vt:lpwstr>
  </property>
  <property fmtid="{D5CDD505-2E9C-101B-9397-08002B2CF9AE}" pid="8" name="MSIP_Label_c96ed6d7-747c-41fd-b042-ff14484edc24_ContentBits">
    <vt:lpwstr>0</vt:lpwstr>
  </property>
</Properties>
</file>