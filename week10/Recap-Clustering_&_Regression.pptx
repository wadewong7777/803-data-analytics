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8" r:id="rId19"/>
    <p:sldId id="274" r:id="rId20"/>
    <p:sldId id="275" r:id="rId21"/>
    <p:sldId id="279" r:id="rId22"/>
    <p:sldId id="280" r:id="rId23"/>
    <p:sldId id="281"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639A8C-DF20-4DDB-8002-DB7A84B7A3E6}" v="132" dt="2025-10-17T19:09:08.0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Mishra" userId="0adacedc-ba21-4683-95db-6edfc1f9e25d" providerId="ADAL" clId="{E6639A8C-DF20-4DDB-8002-DB7A84B7A3E6}"/>
    <pc:docChg chg="undo custSel addSld delSld modSld">
      <pc:chgData name="Mukesh Mishra" userId="0adacedc-ba21-4683-95db-6edfc1f9e25d" providerId="ADAL" clId="{E6639A8C-DF20-4DDB-8002-DB7A84B7A3E6}" dt="2025-10-17T19:09:08.041" v="714" actId="6549"/>
      <pc:docMkLst>
        <pc:docMk/>
      </pc:docMkLst>
      <pc:sldChg chg="modSp mod">
        <pc:chgData name="Mukesh Mishra" userId="0adacedc-ba21-4683-95db-6edfc1f9e25d" providerId="ADAL" clId="{E6639A8C-DF20-4DDB-8002-DB7A84B7A3E6}" dt="2025-10-17T07:17:40.631" v="686" actId="20577"/>
        <pc:sldMkLst>
          <pc:docMk/>
          <pc:sldMk cId="1636499854" sldId="256"/>
        </pc:sldMkLst>
        <pc:spChg chg="mod">
          <ac:chgData name="Mukesh Mishra" userId="0adacedc-ba21-4683-95db-6edfc1f9e25d" providerId="ADAL" clId="{E6639A8C-DF20-4DDB-8002-DB7A84B7A3E6}" dt="2025-10-17T07:17:40.631" v="686" actId="20577"/>
          <ac:spMkLst>
            <pc:docMk/>
            <pc:sldMk cId="1636499854" sldId="256"/>
            <ac:spMk id="4" creationId="{EA35E61D-30A4-CAC8-F54A-B0DBF0559869}"/>
          </ac:spMkLst>
        </pc:spChg>
      </pc:sldChg>
      <pc:sldChg chg="modSp mod">
        <pc:chgData name="Mukesh Mishra" userId="0adacedc-ba21-4683-95db-6edfc1f9e25d" providerId="ADAL" clId="{E6639A8C-DF20-4DDB-8002-DB7A84B7A3E6}" dt="2025-10-17T18:52:32.414" v="700" actId="20577"/>
        <pc:sldMkLst>
          <pc:docMk/>
          <pc:sldMk cId="1290415837" sldId="257"/>
        </pc:sldMkLst>
        <pc:spChg chg="mod">
          <ac:chgData name="Mukesh Mishra" userId="0adacedc-ba21-4683-95db-6edfc1f9e25d" providerId="ADAL" clId="{E6639A8C-DF20-4DDB-8002-DB7A84B7A3E6}" dt="2025-10-17T18:52:32.414" v="700" actId="20577"/>
          <ac:spMkLst>
            <pc:docMk/>
            <pc:sldMk cId="1290415837" sldId="257"/>
            <ac:spMk id="3" creationId="{43BA808A-3ABB-F1ED-6807-45F4DCF15281}"/>
          </ac:spMkLst>
        </pc:spChg>
      </pc:sldChg>
      <pc:sldChg chg="addSp delSp modSp mod">
        <pc:chgData name="Mukesh Mishra" userId="0adacedc-ba21-4683-95db-6edfc1f9e25d" providerId="ADAL" clId="{E6639A8C-DF20-4DDB-8002-DB7A84B7A3E6}" dt="2025-10-16T22:45:27.689" v="88" actId="2711"/>
        <pc:sldMkLst>
          <pc:docMk/>
          <pc:sldMk cId="1413141388" sldId="258"/>
        </pc:sldMkLst>
        <pc:spChg chg="mod">
          <ac:chgData name="Mukesh Mishra" userId="0adacedc-ba21-4683-95db-6edfc1f9e25d" providerId="ADAL" clId="{E6639A8C-DF20-4DDB-8002-DB7A84B7A3E6}" dt="2025-10-16T22:41:36.461" v="35" actId="113"/>
          <ac:spMkLst>
            <pc:docMk/>
            <pc:sldMk cId="1413141388" sldId="258"/>
            <ac:spMk id="2" creationId="{7CC7F17A-61C9-9AF6-FEC2-8EC086083010}"/>
          </ac:spMkLst>
        </pc:spChg>
        <pc:spChg chg="add mod">
          <ac:chgData name="Mukesh Mishra" userId="0adacedc-ba21-4683-95db-6edfc1f9e25d" providerId="ADAL" clId="{E6639A8C-DF20-4DDB-8002-DB7A84B7A3E6}" dt="2025-10-16T22:45:21.156" v="85" actId="255"/>
          <ac:spMkLst>
            <pc:docMk/>
            <pc:sldMk cId="1413141388" sldId="258"/>
            <ac:spMk id="4" creationId="{6A61B9AF-E881-9E41-8D5C-15F1FC845E54}"/>
          </ac:spMkLst>
        </pc:spChg>
        <pc:spChg chg="del">
          <ac:chgData name="Mukesh Mishra" userId="0adacedc-ba21-4683-95db-6edfc1f9e25d" providerId="ADAL" clId="{E6639A8C-DF20-4DDB-8002-DB7A84B7A3E6}" dt="2025-10-16T22:41:12.673" v="29" actId="478"/>
          <ac:spMkLst>
            <pc:docMk/>
            <pc:sldMk cId="1413141388" sldId="258"/>
            <ac:spMk id="6" creationId="{9F85996B-36F3-725A-6FA4-FC94E6110E62}"/>
          </ac:spMkLst>
        </pc:spChg>
        <pc:spChg chg="del mod">
          <ac:chgData name="Mukesh Mishra" userId="0adacedc-ba21-4683-95db-6edfc1f9e25d" providerId="ADAL" clId="{E6639A8C-DF20-4DDB-8002-DB7A84B7A3E6}" dt="2025-10-16T22:41:20.522" v="31" actId="478"/>
          <ac:spMkLst>
            <pc:docMk/>
            <pc:sldMk cId="1413141388" sldId="258"/>
            <ac:spMk id="7" creationId="{9F3A2349-73F7-48BE-D5B3-63AEAAF861C4}"/>
          </ac:spMkLst>
        </pc:spChg>
        <pc:spChg chg="add mod">
          <ac:chgData name="Mukesh Mishra" userId="0adacedc-ba21-4683-95db-6edfc1f9e25d" providerId="ADAL" clId="{E6639A8C-DF20-4DDB-8002-DB7A84B7A3E6}" dt="2025-10-16T22:45:27.689" v="88" actId="2711"/>
          <ac:spMkLst>
            <pc:docMk/>
            <pc:sldMk cId="1413141388" sldId="258"/>
            <ac:spMk id="8" creationId="{AAB89CA9-F7F3-511D-A26E-652CAA82D788}"/>
          </ac:spMkLst>
        </pc:spChg>
        <pc:picChg chg="del">
          <ac:chgData name="Mukesh Mishra" userId="0adacedc-ba21-4683-95db-6edfc1f9e25d" providerId="ADAL" clId="{E6639A8C-DF20-4DDB-8002-DB7A84B7A3E6}" dt="2025-10-16T22:41:06.190" v="28" actId="478"/>
          <ac:picMkLst>
            <pc:docMk/>
            <pc:sldMk cId="1413141388" sldId="258"/>
            <ac:picMk id="5" creationId="{940DD91D-D9E5-8CF4-5252-C159EDB037A0}"/>
          </ac:picMkLst>
        </pc:picChg>
      </pc:sldChg>
      <pc:sldChg chg="modSp mod">
        <pc:chgData name="Mukesh Mishra" userId="0adacedc-ba21-4683-95db-6edfc1f9e25d" providerId="ADAL" clId="{E6639A8C-DF20-4DDB-8002-DB7A84B7A3E6}" dt="2025-10-16T22:45:12.482" v="82" actId="14100"/>
        <pc:sldMkLst>
          <pc:docMk/>
          <pc:sldMk cId="3860793156" sldId="259"/>
        </pc:sldMkLst>
        <pc:spChg chg="mod">
          <ac:chgData name="Mukesh Mishra" userId="0adacedc-ba21-4683-95db-6edfc1f9e25d" providerId="ADAL" clId="{E6639A8C-DF20-4DDB-8002-DB7A84B7A3E6}" dt="2025-10-16T22:44:15.288" v="62" actId="113"/>
          <ac:spMkLst>
            <pc:docMk/>
            <pc:sldMk cId="3860793156" sldId="259"/>
            <ac:spMk id="2" creationId="{0010E703-FF92-EF23-D870-567EF5851EE5}"/>
          </ac:spMkLst>
        </pc:spChg>
        <pc:spChg chg="mod">
          <ac:chgData name="Mukesh Mishra" userId="0adacedc-ba21-4683-95db-6edfc1f9e25d" providerId="ADAL" clId="{E6639A8C-DF20-4DDB-8002-DB7A84B7A3E6}" dt="2025-10-16T22:45:12.482" v="82" actId="14100"/>
          <ac:spMkLst>
            <pc:docMk/>
            <pc:sldMk cId="3860793156" sldId="259"/>
            <ac:spMk id="3" creationId="{8505DBB2-6E8A-BDF0-BEA1-C727D75B3536}"/>
          </ac:spMkLst>
        </pc:spChg>
      </pc:sldChg>
      <pc:sldChg chg="modSp mod">
        <pc:chgData name="Mukesh Mishra" userId="0adacedc-ba21-4683-95db-6edfc1f9e25d" providerId="ADAL" clId="{E6639A8C-DF20-4DDB-8002-DB7A84B7A3E6}" dt="2025-10-16T22:46:13.025" v="96" actId="255"/>
        <pc:sldMkLst>
          <pc:docMk/>
          <pc:sldMk cId="738235503" sldId="260"/>
        </pc:sldMkLst>
        <pc:spChg chg="mod">
          <ac:chgData name="Mukesh Mishra" userId="0adacedc-ba21-4683-95db-6edfc1f9e25d" providerId="ADAL" clId="{E6639A8C-DF20-4DDB-8002-DB7A84B7A3E6}" dt="2025-10-16T22:45:58.253" v="93" actId="113"/>
          <ac:spMkLst>
            <pc:docMk/>
            <pc:sldMk cId="738235503" sldId="260"/>
            <ac:spMk id="2" creationId="{FDFF3E54-3FF8-FE9C-A49E-FB4ACFCBFE42}"/>
          </ac:spMkLst>
        </pc:spChg>
        <pc:spChg chg="mod">
          <ac:chgData name="Mukesh Mishra" userId="0adacedc-ba21-4683-95db-6edfc1f9e25d" providerId="ADAL" clId="{E6639A8C-DF20-4DDB-8002-DB7A84B7A3E6}" dt="2025-10-16T22:46:13.025" v="96" actId="255"/>
          <ac:spMkLst>
            <pc:docMk/>
            <pc:sldMk cId="738235503" sldId="260"/>
            <ac:spMk id="3" creationId="{37DDA935-E175-2F49-3963-3D51AA6ACDE0}"/>
          </ac:spMkLst>
        </pc:spChg>
      </pc:sldChg>
      <pc:sldChg chg="modSp mod">
        <pc:chgData name="Mukesh Mishra" userId="0adacedc-ba21-4683-95db-6edfc1f9e25d" providerId="ADAL" clId="{E6639A8C-DF20-4DDB-8002-DB7A84B7A3E6}" dt="2025-10-17T19:07:21.354" v="710" actId="6549"/>
        <pc:sldMkLst>
          <pc:docMk/>
          <pc:sldMk cId="1980760457" sldId="261"/>
        </pc:sldMkLst>
        <pc:spChg chg="mod">
          <ac:chgData name="Mukesh Mishra" userId="0adacedc-ba21-4683-95db-6edfc1f9e25d" providerId="ADAL" clId="{E6639A8C-DF20-4DDB-8002-DB7A84B7A3E6}" dt="2025-10-16T22:46:30.967" v="99" actId="113"/>
          <ac:spMkLst>
            <pc:docMk/>
            <pc:sldMk cId="1980760457" sldId="261"/>
            <ac:spMk id="2" creationId="{F77CBF4C-C6E9-3E16-D0F6-4DEC1C6E17B2}"/>
          </ac:spMkLst>
        </pc:spChg>
        <pc:spChg chg="mod">
          <ac:chgData name="Mukesh Mishra" userId="0adacedc-ba21-4683-95db-6edfc1f9e25d" providerId="ADAL" clId="{E6639A8C-DF20-4DDB-8002-DB7A84B7A3E6}" dt="2025-10-16T22:48:40.892" v="130" actId="14100"/>
          <ac:spMkLst>
            <pc:docMk/>
            <pc:sldMk cId="1980760457" sldId="261"/>
            <ac:spMk id="3" creationId="{84F2B2A3-DA71-A53F-3F5D-72893EFE9801}"/>
          </ac:spMkLst>
        </pc:spChg>
        <pc:spChg chg="mod">
          <ac:chgData name="Mukesh Mishra" userId="0adacedc-ba21-4683-95db-6edfc1f9e25d" providerId="ADAL" clId="{E6639A8C-DF20-4DDB-8002-DB7A84B7A3E6}" dt="2025-10-17T19:07:21.354" v="710" actId="6549"/>
          <ac:spMkLst>
            <pc:docMk/>
            <pc:sldMk cId="1980760457" sldId="261"/>
            <ac:spMk id="4" creationId="{EC28ED05-03E1-6BDD-DD00-7D153268DF94}"/>
          </ac:spMkLst>
        </pc:spChg>
      </pc:sldChg>
      <pc:sldChg chg="modSp mod">
        <pc:chgData name="Mukesh Mishra" userId="0adacedc-ba21-4683-95db-6edfc1f9e25d" providerId="ADAL" clId="{E6639A8C-DF20-4DDB-8002-DB7A84B7A3E6}" dt="2025-10-16T22:49:41.997" v="141" actId="255"/>
        <pc:sldMkLst>
          <pc:docMk/>
          <pc:sldMk cId="1611129395" sldId="262"/>
        </pc:sldMkLst>
        <pc:spChg chg="mod">
          <ac:chgData name="Mukesh Mishra" userId="0adacedc-ba21-4683-95db-6edfc1f9e25d" providerId="ADAL" clId="{E6639A8C-DF20-4DDB-8002-DB7A84B7A3E6}" dt="2025-10-16T22:49:25.368" v="138" actId="113"/>
          <ac:spMkLst>
            <pc:docMk/>
            <pc:sldMk cId="1611129395" sldId="262"/>
            <ac:spMk id="2" creationId="{BB3F03BE-CDF5-9500-DEEC-EA42F135D92F}"/>
          </ac:spMkLst>
        </pc:spChg>
        <pc:spChg chg="mod">
          <ac:chgData name="Mukesh Mishra" userId="0adacedc-ba21-4683-95db-6edfc1f9e25d" providerId="ADAL" clId="{E6639A8C-DF20-4DDB-8002-DB7A84B7A3E6}" dt="2025-10-16T22:49:41.997" v="141" actId="255"/>
          <ac:spMkLst>
            <pc:docMk/>
            <pc:sldMk cId="1611129395" sldId="262"/>
            <ac:spMk id="3" creationId="{22B0F462-D561-C543-0EE8-976BC7FA993E}"/>
          </ac:spMkLst>
        </pc:spChg>
      </pc:sldChg>
      <pc:sldChg chg="addSp delSp modSp mod">
        <pc:chgData name="Mukesh Mishra" userId="0adacedc-ba21-4683-95db-6edfc1f9e25d" providerId="ADAL" clId="{E6639A8C-DF20-4DDB-8002-DB7A84B7A3E6}" dt="2025-10-17T19:08:30.466" v="713" actId="123"/>
        <pc:sldMkLst>
          <pc:docMk/>
          <pc:sldMk cId="2551098856" sldId="263"/>
        </pc:sldMkLst>
        <pc:spChg chg="mod">
          <ac:chgData name="Mukesh Mishra" userId="0adacedc-ba21-4683-95db-6edfc1f9e25d" providerId="ADAL" clId="{E6639A8C-DF20-4DDB-8002-DB7A84B7A3E6}" dt="2025-10-16T22:51:08.355" v="159" actId="14100"/>
          <ac:spMkLst>
            <pc:docMk/>
            <pc:sldMk cId="2551098856" sldId="263"/>
            <ac:spMk id="2" creationId="{BAA56E6B-DDA2-A4BC-D781-2CEA2A74EC20}"/>
          </ac:spMkLst>
        </pc:spChg>
        <pc:spChg chg="add mod">
          <ac:chgData name="Mukesh Mishra" userId="0adacedc-ba21-4683-95db-6edfc1f9e25d" providerId="ADAL" clId="{E6639A8C-DF20-4DDB-8002-DB7A84B7A3E6}" dt="2025-10-17T19:08:30.466" v="713" actId="123"/>
          <ac:spMkLst>
            <pc:docMk/>
            <pc:sldMk cId="2551098856" sldId="263"/>
            <ac:spMk id="3" creationId="{389CBBEB-71D8-8C16-500A-39F1E089E050}"/>
          </ac:spMkLst>
        </pc:spChg>
        <pc:spChg chg="del">
          <ac:chgData name="Mukesh Mishra" userId="0adacedc-ba21-4683-95db-6edfc1f9e25d" providerId="ADAL" clId="{E6639A8C-DF20-4DDB-8002-DB7A84B7A3E6}" dt="2025-10-16T22:50:11.160" v="148" actId="478"/>
          <ac:spMkLst>
            <pc:docMk/>
            <pc:sldMk cId="2551098856" sldId="263"/>
            <ac:spMk id="5" creationId="{3F70582B-1F26-FA82-DF32-7B96B953E0BE}"/>
          </ac:spMkLst>
        </pc:spChg>
        <pc:spChg chg="del">
          <ac:chgData name="Mukesh Mishra" userId="0adacedc-ba21-4683-95db-6edfc1f9e25d" providerId="ADAL" clId="{E6639A8C-DF20-4DDB-8002-DB7A84B7A3E6}" dt="2025-10-16T22:50:15.357" v="149" actId="478"/>
          <ac:spMkLst>
            <pc:docMk/>
            <pc:sldMk cId="2551098856" sldId="263"/>
            <ac:spMk id="6" creationId="{438D3D83-5F8E-6C52-11B1-A1344A1D951D}"/>
          </ac:spMkLst>
        </pc:spChg>
        <pc:spChg chg="del">
          <ac:chgData name="Mukesh Mishra" userId="0adacedc-ba21-4683-95db-6edfc1f9e25d" providerId="ADAL" clId="{E6639A8C-DF20-4DDB-8002-DB7A84B7A3E6}" dt="2025-10-16T22:50:17.554" v="150" actId="478"/>
          <ac:spMkLst>
            <pc:docMk/>
            <pc:sldMk cId="2551098856" sldId="263"/>
            <ac:spMk id="7" creationId="{A587BB00-17D4-E1CA-472B-02C1E368744C}"/>
          </ac:spMkLst>
        </pc:spChg>
        <pc:spChg chg="del">
          <ac:chgData name="Mukesh Mishra" userId="0adacedc-ba21-4683-95db-6edfc1f9e25d" providerId="ADAL" clId="{E6639A8C-DF20-4DDB-8002-DB7A84B7A3E6}" dt="2025-10-16T22:50:19.815" v="151" actId="478"/>
          <ac:spMkLst>
            <pc:docMk/>
            <pc:sldMk cId="2551098856" sldId="263"/>
            <ac:spMk id="8" creationId="{1A67E5E9-FA42-1F03-C586-F57AC893A74E}"/>
          </ac:spMkLst>
        </pc:spChg>
        <pc:spChg chg="del">
          <ac:chgData name="Mukesh Mishra" userId="0adacedc-ba21-4683-95db-6edfc1f9e25d" providerId="ADAL" clId="{E6639A8C-DF20-4DDB-8002-DB7A84B7A3E6}" dt="2025-10-16T22:50:22.317" v="152" actId="478"/>
          <ac:spMkLst>
            <pc:docMk/>
            <pc:sldMk cId="2551098856" sldId="263"/>
            <ac:spMk id="9" creationId="{E2D399AC-A40E-53D2-5504-CAD7D7398EC7}"/>
          </ac:spMkLst>
        </pc:spChg>
        <pc:spChg chg="del">
          <ac:chgData name="Mukesh Mishra" userId="0adacedc-ba21-4683-95db-6edfc1f9e25d" providerId="ADAL" clId="{E6639A8C-DF20-4DDB-8002-DB7A84B7A3E6}" dt="2025-10-16T22:50:35.953" v="153" actId="478"/>
          <ac:spMkLst>
            <pc:docMk/>
            <pc:sldMk cId="2551098856" sldId="263"/>
            <ac:spMk id="10" creationId="{EBD7E78C-EAFE-F786-FD09-D66D9F37CE2B}"/>
          </ac:spMkLst>
        </pc:spChg>
        <pc:spChg chg="del">
          <ac:chgData name="Mukesh Mishra" userId="0adacedc-ba21-4683-95db-6edfc1f9e25d" providerId="ADAL" clId="{E6639A8C-DF20-4DDB-8002-DB7A84B7A3E6}" dt="2025-10-16T22:50:42.857" v="154" actId="478"/>
          <ac:spMkLst>
            <pc:docMk/>
            <pc:sldMk cId="2551098856" sldId="263"/>
            <ac:spMk id="11" creationId="{B04F7F19-B1EA-93E5-94BF-3AFA5D68DE4A}"/>
          </ac:spMkLst>
        </pc:spChg>
        <pc:spChg chg="del">
          <ac:chgData name="Mukesh Mishra" userId="0adacedc-ba21-4683-95db-6edfc1f9e25d" providerId="ADAL" clId="{E6639A8C-DF20-4DDB-8002-DB7A84B7A3E6}" dt="2025-10-16T22:50:42.857" v="154" actId="478"/>
          <ac:spMkLst>
            <pc:docMk/>
            <pc:sldMk cId="2551098856" sldId="263"/>
            <ac:spMk id="12" creationId="{C0462B39-DCA9-D8C1-4E78-B878D90D9FC1}"/>
          </ac:spMkLst>
        </pc:spChg>
        <pc:spChg chg="del">
          <ac:chgData name="Mukesh Mishra" userId="0adacedc-ba21-4683-95db-6edfc1f9e25d" providerId="ADAL" clId="{E6639A8C-DF20-4DDB-8002-DB7A84B7A3E6}" dt="2025-10-16T22:50:35.953" v="153" actId="478"/>
          <ac:spMkLst>
            <pc:docMk/>
            <pc:sldMk cId="2551098856" sldId="263"/>
            <ac:spMk id="13" creationId="{104B74A5-434B-7960-CE99-06E5FC1F0EB6}"/>
          </ac:spMkLst>
        </pc:spChg>
        <pc:spChg chg="del">
          <ac:chgData name="Mukesh Mishra" userId="0adacedc-ba21-4683-95db-6edfc1f9e25d" providerId="ADAL" clId="{E6639A8C-DF20-4DDB-8002-DB7A84B7A3E6}" dt="2025-10-16T22:50:35.953" v="153" actId="478"/>
          <ac:spMkLst>
            <pc:docMk/>
            <pc:sldMk cId="2551098856" sldId="263"/>
            <ac:spMk id="14" creationId="{766B1B8D-FE34-FF2E-82D9-2B4C8906D0F3}"/>
          </ac:spMkLst>
        </pc:spChg>
        <pc:spChg chg="del">
          <ac:chgData name="Mukesh Mishra" userId="0adacedc-ba21-4683-95db-6edfc1f9e25d" providerId="ADAL" clId="{E6639A8C-DF20-4DDB-8002-DB7A84B7A3E6}" dt="2025-10-16T22:50:35.953" v="153" actId="478"/>
          <ac:spMkLst>
            <pc:docMk/>
            <pc:sldMk cId="2551098856" sldId="263"/>
            <ac:spMk id="15" creationId="{C46F4B4B-5CA2-2FC0-2C02-FCBAB005906C}"/>
          </ac:spMkLst>
        </pc:spChg>
        <pc:spChg chg="del">
          <ac:chgData name="Mukesh Mishra" userId="0adacedc-ba21-4683-95db-6edfc1f9e25d" providerId="ADAL" clId="{E6639A8C-DF20-4DDB-8002-DB7A84B7A3E6}" dt="2025-10-16T22:50:35.953" v="153" actId="478"/>
          <ac:spMkLst>
            <pc:docMk/>
            <pc:sldMk cId="2551098856" sldId="263"/>
            <ac:spMk id="16" creationId="{9A0A2A84-A57C-DFE7-4828-CFE4493863BC}"/>
          </ac:spMkLst>
        </pc:spChg>
        <pc:spChg chg="del">
          <ac:chgData name="Mukesh Mishra" userId="0adacedc-ba21-4683-95db-6edfc1f9e25d" providerId="ADAL" clId="{E6639A8C-DF20-4DDB-8002-DB7A84B7A3E6}" dt="2025-10-16T22:50:35.953" v="153" actId="478"/>
          <ac:spMkLst>
            <pc:docMk/>
            <pc:sldMk cId="2551098856" sldId="263"/>
            <ac:spMk id="17" creationId="{CAB0BBF5-36CF-5B5F-5CAC-EFBE2834A79D}"/>
          </ac:spMkLst>
        </pc:spChg>
        <pc:spChg chg="del">
          <ac:chgData name="Mukesh Mishra" userId="0adacedc-ba21-4683-95db-6edfc1f9e25d" providerId="ADAL" clId="{E6639A8C-DF20-4DDB-8002-DB7A84B7A3E6}" dt="2025-10-16T22:50:42.857" v="154" actId="478"/>
          <ac:spMkLst>
            <pc:docMk/>
            <pc:sldMk cId="2551098856" sldId="263"/>
            <ac:spMk id="18" creationId="{FD305630-C579-E3FE-4365-A1A5A08B8304}"/>
          </ac:spMkLst>
        </pc:spChg>
        <pc:spChg chg="del">
          <ac:chgData name="Mukesh Mishra" userId="0adacedc-ba21-4683-95db-6edfc1f9e25d" providerId="ADAL" clId="{E6639A8C-DF20-4DDB-8002-DB7A84B7A3E6}" dt="2025-10-16T22:50:35.953" v="153" actId="478"/>
          <ac:spMkLst>
            <pc:docMk/>
            <pc:sldMk cId="2551098856" sldId="263"/>
            <ac:spMk id="19" creationId="{F5CB238C-D9E3-153B-FE29-2617E5F334D2}"/>
          </ac:spMkLst>
        </pc:spChg>
        <pc:spChg chg="del">
          <ac:chgData name="Mukesh Mishra" userId="0adacedc-ba21-4683-95db-6edfc1f9e25d" providerId="ADAL" clId="{E6639A8C-DF20-4DDB-8002-DB7A84B7A3E6}" dt="2025-10-16T22:50:35.953" v="153" actId="478"/>
          <ac:spMkLst>
            <pc:docMk/>
            <pc:sldMk cId="2551098856" sldId="263"/>
            <ac:spMk id="20" creationId="{CE736F4B-A8A9-689F-EB0E-7DC14412FBEE}"/>
          </ac:spMkLst>
        </pc:spChg>
        <pc:spChg chg="del">
          <ac:chgData name="Mukesh Mishra" userId="0adacedc-ba21-4683-95db-6edfc1f9e25d" providerId="ADAL" clId="{E6639A8C-DF20-4DDB-8002-DB7A84B7A3E6}" dt="2025-10-16T22:50:42.857" v="154" actId="478"/>
          <ac:spMkLst>
            <pc:docMk/>
            <pc:sldMk cId="2551098856" sldId="263"/>
            <ac:spMk id="21" creationId="{78760962-55BE-EA1B-D4AB-4C57393660AA}"/>
          </ac:spMkLst>
        </pc:spChg>
        <pc:spChg chg="del">
          <ac:chgData name="Mukesh Mishra" userId="0adacedc-ba21-4683-95db-6edfc1f9e25d" providerId="ADAL" clId="{E6639A8C-DF20-4DDB-8002-DB7A84B7A3E6}" dt="2025-10-16T22:50:35.953" v="153" actId="478"/>
          <ac:spMkLst>
            <pc:docMk/>
            <pc:sldMk cId="2551098856" sldId="263"/>
            <ac:spMk id="22" creationId="{CE7E6BBB-5EAF-7B12-04CD-27224E05AAF3}"/>
          </ac:spMkLst>
        </pc:spChg>
        <pc:spChg chg="del">
          <ac:chgData name="Mukesh Mishra" userId="0adacedc-ba21-4683-95db-6edfc1f9e25d" providerId="ADAL" clId="{E6639A8C-DF20-4DDB-8002-DB7A84B7A3E6}" dt="2025-10-16T22:50:35.953" v="153" actId="478"/>
          <ac:spMkLst>
            <pc:docMk/>
            <pc:sldMk cId="2551098856" sldId="263"/>
            <ac:spMk id="23" creationId="{EBC0636A-E9F0-B122-F69C-287D47BD0828}"/>
          </ac:spMkLst>
        </pc:spChg>
        <pc:spChg chg="del">
          <ac:chgData name="Mukesh Mishra" userId="0adacedc-ba21-4683-95db-6edfc1f9e25d" providerId="ADAL" clId="{E6639A8C-DF20-4DDB-8002-DB7A84B7A3E6}" dt="2025-10-16T22:50:42.857" v="154" actId="478"/>
          <ac:spMkLst>
            <pc:docMk/>
            <pc:sldMk cId="2551098856" sldId="263"/>
            <ac:spMk id="24" creationId="{BA8E5318-444F-8BB1-0D15-447F995BED66}"/>
          </ac:spMkLst>
        </pc:spChg>
        <pc:spChg chg="del">
          <ac:chgData name="Mukesh Mishra" userId="0adacedc-ba21-4683-95db-6edfc1f9e25d" providerId="ADAL" clId="{E6639A8C-DF20-4DDB-8002-DB7A84B7A3E6}" dt="2025-10-16T22:50:42.857" v="154" actId="478"/>
          <ac:spMkLst>
            <pc:docMk/>
            <pc:sldMk cId="2551098856" sldId="263"/>
            <ac:spMk id="25" creationId="{1689809D-3E2D-4B4B-5B09-23A4D7FF3FD1}"/>
          </ac:spMkLst>
        </pc:spChg>
      </pc:sldChg>
      <pc:sldChg chg="delSp modSp mod">
        <pc:chgData name="Mukesh Mishra" userId="0adacedc-ba21-4683-95db-6edfc1f9e25d" providerId="ADAL" clId="{E6639A8C-DF20-4DDB-8002-DB7A84B7A3E6}" dt="2025-10-16T22:52:08.688" v="173" actId="123"/>
        <pc:sldMkLst>
          <pc:docMk/>
          <pc:sldMk cId="3268570154" sldId="264"/>
        </pc:sldMkLst>
        <pc:spChg chg="mod">
          <ac:chgData name="Mukesh Mishra" userId="0adacedc-ba21-4683-95db-6edfc1f9e25d" providerId="ADAL" clId="{E6639A8C-DF20-4DDB-8002-DB7A84B7A3E6}" dt="2025-10-16T22:51:51.015" v="168" actId="20577"/>
          <ac:spMkLst>
            <pc:docMk/>
            <pc:sldMk cId="3268570154" sldId="264"/>
            <ac:spMk id="2" creationId="{E7779C32-1892-AC99-CFFB-A3CD682AB9ED}"/>
          </ac:spMkLst>
        </pc:spChg>
        <pc:spChg chg="mod">
          <ac:chgData name="Mukesh Mishra" userId="0adacedc-ba21-4683-95db-6edfc1f9e25d" providerId="ADAL" clId="{E6639A8C-DF20-4DDB-8002-DB7A84B7A3E6}" dt="2025-10-16T22:52:08.688" v="173" actId="123"/>
          <ac:spMkLst>
            <pc:docMk/>
            <pc:sldMk cId="3268570154" sldId="264"/>
            <ac:spMk id="3" creationId="{3E5E2209-974E-859E-008D-82057DD2575E}"/>
          </ac:spMkLst>
        </pc:spChg>
        <pc:picChg chg="del">
          <ac:chgData name="Mukesh Mishra" userId="0adacedc-ba21-4683-95db-6edfc1f9e25d" providerId="ADAL" clId="{E6639A8C-DF20-4DDB-8002-DB7A84B7A3E6}" dt="2025-10-16T22:51:30.333" v="162" actId="478"/>
          <ac:picMkLst>
            <pc:docMk/>
            <pc:sldMk cId="3268570154" sldId="264"/>
            <ac:picMk id="5" creationId="{8150F62C-DD43-1C85-93A8-4A6531692ACA}"/>
          </ac:picMkLst>
        </pc:picChg>
      </pc:sldChg>
      <pc:sldChg chg="del">
        <pc:chgData name="Mukesh Mishra" userId="0adacedc-ba21-4683-95db-6edfc1f9e25d" providerId="ADAL" clId="{E6639A8C-DF20-4DDB-8002-DB7A84B7A3E6}" dt="2025-10-16T22:41:01.594" v="27" actId="47"/>
        <pc:sldMkLst>
          <pc:docMk/>
          <pc:sldMk cId="2480881256" sldId="265"/>
        </pc:sldMkLst>
      </pc:sldChg>
      <pc:sldChg chg="delSp modSp mod">
        <pc:chgData name="Mukesh Mishra" userId="0adacedc-ba21-4683-95db-6edfc1f9e25d" providerId="ADAL" clId="{E6639A8C-DF20-4DDB-8002-DB7A84B7A3E6}" dt="2025-10-17T19:09:08.041" v="714" actId="6549"/>
        <pc:sldMkLst>
          <pc:docMk/>
          <pc:sldMk cId="1856251087" sldId="266"/>
        </pc:sldMkLst>
        <pc:spChg chg="mod">
          <ac:chgData name="Mukesh Mishra" userId="0adacedc-ba21-4683-95db-6edfc1f9e25d" providerId="ADAL" clId="{E6639A8C-DF20-4DDB-8002-DB7A84B7A3E6}" dt="2025-10-16T22:52:30.816" v="178" actId="123"/>
          <ac:spMkLst>
            <pc:docMk/>
            <pc:sldMk cId="1856251087" sldId="266"/>
            <ac:spMk id="2" creationId="{3D604667-91D3-B52E-4F2D-E659681E032B}"/>
          </ac:spMkLst>
        </pc:spChg>
        <pc:spChg chg="mod">
          <ac:chgData name="Mukesh Mishra" userId="0adacedc-ba21-4683-95db-6edfc1f9e25d" providerId="ADAL" clId="{E6639A8C-DF20-4DDB-8002-DB7A84B7A3E6}" dt="2025-10-17T19:09:08.041" v="714" actId="6549"/>
          <ac:spMkLst>
            <pc:docMk/>
            <pc:sldMk cId="1856251087" sldId="266"/>
            <ac:spMk id="3" creationId="{11A53F29-12F5-9858-4EF0-DE6AF873B0FC}"/>
          </ac:spMkLst>
        </pc:spChg>
        <pc:picChg chg="del">
          <ac:chgData name="Mukesh Mishra" userId="0adacedc-ba21-4683-95db-6edfc1f9e25d" providerId="ADAL" clId="{E6639A8C-DF20-4DDB-8002-DB7A84B7A3E6}" dt="2025-10-16T22:52:32.333" v="179" actId="478"/>
          <ac:picMkLst>
            <pc:docMk/>
            <pc:sldMk cId="1856251087" sldId="266"/>
            <ac:picMk id="5" creationId="{CF6214F8-CA8C-517D-C098-1EF1A47DDBC8}"/>
          </ac:picMkLst>
        </pc:picChg>
      </pc:sldChg>
      <pc:sldChg chg="delSp modSp mod">
        <pc:chgData name="Mukesh Mishra" userId="0adacedc-ba21-4683-95db-6edfc1f9e25d" providerId="ADAL" clId="{E6639A8C-DF20-4DDB-8002-DB7A84B7A3E6}" dt="2025-10-16T22:53:56.383" v="200" actId="1076"/>
        <pc:sldMkLst>
          <pc:docMk/>
          <pc:sldMk cId="3510194884" sldId="267"/>
        </pc:sldMkLst>
        <pc:spChg chg="mod">
          <ac:chgData name="Mukesh Mishra" userId="0adacedc-ba21-4683-95db-6edfc1f9e25d" providerId="ADAL" clId="{E6639A8C-DF20-4DDB-8002-DB7A84B7A3E6}" dt="2025-10-16T22:53:20.942" v="193" actId="123"/>
          <ac:spMkLst>
            <pc:docMk/>
            <pc:sldMk cId="3510194884" sldId="267"/>
            <ac:spMk id="2" creationId="{8C3B0720-9B28-38C4-4968-9D738588A687}"/>
          </ac:spMkLst>
        </pc:spChg>
        <pc:spChg chg="mod">
          <ac:chgData name="Mukesh Mishra" userId="0adacedc-ba21-4683-95db-6edfc1f9e25d" providerId="ADAL" clId="{E6639A8C-DF20-4DDB-8002-DB7A84B7A3E6}" dt="2025-10-16T22:53:56.383" v="200" actId="1076"/>
          <ac:spMkLst>
            <pc:docMk/>
            <pc:sldMk cId="3510194884" sldId="267"/>
            <ac:spMk id="3" creationId="{9B87B3C5-4A86-B7E5-5D43-8BF1D23688A5}"/>
          </ac:spMkLst>
        </pc:spChg>
        <pc:picChg chg="del">
          <ac:chgData name="Mukesh Mishra" userId="0adacedc-ba21-4683-95db-6edfc1f9e25d" providerId="ADAL" clId="{E6639A8C-DF20-4DDB-8002-DB7A84B7A3E6}" dt="2025-10-16T22:53:11.988" v="189" actId="478"/>
          <ac:picMkLst>
            <pc:docMk/>
            <pc:sldMk cId="3510194884" sldId="267"/>
            <ac:picMk id="5" creationId="{3ED00529-5CD0-6C59-C90E-B5B9781A5644}"/>
          </ac:picMkLst>
        </pc:picChg>
      </pc:sldChg>
      <pc:sldChg chg="addSp delSp modSp mod">
        <pc:chgData name="Mukesh Mishra" userId="0adacedc-ba21-4683-95db-6edfc1f9e25d" providerId="ADAL" clId="{E6639A8C-DF20-4DDB-8002-DB7A84B7A3E6}" dt="2025-10-16T22:58:02.665" v="264" actId="14100"/>
        <pc:sldMkLst>
          <pc:docMk/>
          <pc:sldMk cId="2741858413" sldId="268"/>
        </pc:sldMkLst>
        <pc:spChg chg="mod">
          <ac:chgData name="Mukesh Mishra" userId="0adacedc-ba21-4683-95db-6edfc1f9e25d" providerId="ADAL" clId="{E6639A8C-DF20-4DDB-8002-DB7A84B7A3E6}" dt="2025-10-16T22:54:20.517" v="206" actId="113"/>
          <ac:spMkLst>
            <pc:docMk/>
            <pc:sldMk cId="2741858413" sldId="268"/>
            <ac:spMk id="2" creationId="{38FA10A9-8E7A-81ED-3532-3D30CCFEAE36}"/>
          </ac:spMkLst>
        </pc:spChg>
        <pc:spChg chg="mod">
          <ac:chgData name="Mukesh Mishra" userId="0adacedc-ba21-4683-95db-6edfc1f9e25d" providerId="ADAL" clId="{E6639A8C-DF20-4DDB-8002-DB7A84B7A3E6}" dt="2025-10-16T22:58:02.665" v="264" actId="14100"/>
          <ac:spMkLst>
            <pc:docMk/>
            <pc:sldMk cId="2741858413" sldId="268"/>
            <ac:spMk id="3" creationId="{3C97EB33-7FEF-84DA-14A6-87DE557DF425}"/>
          </ac:spMkLst>
        </pc:spChg>
        <pc:spChg chg="add mod">
          <ac:chgData name="Mukesh Mishra" userId="0adacedc-ba21-4683-95db-6edfc1f9e25d" providerId="ADAL" clId="{E6639A8C-DF20-4DDB-8002-DB7A84B7A3E6}" dt="2025-10-16T22:54:58.844" v="219" actId="114"/>
          <ac:spMkLst>
            <pc:docMk/>
            <pc:sldMk cId="2741858413" sldId="268"/>
            <ac:spMk id="4" creationId="{0A1CD858-9CCE-4AF6-C8D7-4686EBC0F4F3}"/>
          </ac:spMkLst>
        </pc:spChg>
        <pc:picChg chg="del">
          <ac:chgData name="Mukesh Mishra" userId="0adacedc-ba21-4683-95db-6edfc1f9e25d" providerId="ADAL" clId="{E6639A8C-DF20-4DDB-8002-DB7A84B7A3E6}" dt="2025-10-16T22:54:08.572" v="202" actId="478"/>
          <ac:picMkLst>
            <pc:docMk/>
            <pc:sldMk cId="2741858413" sldId="268"/>
            <ac:picMk id="5" creationId="{DA427A96-0152-2CFD-9CA3-F5FD4E224E4C}"/>
          </ac:picMkLst>
        </pc:picChg>
      </pc:sldChg>
      <pc:sldChg chg="addSp delSp modSp mod">
        <pc:chgData name="Mukesh Mishra" userId="0adacedc-ba21-4683-95db-6edfc1f9e25d" providerId="ADAL" clId="{E6639A8C-DF20-4DDB-8002-DB7A84B7A3E6}" dt="2025-10-16T22:58:28.878" v="271" actId="123"/>
        <pc:sldMkLst>
          <pc:docMk/>
          <pc:sldMk cId="847081945" sldId="269"/>
        </pc:sldMkLst>
        <pc:spChg chg="mod">
          <ac:chgData name="Mukesh Mishra" userId="0adacedc-ba21-4683-95db-6edfc1f9e25d" providerId="ADAL" clId="{E6639A8C-DF20-4DDB-8002-DB7A84B7A3E6}" dt="2025-10-16T22:56:18.922" v="241" actId="14100"/>
          <ac:spMkLst>
            <pc:docMk/>
            <pc:sldMk cId="847081945" sldId="269"/>
            <ac:spMk id="2" creationId="{CC6C57E8-E45F-EC75-D2BF-79B6194DE87D}"/>
          </ac:spMkLst>
        </pc:spChg>
        <pc:spChg chg="add mod">
          <ac:chgData name="Mukesh Mishra" userId="0adacedc-ba21-4683-95db-6edfc1f9e25d" providerId="ADAL" clId="{E6639A8C-DF20-4DDB-8002-DB7A84B7A3E6}" dt="2025-10-16T22:56:54.277" v="251" actId="14100"/>
          <ac:spMkLst>
            <pc:docMk/>
            <pc:sldMk cId="847081945" sldId="269"/>
            <ac:spMk id="3" creationId="{51A0AE49-5227-9622-6B3A-44B1B5E77D04}"/>
          </ac:spMkLst>
        </pc:spChg>
        <pc:spChg chg="del">
          <ac:chgData name="Mukesh Mishra" userId="0adacedc-ba21-4683-95db-6edfc1f9e25d" providerId="ADAL" clId="{E6639A8C-DF20-4DDB-8002-DB7A84B7A3E6}" dt="2025-10-16T22:55:55.011" v="227" actId="478"/>
          <ac:spMkLst>
            <pc:docMk/>
            <pc:sldMk cId="847081945" sldId="269"/>
            <ac:spMk id="4" creationId="{BA3B9406-B5D7-6B3B-5D39-0B2C84C27CAD}"/>
          </ac:spMkLst>
        </pc:spChg>
        <pc:spChg chg="add mod">
          <ac:chgData name="Mukesh Mishra" userId="0adacedc-ba21-4683-95db-6edfc1f9e25d" providerId="ADAL" clId="{E6639A8C-DF20-4DDB-8002-DB7A84B7A3E6}" dt="2025-10-16T22:57:43.101" v="259" actId="14100"/>
          <ac:spMkLst>
            <pc:docMk/>
            <pc:sldMk cId="847081945" sldId="269"/>
            <ac:spMk id="5" creationId="{2E061C44-0CB9-11DA-9B0E-E950B01BA8D4}"/>
          </ac:spMkLst>
        </pc:spChg>
        <pc:spChg chg="add del mod">
          <ac:chgData name="Mukesh Mishra" userId="0adacedc-ba21-4683-95db-6edfc1f9e25d" providerId="ADAL" clId="{E6639A8C-DF20-4DDB-8002-DB7A84B7A3E6}" dt="2025-10-16T22:57:57.266" v="263" actId="478"/>
          <ac:spMkLst>
            <pc:docMk/>
            <pc:sldMk cId="847081945" sldId="269"/>
            <ac:spMk id="7" creationId="{1399A85E-840E-87B1-33FF-85EA7861C17C}"/>
          </ac:spMkLst>
        </pc:spChg>
        <pc:spChg chg="add mod">
          <ac:chgData name="Mukesh Mishra" userId="0adacedc-ba21-4683-95db-6edfc1f9e25d" providerId="ADAL" clId="{E6639A8C-DF20-4DDB-8002-DB7A84B7A3E6}" dt="2025-10-16T22:58:28.878" v="271" actId="123"/>
          <ac:spMkLst>
            <pc:docMk/>
            <pc:sldMk cId="847081945" sldId="269"/>
            <ac:spMk id="8" creationId="{B9CB715C-FE98-9F75-FCF3-8AC2B7809C02}"/>
          </ac:spMkLst>
        </pc:spChg>
        <pc:picChg chg="del">
          <ac:chgData name="Mukesh Mishra" userId="0adacedc-ba21-4683-95db-6edfc1f9e25d" providerId="ADAL" clId="{E6639A8C-DF20-4DDB-8002-DB7A84B7A3E6}" dt="2025-10-16T22:55:51.818" v="226" actId="478"/>
          <ac:picMkLst>
            <pc:docMk/>
            <pc:sldMk cId="847081945" sldId="269"/>
            <ac:picMk id="6" creationId="{4891ACB5-A19E-0511-B7EF-60C19DAE0C43}"/>
          </ac:picMkLst>
        </pc:picChg>
      </pc:sldChg>
      <pc:sldChg chg="addSp delSp modSp mod">
        <pc:chgData name="Mukesh Mishra" userId="0adacedc-ba21-4683-95db-6edfc1f9e25d" providerId="ADAL" clId="{E6639A8C-DF20-4DDB-8002-DB7A84B7A3E6}" dt="2025-10-16T23:00:41.625" v="285" actId="123"/>
        <pc:sldMkLst>
          <pc:docMk/>
          <pc:sldMk cId="3816161684" sldId="270"/>
        </pc:sldMkLst>
        <pc:spChg chg="mod">
          <ac:chgData name="Mukesh Mishra" userId="0adacedc-ba21-4683-95db-6edfc1f9e25d" providerId="ADAL" clId="{E6639A8C-DF20-4DDB-8002-DB7A84B7A3E6}" dt="2025-10-16T22:59:58.825" v="277" actId="113"/>
          <ac:spMkLst>
            <pc:docMk/>
            <pc:sldMk cId="3816161684" sldId="270"/>
            <ac:spMk id="2" creationId="{988F0C98-434A-73BA-FF71-7AD6BE528B6C}"/>
          </ac:spMkLst>
        </pc:spChg>
        <pc:spChg chg="add mod">
          <ac:chgData name="Mukesh Mishra" userId="0adacedc-ba21-4683-95db-6edfc1f9e25d" providerId="ADAL" clId="{E6639A8C-DF20-4DDB-8002-DB7A84B7A3E6}" dt="2025-10-16T23:00:41.625" v="285" actId="123"/>
          <ac:spMkLst>
            <pc:docMk/>
            <pc:sldMk cId="3816161684" sldId="270"/>
            <ac:spMk id="3" creationId="{F669D7AE-BA6C-7894-1B45-BFFAD09EDA05}"/>
          </ac:spMkLst>
        </pc:spChg>
        <pc:spChg chg="del">
          <ac:chgData name="Mukesh Mishra" userId="0adacedc-ba21-4683-95db-6edfc1f9e25d" providerId="ADAL" clId="{E6639A8C-DF20-4DDB-8002-DB7A84B7A3E6}" dt="2025-10-16T22:59:50.965" v="273" actId="478"/>
          <ac:spMkLst>
            <pc:docMk/>
            <pc:sldMk cId="3816161684" sldId="270"/>
            <ac:spMk id="6" creationId="{ED76F772-9351-008F-D29B-D830DB2EF2D9}"/>
          </ac:spMkLst>
        </pc:spChg>
        <pc:picChg chg="del">
          <ac:chgData name="Mukesh Mishra" userId="0adacedc-ba21-4683-95db-6edfc1f9e25d" providerId="ADAL" clId="{E6639A8C-DF20-4DDB-8002-DB7A84B7A3E6}" dt="2025-10-16T22:59:47.209" v="272" actId="478"/>
          <ac:picMkLst>
            <pc:docMk/>
            <pc:sldMk cId="3816161684" sldId="270"/>
            <ac:picMk id="5" creationId="{20A51370-4AFA-A9E1-2F7A-32092CB911A3}"/>
          </ac:picMkLst>
        </pc:picChg>
      </pc:sldChg>
      <pc:sldChg chg="addSp delSp modSp mod">
        <pc:chgData name="Mukesh Mishra" userId="0adacedc-ba21-4683-95db-6edfc1f9e25d" providerId="ADAL" clId="{E6639A8C-DF20-4DDB-8002-DB7A84B7A3E6}" dt="2025-10-16T23:03:29.829" v="323" actId="14100"/>
        <pc:sldMkLst>
          <pc:docMk/>
          <pc:sldMk cId="1519210140" sldId="271"/>
        </pc:sldMkLst>
        <pc:spChg chg="add del mod">
          <ac:chgData name="Mukesh Mishra" userId="0adacedc-ba21-4683-95db-6edfc1f9e25d" providerId="ADAL" clId="{E6639A8C-DF20-4DDB-8002-DB7A84B7A3E6}" dt="2025-10-16T23:01:12.865" v="294" actId="113"/>
          <ac:spMkLst>
            <pc:docMk/>
            <pc:sldMk cId="1519210140" sldId="271"/>
            <ac:spMk id="2" creationId="{2D8DFBAC-7D7A-BE2F-6699-6B7E76EECF74}"/>
          </ac:spMkLst>
        </pc:spChg>
        <pc:spChg chg="del">
          <ac:chgData name="Mukesh Mishra" userId="0adacedc-ba21-4683-95db-6edfc1f9e25d" providerId="ADAL" clId="{E6639A8C-DF20-4DDB-8002-DB7A84B7A3E6}" dt="2025-10-16T23:01:02.070" v="289" actId="478"/>
          <ac:spMkLst>
            <pc:docMk/>
            <pc:sldMk cId="1519210140" sldId="271"/>
            <ac:spMk id="4" creationId="{771F26AA-3CEA-DD30-39FF-0AD4A637FAA7}"/>
          </ac:spMkLst>
        </pc:spChg>
        <pc:spChg chg="add del mod">
          <ac:chgData name="Mukesh Mishra" userId="0adacedc-ba21-4683-95db-6edfc1f9e25d" providerId="ADAL" clId="{E6639A8C-DF20-4DDB-8002-DB7A84B7A3E6}" dt="2025-10-16T23:00:58.339" v="288" actId="478"/>
          <ac:spMkLst>
            <pc:docMk/>
            <pc:sldMk cId="1519210140" sldId="271"/>
            <ac:spMk id="5" creationId="{A05478AC-3D33-D6F2-4273-44E4861A014C}"/>
          </ac:spMkLst>
        </pc:spChg>
        <pc:spChg chg="add mod">
          <ac:chgData name="Mukesh Mishra" userId="0adacedc-ba21-4683-95db-6edfc1f9e25d" providerId="ADAL" clId="{E6639A8C-DF20-4DDB-8002-DB7A84B7A3E6}" dt="2025-10-16T23:03:29.829" v="323" actId="14100"/>
          <ac:spMkLst>
            <pc:docMk/>
            <pc:sldMk cId="1519210140" sldId="271"/>
            <ac:spMk id="7" creationId="{FD54F2B1-0221-0391-0090-3395BB964CAE}"/>
          </ac:spMkLst>
        </pc:spChg>
        <pc:spChg chg="add mod">
          <ac:chgData name="Mukesh Mishra" userId="0adacedc-ba21-4683-95db-6edfc1f9e25d" providerId="ADAL" clId="{E6639A8C-DF20-4DDB-8002-DB7A84B7A3E6}" dt="2025-10-16T23:02:20.664" v="311" actId="14100"/>
          <ac:spMkLst>
            <pc:docMk/>
            <pc:sldMk cId="1519210140" sldId="271"/>
            <ac:spMk id="8" creationId="{8F568243-2DD3-4FF7-ABFC-EEBD3FCB2281}"/>
          </ac:spMkLst>
        </pc:spChg>
        <pc:picChg chg="del">
          <ac:chgData name="Mukesh Mishra" userId="0adacedc-ba21-4683-95db-6edfc1f9e25d" providerId="ADAL" clId="{E6639A8C-DF20-4DDB-8002-DB7A84B7A3E6}" dt="2025-10-16T23:00:51.950" v="286" actId="478"/>
          <ac:picMkLst>
            <pc:docMk/>
            <pc:sldMk cId="1519210140" sldId="271"/>
            <ac:picMk id="6" creationId="{2723B7D4-5CBC-9801-2A19-7F662472DE0B}"/>
          </ac:picMkLst>
        </pc:picChg>
      </pc:sldChg>
      <pc:sldChg chg="addSp delSp modSp mod">
        <pc:chgData name="Mukesh Mishra" userId="0adacedc-ba21-4683-95db-6edfc1f9e25d" providerId="ADAL" clId="{E6639A8C-DF20-4DDB-8002-DB7A84B7A3E6}" dt="2025-10-16T23:03:07.587" v="321"/>
        <pc:sldMkLst>
          <pc:docMk/>
          <pc:sldMk cId="3091027620" sldId="272"/>
        </pc:sldMkLst>
        <pc:spChg chg="mod">
          <ac:chgData name="Mukesh Mishra" userId="0adacedc-ba21-4683-95db-6edfc1f9e25d" providerId="ADAL" clId="{E6639A8C-DF20-4DDB-8002-DB7A84B7A3E6}" dt="2025-10-16T23:02:50.707" v="316" actId="255"/>
          <ac:spMkLst>
            <pc:docMk/>
            <pc:sldMk cId="3091027620" sldId="272"/>
            <ac:spMk id="2" creationId="{39CD158B-62E9-18B0-8BC2-B1F9E9D44793}"/>
          </ac:spMkLst>
        </pc:spChg>
        <pc:spChg chg="add mod">
          <ac:chgData name="Mukesh Mishra" userId="0adacedc-ba21-4683-95db-6edfc1f9e25d" providerId="ADAL" clId="{E6639A8C-DF20-4DDB-8002-DB7A84B7A3E6}" dt="2025-10-16T23:03:07.587" v="321"/>
          <ac:spMkLst>
            <pc:docMk/>
            <pc:sldMk cId="3091027620" sldId="272"/>
            <ac:spMk id="3" creationId="{20E4EFD5-2C02-D089-92F2-1C2220F61C82}"/>
          </ac:spMkLst>
        </pc:spChg>
        <pc:spChg chg="del">
          <ac:chgData name="Mukesh Mishra" userId="0adacedc-ba21-4683-95db-6edfc1f9e25d" providerId="ADAL" clId="{E6639A8C-DF20-4DDB-8002-DB7A84B7A3E6}" dt="2025-10-16T23:02:55.174" v="318" actId="478"/>
          <ac:spMkLst>
            <pc:docMk/>
            <pc:sldMk cId="3091027620" sldId="272"/>
            <ac:spMk id="4" creationId="{70850950-9F7F-1D75-1316-8AEAA4D4C4B5}"/>
          </ac:spMkLst>
        </pc:spChg>
        <pc:picChg chg="del">
          <ac:chgData name="Mukesh Mishra" userId="0adacedc-ba21-4683-95db-6edfc1f9e25d" providerId="ADAL" clId="{E6639A8C-DF20-4DDB-8002-DB7A84B7A3E6}" dt="2025-10-16T23:02:52.101" v="317" actId="478"/>
          <ac:picMkLst>
            <pc:docMk/>
            <pc:sldMk cId="3091027620" sldId="272"/>
            <ac:picMk id="6" creationId="{6D71F409-A75F-A23B-1EB4-D5DE9B945407}"/>
          </ac:picMkLst>
        </pc:picChg>
      </pc:sldChg>
      <pc:sldChg chg="addSp delSp modSp mod">
        <pc:chgData name="Mukesh Mishra" userId="0adacedc-ba21-4683-95db-6edfc1f9e25d" providerId="ADAL" clId="{E6639A8C-DF20-4DDB-8002-DB7A84B7A3E6}" dt="2025-10-16T23:04:29.356" v="347" actId="123"/>
        <pc:sldMkLst>
          <pc:docMk/>
          <pc:sldMk cId="3972674004" sldId="273"/>
        </pc:sldMkLst>
        <pc:spChg chg="mod">
          <ac:chgData name="Mukesh Mishra" userId="0adacedc-ba21-4683-95db-6edfc1f9e25d" providerId="ADAL" clId="{E6639A8C-DF20-4DDB-8002-DB7A84B7A3E6}" dt="2025-10-16T23:04:07.904" v="339" actId="27636"/>
          <ac:spMkLst>
            <pc:docMk/>
            <pc:sldMk cId="3972674004" sldId="273"/>
            <ac:spMk id="2" creationId="{CCAB5383-EC95-ADEA-1685-481D409A7857}"/>
          </ac:spMkLst>
        </pc:spChg>
        <pc:spChg chg="add mod">
          <ac:chgData name="Mukesh Mishra" userId="0adacedc-ba21-4683-95db-6edfc1f9e25d" providerId="ADAL" clId="{E6639A8C-DF20-4DDB-8002-DB7A84B7A3E6}" dt="2025-10-16T23:04:29.356" v="347" actId="123"/>
          <ac:spMkLst>
            <pc:docMk/>
            <pc:sldMk cId="3972674004" sldId="273"/>
            <ac:spMk id="3" creationId="{FA081B87-381B-691B-FAC9-594E040CE331}"/>
          </ac:spMkLst>
        </pc:spChg>
        <pc:spChg chg="del">
          <ac:chgData name="Mukesh Mishra" userId="0adacedc-ba21-4683-95db-6edfc1f9e25d" providerId="ADAL" clId="{E6639A8C-DF20-4DDB-8002-DB7A84B7A3E6}" dt="2025-10-16T23:03:48.887" v="325" actId="478"/>
          <ac:spMkLst>
            <pc:docMk/>
            <pc:sldMk cId="3972674004" sldId="273"/>
            <ac:spMk id="4" creationId="{0C3A47F1-7C59-4C33-533C-244B39C65DB5}"/>
          </ac:spMkLst>
        </pc:spChg>
        <pc:picChg chg="del">
          <ac:chgData name="Mukesh Mishra" userId="0adacedc-ba21-4683-95db-6edfc1f9e25d" providerId="ADAL" clId="{E6639A8C-DF20-4DDB-8002-DB7A84B7A3E6}" dt="2025-10-16T23:03:43.992" v="324" actId="478"/>
          <ac:picMkLst>
            <pc:docMk/>
            <pc:sldMk cId="3972674004" sldId="273"/>
            <ac:picMk id="6" creationId="{56473B21-EB19-A79F-236F-A43DE20188F6}"/>
          </ac:picMkLst>
        </pc:picChg>
      </pc:sldChg>
      <pc:sldChg chg="addSp delSp modSp mod">
        <pc:chgData name="Mukesh Mishra" userId="0adacedc-ba21-4683-95db-6edfc1f9e25d" providerId="ADAL" clId="{E6639A8C-DF20-4DDB-8002-DB7A84B7A3E6}" dt="2025-10-17T05:22:41.004" v="501" actId="1076"/>
        <pc:sldMkLst>
          <pc:docMk/>
          <pc:sldMk cId="2035345463" sldId="274"/>
        </pc:sldMkLst>
        <pc:spChg chg="mod">
          <ac:chgData name="Mukesh Mishra" userId="0adacedc-ba21-4683-95db-6edfc1f9e25d" providerId="ADAL" clId="{E6639A8C-DF20-4DDB-8002-DB7A84B7A3E6}" dt="2025-10-17T04:57:00.041" v="380" actId="20577"/>
          <ac:spMkLst>
            <pc:docMk/>
            <pc:sldMk cId="2035345463" sldId="274"/>
            <ac:spMk id="2" creationId="{55BC98C7-28DE-A2D8-EE77-389533B74DFE}"/>
          </ac:spMkLst>
        </pc:spChg>
        <pc:spChg chg="del mod">
          <ac:chgData name="Mukesh Mishra" userId="0adacedc-ba21-4683-95db-6edfc1f9e25d" providerId="ADAL" clId="{E6639A8C-DF20-4DDB-8002-DB7A84B7A3E6}" dt="2025-10-17T05:10:37.993" v="403" actId="478"/>
          <ac:spMkLst>
            <pc:docMk/>
            <pc:sldMk cId="2035345463" sldId="274"/>
            <ac:spMk id="3" creationId="{F07B08B0-19C3-82BE-D295-BB2B5289A3D8}"/>
          </ac:spMkLst>
        </pc:spChg>
        <pc:spChg chg="add mod">
          <ac:chgData name="Mukesh Mishra" userId="0adacedc-ba21-4683-95db-6edfc1f9e25d" providerId="ADAL" clId="{E6639A8C-DF20-4DDB-8002-DB7A84B7A3E6}" dt="2025-10-17T05:11:29.863" v="438" actId="27636"/>
          <ac:spMkLst>
            <pc:docMk/>
            <pc:sldMk cId="2035345463" sldId="274"/>
            <ac:spMk id="4" creationId="{8EFBBF19-6B3F-5DC3-16F3-22E3104103B7}"/>
          </ac:spMkLst>
        </pc:spChg>
        <pc:spChg chg="add mod">
          <ac:chgData name="Mukesh Mishra" userId="0adacedc-ba21-4683-95db-6edfc1f9e25d" providerId="ADAL" clId="{E6639A8C-DF20-4DDB-8002-DB7A84B7A3E6}" dt="2025-10-17T05:22:20.845" v="496" actId="14100"/>
          <ac:spMkLst>
            <pc:docMk/>
            <pc:sldMk cId="2035345463" sldId="274"/>
            <ac:spMk id="7" creationId="{FB719483-B72B-1B4B-6CB9-530A3FCA9A7F}"/>
          </ac:spMkLst>
        </pc:spChg>
        <pc:spChg chg="add mod">
          <ac:chgData name="Mukesh Mishra" userId="0adacedc-ba21-4683-95db-6edfc1f9e25d" providerId="ADAL" clId="{E6639A8C-DF20-4DDB-8002-DB7A84B7A3E6}" dt="2025-10-17T05:22:30.672" v="499" actId="123"/>
          <ac:spMkLst>
            <pc:docMk/>
            <pc:sldMk cId="2035345463" sldId="274"/>
            <ac:spMk id="9" creationId="{4757AF7D-5137-48DB-C6A7-CFAF0FF30CC0}"/>
          </ac:spMkLst>
        </pc:spChg>
        <pc:picChg chg="del">
          <ac:chgData name="Mukesh Mishra" userId="0adacedc-ba21-4683-95db-6edfc1f9e25d" providerId="ADAL" clId="{E6639A8C-DF20-4DDB-8002-DB7A84B7A3E6}" dt="2025-10-17T04:57:02.390" v="381" actId="478"/>
          <ac:picMkLst>
            <pc:docMk/>
            <pc:sldMk cId="2035345463" sldId="274"/>
            <ac:picMk id="5" creationId="{BD8A46E6-73AF-748C-ED30-D393EC55DB66}"/>
          </ac:picMkLst>
        </pc:picChg>
        <pc:picChg chg="add mod">
          <ac:chgData name="Mukesh Mishra" userId="0adacedc-ba21-4683-95db-6edfc1f9e25d" providerId="ADAL" clId="{E6639A8C-DF20-4DDB-8002-DB7A84B7A3E6}" dt="2025-10-17T05:11:46.629" v="440" actId="1076"/>
          <ac:picMkLst>
            <pc:docMk/>
            <pc:sldMk cId="2035345463" sldId="274"/>
            <ac:picMk id="6" creationId="{8A9EC052-D1B0-CEAE-8BDE-641389827DF7}"/>
          </ac:picMkLst>
        </pc:picChg>
        <pc:picChg chg="add del mod">
          <ac:chgData name="Mukesh Mishra" userId="0adacedc-ba21-4683-95db-6edfc1f9e25d" providerId="ADAL" clId="{E6639A8C-DF20-4DDB-8002-DB7A84B7A3E6}" dt="2025-10-17T05:21:39.651" v="487" actId="478"/>
          <ac:picMkLst>
            <pc:docMk/>
            <pc:sldMk cId="2035345463" sldId="274"/>
            <ac:picMk id="8" creationId="{4E8CBE77-2990-501B-454F-8802867804E4}"/>
          </ac:picMkLst>
        </pc:picChg>
        <pc:picChg chg="add mod">
          <ac:chgData name="Mukesh Mishra" userId="0adacedc-ba21-4683-95db-6edfc1f9e25d" providerId="ADAL" clId="{E6639A8C-DF20-4DDB-8002-DB7A84B7A3E6}" dt="2025-10-17T05:22:41.004" v="501" actId="1076"/>
          <ac:picMkLst>
            <pc:docMk/>
            <pc:sldMk cId="2035345463" sldId="274"/>
            <ac:picMk id="10" creationId="{5F6F2FBA-82D4-0FEB-236C-27C9BAC9CB96}"/>
          </ac:picMkLst>
        </pc:picChg>
      </pc:sldChg>
      <pc:sldChg chg="addSp delSp modSp mod">
        <pc:chgData name="Mukesh Mishra" userId="0adacedc-ba21-4683-95db-6edfc1f9e25d" providerId="ADAL" clId="{E6639A8C-DF20-4DDB-8002-DB7A84B7A3E6}" dt="2025-10-17T06:29:34.472" v="546" actId="313"/>
        <pc:sldMkLst>
          <pc:docMk/>
          <pc:sldMk cId="3288131928" sldId="275"/>
        </pc:sldMkLst>
        <pc:spChg chg="mod">
          <ac:chgData name="Mukesh Mishra" userId="0adacedc-ba21-4683-95db-6edfc1f9e25d" providerId="ADAL" clId="{E6639A8C-DF20-4DDB-8002-DB7A84B7A3E6}" dt="2025-10-17T05:17:45.149" v="449" actId="255"/>
          <ac:spMkLst>
            <pc:docMk/>
            <pc:sldMk cId="3288131928" sldId="275"/>
            <ac:spMk id="2" creationId="{BCE61E0B-33BC-B705-2DA5-F516C22CF2B4}"/>
          </ac:spMkLst>
        </pc:spChg>
        <pc:spChg chg="mod">
          <ac:chgData name="Mukesh Mishra" userId="0adacedc-ba21-4683-95db-6edfc1f9e25d" providerId="ADAL" clId="{E6639A8C-DF20-4DDB-8002-DB7A84B7A3E6}" dt="2025-10-17T06:29:34.472" v="546" actId="313"/>
          <ac:spMkLst>
            <pc:docMk/>
            <pc:sldMk cId="3288131928" sldId="275"/>
            <ac:spMk id="3" creationId="{7FA2724A-015D-D37E-4BF1-06BECC8E375C}"/>
          </ac:spMkLst>
        </pc:spChg>
        <pc:picChg chg="del">
          <ac:chgData name="Mukesh Mishra" userId="0adacedc-ba21-4683-95db-6edfc1f9e25d" providerId="ADAL" clId="{E6639A8C-DF20-4DDB-8002-DB7A84B7A3E6}" dt="2025-10-17T05:17:29.303" v="446" actId="478"/>
          <ac:picMkLst>
            <pc:docMk/>
            <pc:sldMk cId="3288131928" sldId="275"/>
            <ac:picMk id="5" creationId="{133B3ABE-EE82-32F1-4E32-EBB211ED2BFE}"/>
          </ac:picMkLst>
        </pc:picChg>
        <pc:picChg chg="add mod">
          <ac:chgData name="Mukesh Mishra" userId="0adacedc-ba21-4683-95db-6edfc1f9e25d" providerId="ADAL" clId="{E6639A8C-DF20-4DDB-8002-DB7A84B7A3E6}" dt="2025-10-17T05:20:03.653" v="482" actId="14100"/>
          <ac:picMkLst>
            <pc:docMk/>
            <pc:sldMk cId="3288131928" sldId="275"/>
            <ac:picMk id="6" creationId="{C0B3F816-3CDE-EE1D-C02C-9AD7E1CC8922}"/>
          </ac:picMkLst>
        </pc:picChg>
      </pc:sldChg>
      <pc:sldChg chg="del">
        <pc:chgData name="Mukesh Mishra" userId="0adacedc-ba21-4683-95db-6edfc1f9e25d" providerId="ADAL" clId="{E6639A8C-DF20-4DDB-8002-DB7A84B7A3E6}" dt="2025-10-17T06:30:23.025" v="547" actId="47"/>
        <pc:sldMkLst>
          <pc:docMk/>
          <pc:sldMk cId="846303333" sldId="276"/>
        </pc:sldMkLst>
      </pc:sldChg>
      <pc:sldChg chg="del">
        <pc:chgData name="Mukesh Mishra" userId="0adacedc-ba21-4683-95db-6edfc1f9e25d" providerId="ADAL" clId="{E6639A8C-DF20-4DDB-8002-DB7A84B7A3E6}" dt="2025-10-17T06:30:25.449" v="548" actId="47"/>
        <pc:sldMkLst>
          <pc:docMk/>
          <pc:sldMk cId="3052086056" sldId="277"/>
        </pc:sldMkLst>
      </pc:sldChg>
      <pc:sldChg chg="addSp delSp modSp new mod">
        <pc:chgData name="Mukesh Mishra" userId="0adacedc-ba21-4683-95db-6edfc1f9e25d" providerId="ADAL" clId="{E6639A8C-DF20-4DDB-8002-DB7A84B7A3E6}" dt="2025-10-17T05:45:17.784" v="505" actId="1076"/>
        <pc:sldMkLst>
          <pc:docMk/>
          <pc:sldMk cId="2777067064" sldId="278"/>
        </pc:sldMkLst>
        <pc:spChg chg="mod">
          <ac:chgData name="Mukesh Mishra" userId="0adacedc-ba21-4683-95db-6edfc1f9e25d" providerId="ADAL" clId="{E6639A8C-DF20-4DDB-8002-DB7A84B7A3E6}" dt="2025-10-17T04:45:42.774" v="357" actId="20577"/>
          <ac:spMkLst>
            <pc:docMk/>
            <pc:sldMk cId="2777067064" sldId="278"/>
            <ac:spMk id="2" creationId="{8B384852-752B-4E02-B186-D005E665B4A7}"/>
          </ac:spMkLst>
        </pc:spChg>
        <pc:spChg chg="del">
          <ac:chgData name="Mukesh Mishra" userId="0adacedc-ba21-4683-95db-6edfc1f9e25d" providerId="ADAL" clId="{E6639A8C-DF20-4DDB-8002-DB7A84B7A3E6}" dt="2025-10-17T04:45:45.790" v="358" actId="478"/>
          <ac:spMkLst>
            <pc:docMk/>
            <pc:sldMk cId="2777067064" sldId="278"/>
            <ac:spMk id="3" creationId="{5F98884E-A3F0-531F-5296-355C4C8EDDA6}"/>
          </ac:spMkLst>
        </pc:spChg>
        <pc:spChg chg="add del">
          <ac:chgData name="Mukesh Mishra" userId="0adacedc-ba21-4683-95db-6edfc1f9e25d" providerId="ADAL" clId="{E6639A8C-DF20-4DDB-8002-DB7A84B7A3E6}" dt="2025-10-17T04:45:48.138" v="360" actId="22"/>
          <ac:spMkLst>
            <pc:docMk/>
            <pc:sldMk cId="2777067064" sldId="278"/>
            <ac:spMk id="5" creationId="{7CECCE0F-C992-7B33-F02A-B1A99C16ADBA}"/>
          </ac:spMkLst>
        </pc:spChg>
        <pc:picChg chg="add mod">
          <ac:chgData name="Mukesh Mishra" userId="0adacedc-ba21-4683-95db-6edfc1f9e25d" providerId="ADAL" clId="{E6639A8C-DF20-4DDB-8002-DB7A84B7A3E6}" dt="2025-10-17T05:45:12.191" v="504" actId="1076"/>
          <ac:picMkLst>
            <pc:docMk/>
            <pc:sldMk cId="2777067064" sldId="278"/>
            <ac:picMk id="6" creationId="{85FB1BCE-9168-CDE8-E5ED-FCC557851E2E}"/>
          </ac:picMkLst>
        </pc:picChg>
        <pc:picChg chg="add mod">
          <ac:chgData name="Mukesh Mishra" userId="0adacedc-ba21-4683-95db-6edfc1f9e25d" providerId="ADAL" clId="{E6639A8C-DF20-4DDB-8002-DB7A84B7A3E6}" dt="2025-10-17T05:45:17.784" v="505" actId="1076"/>
          <ac:picMkLst>
            <pc:docMk/>
            <pc:sldMk cId="2777067064" sldId="278"/>
            <ac:picMk id="8" creationId="{5798114A-FF4E-3FA6-FB4F-D6C82A385D39}"/>
          </ac:picMkLst>
        </pc:picChg>
      </pc:sldChg>
      <pc:sldChg chg="modSp new mod">
        <pc:chgData name="Mukesh Mishra" userId="0adacedc-ba21-4683-95db-6edfc1f9e25d" providerId="ADAL" clId="{E6639A8C-DF20-4DDB-8002-DB7A84B7A3E6}" dt="2025-10-17T06:28:50.440" v="545" actId="1076"/>
        <pc:sldMkLst>
          <pc:docMk/>
          <pc:sldMk cId="1913885128" sldId="279"/>
        </pc:sldMkLst>
        <pc:spChg chg="mod">
          <ac:chgData name="Mukesh Mishra" userId="0adacedc-ba21-4683-95db-6edfc1f9e25d" providerId="ADAL" clId="{E6639A8C-DF20-4DDB-8002-DB7A84B7A3E6}" dt="2025-10-17T06:27:59.533" v="513" actId="113"/>
          <ac:spMkLst>
            <pc:docMk/>
            <pc:sldMk cId="1913885128" sldId="279"/>
            <ac:spMk id="2" creationId="{FDF73E9F-5DC7-4A73-28BC-1EA8FE068AB8}"/>
          </ac:spMkLst>
        </pc:spChg>
        <pc:spChg chg="mod">
          <ac:chgData name="Mukesh Mishra" userId="0adacedc-ba21-4683-95db-6edfc1f9e25d" providerId="ADAL" clId="{E6639A8C-DF20-4DDB-8002-DB7A84B7A3E6}" dt="2025-10-17T06:28:50.440" v="545" actId="1076"/>
          <ac:spMkLst>
            <pc:docMk/>
            <pc:sldMk cId="1913885128" sldId="279"/>
            <ac:spMk id="3" creationId="{DFF02EE9-9176-AAE1-B286-E5BE9EDBB159}"/>
          </ac:spMkLst>
        </pc:spChg>
      </pc:sldChg>
      <pc:sldChg chg="addSp delSp modSp new mod">
        <pc:chgData name="Mukesh Mishra" userId="0adacedc-ba21-4683-95db-6edfc1f9e25d" providerId="ADAL" clId="{E6639A8C-DF20-4DDB-8002-DB7A84B7A3E6}" dt="2025-10-17T06:37:03.260" v="597" actId="255"/>
        <pc:sldMkLst>
          <pc:docMk/>
          <pc:sldMk cId="335644669" sldId="280"/>
        </pc:sldMkLst>
        <pc:spChg chg="mod">
          <ac:chgData name="Mukesh Mishra" userId="0adacedc-ba21-4683-95db-6edfc1f9e25d" providerId="ADAL" clId="{E6639A8C-DF20-4DDB-8002-DB7A84B7A3E6}" dt="2025-10-17T06:32:48.133" v="556" actId="14100"/>
          <ac:spMkLst>
            <pc:docMk/>
            <pc:sldMk cId="335644669" sldId="280"/>
            <ac:spMk id="2" creationId="{19735F26-6E8D-D388-8620-AE7C83AF1C3B}"/>
          </ac:spMkLst>
        </pc:spChg>
        <pc:spChg chg="add del mod">
          <ac:chgData name="Mukesh Mishra" userId="0adacedc-ba21-4683-95db-6edfc1f9e25d" providerId="ADAL" clId="{E6639A8C-DF20-4DDB-8002-DB7A84B7A3E6}" dt="2025-10-17T06:37:03.260" v="597" actId="255"/>
          <ac:spMkLst>
            <pc:docMk/>
            <pc:sldMk cId="335644669" sldId="280"/>
            <ac:spMk id="3" creationId="{4EA52CA6-9E3A-240F-F131-FE86E689EC28}"/>
          </ac:spMkLst>
        </pc:spChg>
        <pc:spChg chg="add mod">
          <ac:chgData name="Mukesh Mishra" userId="0adacedc-ba21-4683-95db-6edfc1f9e25d" providerId="ADAL" clId="{E6639A8C-DF20-4DDB-8002-DB7A84B7A3E6}" dt="2025-10-17T06:33:01.718" v="558"/>
          <ac:spMkLst>
            <pc:docMk/>
            <pc:sldMk cId="335644669" sldId="280"/>
            <ac:spMk id="4" creationId="{A751E0D3-18A5-0F91-E6EC-6020D753CC58}"/>
          </ac:spMkLst>
        </pc:spChg>
      </pc:sldChg>
      <pc:sldChg chg="addSp delSp modSp new mod">
        <pc:chgData name="Mukesh Mishra" userId="0adacedc-ba21-4683-95db-6edfc1f9e25d" providerId="ADAL" clId="{E6639A8C-DF20-4DDB-8002-DB7A84B7A3E6}" dt="2025-10-17T06:41:03.369" v="634" actId="14100"/>
        <pc:sldMkLst>
          <pc:docMk/>
          <pc:sldMk cId="199260515" sldId="281"/>
        </pc:sldMkLst>
        <pc:spChg chg="mod">
          <ac:chgData name="Mukesh Mishra" userId="0adacedc-ba21-4683-95db-6edfc1f9e25d" providerId="ADAL" clId="{E6639A8C-DF20-4DDB-8002-DB7A84B7A3E6}" dt="2025-10-17T06:38:35.420" v="605" actId="14100"/>
          <ac:spMkLst>
            <pc:docMk/>
            <pc:sldMk cId="199260515" sldId="281"/>
            <ac:spMk id="2" creationId="{E6BE1D2A-734D-1EEA-DED5-F31C54239DBA}"/>
          </ac:spMkLst>
        </pc:spChg>
        <pc:spChg chg="del">
          <ac:chgData name="Mukesh Mishra" userId="0adacedc-ba21-4683-95db-6edfc1f9e25d" providerId="ADAL" clId="{E6639A8C-DF20-4DDB-8002-DB7A84B7A3E6}" dt="2025-10-17T06:38:39.845" v="606" actId="478"/>
          <ac:spMkLst>
            <pc:docMk/>
            <pc:sldMk cId="199260515" sldId="281"/>
            <ac:spMk id="3" creationId="{C9D8D804-E380-6FDF-FFFC-0CA6B7D88A6A}"/>
          </ac:spMkLst>
        </pc:spChg>
        <pc:graphicFrameChg chg="add mod modGraphic">
          <ac:chgData name="Mukesh Mishra" userId="0adacedc-ba21-4683-95db-6edfc1f9e25d" providerId="ADAL" clId="{E6639A8C-DF20-4DDB-8002-DB7A84B7A3E6}" dt="2025-10-17T06:41:03.369" v="634" actId="14100"/>
          <ac:graphicFrameMkLst>
            <pc:docMk/>
            <pc:sldMk cId="199260515" sldId="281"/>
            <ac:graphicFrameMk id="4" creationId="{6CBEA07F-E49E-9A68-87A9-6DDA4ED1A3DA}"/>
          </ac:graphicFrameMkLst>
        </pc:graphicFrameChg>
      </pc:sldChg>
      <pc:sldChg chg="new del">
        <pc:chgData name="Mukesh Mishra" userId="0adacedc-ba21-4683-95db-6edfc1f9e25d" providerId="ADAL" clId="{E6639A8C-DF20-4DDB-8002-DB7A84B7A3E6}" dt="2025-10-17T19:03:51.865" v="704" actId="47"/>
        <pc:sldMkLst>
          <pc:docMk/>
          <pc:sldMk cId="653806793" sldId="282"/>
        </pc:sldMkLst>
      </pc:sldChg>
      <pc:sldChg chg="modSp new del mod">
        <pc:chgData name="Mukesh Mishra" userId="0adacedc-ba21-4683-95db-6edfc1f9e25d" providerId="ADAL" clId="{E6639A8C-DF20-4DDB-8002-DB7A84B7A3E6}" dt="2025-10-17T19:03:39.628" v="701" actId="2696"/>
        <pc:sldMkLst>
          <pc:docMk/>
          <pc:sldMk cId="968089658" sldId="282"/>
        </pc:sldMkLst>
        <pc:spChg chg="mod">
          <ac:chgData name="Mukesh Mishra" userId="0adacedc-ba21-4683-95db-6edfc1f9e25d" providerId="ADAL" clId="{E6639A8C-DF20-4DDB-8002-DB7A84B7A3E6}" dt="2025-10-17T06:42:48.245" v="650" actId="14100"/>
          <ac:spMkLst>
            <pc:docMk/>
            <pc:sldMk cId="968089658" sldId="282"/>
            <ac:spMk id="2" creationId="{E33A188B-5BEE-14E4-2507-3794352C6109}"/>
          </ac:spMkLst>
        </pc:spChg>
        <pc:spChg chg="mod">
          <ac:chgData name="Mukesh Mishra" userId="0adacedc-ba21-4683-95db-6edfc1f9e25d" providerId="ADAL" clId="{E6639A8C-DF20-4DDB-8002-DB7A84B7A3E6}" dt="2025-10-17T06:44:19.309" v="681" actId="20577"/>
          <ac:spMkLst>
            <pc:docMk/>
            <pc:sldMk cId="968089658" sldId="282"/>
            <ac:spMk id="3" creationId="{832FA5ED-8441-A771-96E3-76C8BCE16982}"/>
          </ac:spMkLst>
        </pc:spChg>
      </pc:sldChg>
      <pc:sldChg chg="add">
        <pc:chgData name="Mukesh Mishra" userId="0adacedc-ba21-4683-95db-6edfc1f9e25d" providerId="ADAL" clId="{E6639A8C-DF20-4DDB-8002-DB7A84B7A3E6}" dt="2025-10-17T19:03:48.846" v="703"/>
        <pc:sldMkLst>
          <pc:docMk/>
          <pc:sldMk cId="2021281254" sldId="283"/>
        </pc:sldMkLst>
      </pc:sldChg>
    </pc:docChg>
  </pc:docChgLst>
  <pc:docChgLst>
    <pc:chgData name="Mukesh Mishra" userId="0adacedc-ba21-4683-95db-6edfc1f9e25d" providerId="ADAL" clId="{22188E0A-8BF0-47C6-98F6-0C82DFFA93DF}"/>
    <pc:docChg chg="undo custSel mod addSld modSld">
      <pc:chgData name="Mukesh Mishra" userId="0adacedc-ba21-4683-95db-6edfc1f9e25d" providerId="ADAL" clId="{22188E0A-8BF0-47C6-98F6-0C82DFFA93DF}" dt="2025-10-10T20:48:10.962" v="1622" actId="20577"/>
      <pc:docMkLst>
        <pc:docMk/>
      </pc:docMkLst>
      <pc:sldChg chg="addSp delSp modSp new mod">
        <pc:chgData name="Mukesh Mishra" userId="0adacedc-ba21-4683-95db-6edfc1f9e25d" providerId="ADAL" clId="{22188E0A-8BF0-47C6-98F6-0C82DFFA93DF}" dt="2025-10-10T04:24:57.607" v="1564" actId="27636"/>
        <pc:sldMkLst>
          <pc:docMk/>
          <pc:sldMk cId="1636499854" sldId="256"/>
        </pc:sldMkLst>
        <pc:spChg chg="add mod">
          <ac:chgData name="Mukesh Mishra" userId="0adacedc-ba21-4683-95db-6edfc1f9e25d" providerId="ADAL" clId="{22188E0A-8BF0-47C6-98F6-0C82DFFA93DF}" dt="2025-10-10T04:24:57.607" v="1564" actId="27636"/>
          <ac:spMkLst>
            <pc:docMk/>
            <pc:sldMk cId="1636499854" sldId="256"/>
            <ac:spMk id="4" creationId="{EA35E61D-30A4-CAC8-F54A-B0DBF0559869}"/>
          </ac:spMkLst>
        </pc:spChg>
        <pc:spChg chg="add mod">
          <ac:chgData name="Mukesh Mishra" userId="0adacedc-ba21-4683-95db-6edfc1f9e25d" providerId="ADAL" clId="{22188E0A-8BF0-47C6-98F6-0C82DFFA93DF}" dt="2025-10-10T04:17:54.105" v="1561" actId="1076"/>
          <ac:spMkLst>
            <pc:docMk/>
            <pc:sldMk cId="1636499854" sldId="256"/>
            <ac:spMk id="5" creationId="{20EB3EDE-25BF-1448-09B4-634B3ACCA595}"/>
          </ac:spMkLst>
        </pc:spChg>
      </pc:sldChg>
      <pc:sldChg chg="modSp new mod">
        <pc:chgData name="Mukesh Mishra" userId="0adacedc-ba21-4683-95db-6edfc1f9e25d" providerId="ADAL" clId="{22188E0A-8BF0-47C6-98F6-0C82DFFA93DF}" dt="2025-10-03T03:28:58.545" v="21" actId="20577"/>
        <pc:sldMkLst>
          <pc:docMk/>
          <pc:sldMk cId="1290415837" sldId="257"/>
        </pc:sldMkLst>
        <pc:spChg chg="mod">
          <ac:chgData name="Mukesh Mishra" userId="0adacedc-ba21-4683-95db-6edfc1f9e25d" providerId="ADAL" clId="{22188E0A-8BF0-47C6-98F6-0C82DFFA93DF}" dt="2025-10-03T03:28:12.861" v="9" actId="1076"/>
          <ac:spMkLst>
            <pc:docMk/>
            <pc:sldMk cId="1290415837" sldId="257"/>
            <ac:spMk id="2" creationId="{C71F3FD0-64C6-BFB8-0B3F-8215AE24CD57}"/>
          </ac:spMkLst>
        </pc:spChg>
        <pc:spChg chg="mod">
          <ac:chgData name="Mukesh Mishra" userId="0adacedc-ba21-4683-95db-6edfc1f9e25d" providerId="ADAL" clId="{22188E0A-8BF0-47C6-98F6-0C82DFFA93DF}" dt="2025-10-03T03:28:58.545" v="21" actId="20577"/>
          <ac:spMkLst>
            <pc:docMk/>
            <pc:sldMk cId="1290415837" sldId="257"/>
            <ac:spMk id="3" creationId="{43BA808A-3ABB-F1ED-6807-45F4DCF15281}"/>
          </ac:spMkLst>
        </pc:spChg>
      </pc:sldChg>
      <pc:sldChg chg="addSp delSp modSp new mod">
        <pc:chgData name="Mukesh Mishra" userId="0adacedc-ba21-4683-95db-6edfc1f9e25d" providerId="ADAL" clId="{22188E0A-8BF0-47C6-98F6-0C82DFFA93DF}" dt="2025-10-10T18:40:29.097" v="1597" actId="1076"/>
        <pc:sldMkLst>
          <pc:docMk/>
          <pc:sldMk cId="1413141388" sldId="258"/>
        </pc:sldMkLst>
        <pc:spChg chg="mod">
          <ac:chgData name="Mukesh Mishra" userId="0adacedc-ba21-4683-95db-6edfc1f9e25d" providerId="ADAL" clId="{22188E0A-8BF0-47C6-98F6-0C82DFFA93DF}" dt="2025-10-03T03:32:49.427" v="56" actId="14100"/>
          <ac:spMkLst>
            <pc:docMk/>
            <pc:sldMk cId="1413141388" sldId="258"/>
            <ac:spMk id="2" creationId="{7CC7F17A-61C9-9AF6-FEC2-8EC086083010}"/>
          </ac:spMkLst>
        </pc:spChg>
      </pc:sldChg>
      <pc:sldChg chg="modSp new mod">
        <pc:chgData name="Mukesh Mishra" userId="0adacedc-ba21-4683-95db-6edfc1f9e25d" providerId="ADAL" clId="{22188E0A-8BF0-47C6-98F6-0C82DFFA93DF}" dt="2025-10-03T03:37:12.002" v="117" actId="1076"/>
        <pc:sldMkLst>
          <pc:docMk/>
          <pc:sldMk cId="3860793156" sldId="259"/>
        </pc:sldMkLst>
        <pc:spChg chg="mod">
          <ac:chgData name="Mukesh Mishra" userId="0adacedc-ba21-4683-95db-6edfc1f9e25d" providerId="ADAL" clId="{22188E0A-8BF0-47C6-98F6-0C82DFFA93DF}" dt="2025-10-03T03:35:12.094" v="73" actId="14100"/>
          <ac:spMkLst>
            <pc:docMk/>
            <pc:sldMk cId="3860793156" sldId="259"/>
            <ac:spMk id="2" creationId="{0010E703-FF92-EF23-D870-567EF5851EE5}"/>
          </ac:spMkLst>
        </pc:spChg>
        <pc:spChg chg="mod">
          <ac:chgData name="Mukesh Mishra" userId="0adacedc-ba21-4683-95db-6edfc1f9e25d" providerId="ADAL" clId="{22188E0A-8BF0-47C6-98F6-0C82DFFA93DF}" dt="2025-10-03T03:37:12.002" v="117" actId="1076"/>
          <ac:spMkLst>
            <pc:docMk/>
            <pc:sldMk cId="3860793156" sldId="259"/>
            <ac:spMk id="3" creationId="{8505DBB2-6E8A-BDF0-BEA1-C727D75B3536}"/>
          </ac:spMkLst>
        </pc:spChg>
      </pc:sldChg>
      <pc:sldChg chg="modSp new mod">
        <pc:chgData name="Mukesh Mishra" userId="0adacedc-ba21-4683-95db-6edfc1f9e25d" providerId="ADAL" clId="{22188E0A-8BF0-47C6-98F6-0C82DFFA93DF}" dt="2025-10-10T19:26:40.594" v="1618" actId="6549"/>
        <pc:sldMkLst>
          <pc:docMk/>
          <pc:sldMk cId="738235503" sldId="260"/>
        </pc:sldMkLst>
        <pc:spChg chg="mod">
          <ac:chgData name="Mukesh Mishra" userId="0adacedc-ba21-4683-95db-6edfc1f9e25d" providerId="ADAL" clId="{22188E0A-8BF0-47C6-98F6-0C82DFFA93DF}" dt="2025-10-03T03:38:14.754" v="132" actId="113"/>
          <ac:spMkLst>
            <pc:docMk/>
            <pc:sldMk cId="738235503" sldId="260"/>
            <ac:spMk id="2" creationId="{FDFF3E54-3FF8-FE9C-A49E-FB4ACFCBFE42}"/>
          </ac:spMkLst>
        </pc:spChg>
        <pc:spChg chg="mod">
          <ac:chgData name="Mukesh Mishra" userId="0adacedc-ba21-4683-95db-6edfc1f9e25d" providerId="ADAL" clId="{22188E0A-8BF0-47C6-98F6-0C82DFFA93DF}" dt="2025-10-10T19:26:40.594" v="1618" actId="6549"/>
          <ac:spMkLst>
            <pc:docMk/>
            <pc:sldMk cId="738235503" sldId="260"/>
            <ac:spMk id="3" creationId="{37DDA935-E175-2F49-3963-3D51AA6ACDE0}"/>
          </ac:spMkLst>
        </pc:spChg>
      </pc:sldChg>
      <pc:sldChg chg="addSp modSp new mod">
        <pc:chgData name="Mukesh Mishra" userId="0adacedc-ba21-4683-95db-6edfc1f9e25d" providerId="ADAL" clId="{22188E0A-8BF0-47C6-98F6-0C82DFFA93DF}" dt="2025-10-10T19:12:53.106" v="1599" actId="6549"/>
        <pc:sldMkLst>
          <pc:docMk/>
          <pc:sldMk cId="1980760457" sldId="261"/>
        </pc:sldMkLst>
        <pc:spChg chg="mod">
          <ac:chgData name="Mukesh Mishra" userId="0adacedc-ba21-4683-95db-6edfc1f9e25d" providerId="ADAL" clId="{22188E0A-8BF0-47C6-98F6-0C82DFFA93DF}" dt="2025-10-03T18:56:21.678" v="239" actId="1076"/>
          <ac:spMkLst>
            <pc:docMk/>
            <pc:sldMk cId="1980760457" sldId="261"/>
            <ac:spMk id="2" creationId="{F77CBF4C-C6E9-3E16-D0F6-4DEC1C6E17B2}"/>
          </ac:spMkLst>
        </pc:spChg>
        <pc:spChg chg="mod">
          <ac:chgData name="Mukesh Mishra" userId="0adacedc-ba21-4683-95db-6edfc1f9e25d" providerId="ADAL" clId="{22188E0A-8BF0-47C6-98F6-0C82DFFA93DF}" dt="2025-10-03T18:56:10.052" v="237" actId="14100"/>
          <ac:spMkLst>
            <pc:docMk/>
            <pc:sldMk cId="1980760457" sldId="261"/>
            <ac:spMk id="3" creationId="{84F2B2A3-DA71-A53F-3F5D-72893EFE9801}"/>
          </ac:spMkLst>
        </pc:spChg>
        <pc:spChg chg="add mod">
          <ac:chgData name="Mukesh Mishra" userId="0adacedc-ba21-4683-95db-6edfc1f9e25d" providerId="ADAL" clId="{22188E0A-8BF0-47C6-98F6-0C82DFFA93DF}" dt="2025-10-10T19:12:53.106" v="1599" actId="6549"/>
          <ac:spMkLst>
            <pc:docMk/>
            <pc:sldMk cId="1980760457" sldId="261"/>
            <ac:spMk id="4" creationId="{EC28ED05-03E1-6BDD-DD00-7D153268DF94}"/>
          </ac:spMkLst>
        </pc:spChg>
      </pc:sldChg>
      <pc:sldChg chg="modSp new mod">
        <pc:chgData name="Mukesh Mishra" userId="0adacedc-ba21-4683-95db-6edfc1f9e25d" providerId="ADAL" clId="{22188E0A-8BF0-47C6-98F6-0C82DFFA93DF}" dt="2025-10-09T22:15:32.329" v="794" actId="1076"/>
        <pc:sldMkLst>
          <pc:docMk/>
          <pc:sldMk cId="1611129395" sldId="262"/>
        </pc:sldMkLst>
        <pc:spChg chg="mod">
          <ac:chgData name="Mukesh Mishra" userId="0adacedc-ba21-4683-95db-6edfc1f9e25d" providerId="ADAL" clId="{22188E0A-8BF0-47C6-98F6-0C82DFFA93DF}" dt="2025-10-09T22:14:54.789" v="786" actId="27636"/>
          <ac:spMkLst>
            <pc:docMk/>
            <pc:sldMk cId="1611129395" sldId="262"/>
            <ac:spMk id="2" creationId="{BB3F03BE-CDF5-9500-DEEC-EA42F135D92F}"/>
          </ac:spMkLst>
        </pc:spChg>
        <pc:spChg chg="mod">
          <ac:chgData name="Mukesh Mishra" userId="0adacedc-ba21-4683-95db-6edfc1f9e25d" providerId="ADAL" clId="{22188E0A-8BF0-47C6-98F6-0C82DFFA93DF}" dt="2025-10-09T22:15:32.329" v="794" actId="1076"/>
          <ac:spMkLst>
            <pc:docMk/>
            <pc:sldMk cId="1611129395" sldId="262"/>
            <ac:spMk id="3" creationId="{22B0F462-D561-C543-0EE8-976BC7FA993E}"/>
          </ac:spMkLst>
        </pc:spChg>
      </pc:sldChg>
      <pc:sldChg chg="addSp delSp modSp new mod">
        <pc:chgData name="Mukesh Mishra" userId="0adacedc-ba21-4683-95db-6edfc1f9e25d" providerId="ADAL" clId="{22188E0A-8BF0-47C6-98F6-0C82DFFA93DF}" dt="2025-10-09T22:17:55.189" v="817" actId="1076"/>
        <pc:sldMkLst>
          <pc:docMk/>
          <pc:sldMk cId="2551098856" sldId="263"/>
        </pc:sldMkLst>
        <pc:spChg chg="mod">
          <ac:chgData name="Mukesh Mishra" userId="0adacedc-ba21-4683-95db-6edfc1f9e25d" providerId="ADAL" clId="{22188E0A-8BF0-47C6-98F6-0C82DFFA93DF}" dt="2025-10-09T22:16:09.562" v="806" actId="113"/>
          <ac:spMkLst>
            <pc:docMk/>
            <pc:sldMk cId="2551098856" sldId="263"/>
            <ac:spMk id="2" creationId="{BAA56E6B-DDA2-A4BC-D781-2CEA2A74EC20}"/>
          </ac:spMkLst>
        </pc:spChg>
      </pc:sldChg>
      <pc:sldChg chg="addSp delSp modSp new mod">
        <pc:chgData name="Mukesh Mishra" userId="0adacedc-ba21-4683-95db-6edfc1f9e25d" providerId="ADAL" clId="{22188E0A-8BF0-47C6-98F6-0C82DFFA93DF}" dt="2025-10-10T00:06:41.547" v="1031" actId="14100"/>
        <pc:sldMkLst>
          <pc:docMk/>
          <pc:sldMk cId="3268570154" sldId="264"/>
        </pc:sldMkLst>
        <pc:spChg chg="mod">
          <ac:chgData name="Mukesh Mishra" userId="0adacedc-ba21-4683-95db-6edfc1f9e25d" providerId="ADAL" clId="{22188E0A-8BF0-47C6-98F6-0C82DFFA93DF}" dt="2025-10-10T00:04:35.233" v="994" actId="20577"/>
          <ac:spMkLst>
            <pc:docMk/>
            <pc:sldMk cId="3268570154" sldId="264"/>
            <ac:spMk id="2" creationId="{E7779C32-1892-AC99-CFFB-A3CD682AB9ED}"/>
          </ac:spMkLst>
        </pc:spChg>
        <pc:spChg chg="add mod">
          <ac:chgData name="Mukesh Mishra" userId="0adacedc-ba21-4683-95db-6edfc1f9e25d" providerId="ADAL" clId="{22188E0A-8BF0-47C6-98F6-0C82DFFA93DF}" dt="2025-10-10T00:06:37.871" v="1030" actId="14100"/>
          <ac:spMkLst>
            <pc:docMk/>
            <pc:sldMk cId="3268570154" sldId="264"/>
            <ac:spMk id="3" creationId="{3E5E2209-974E-859E-008D-82057DD2575E}"/>
          </ac:spMkLst>
        </pc:spChg>
      </pc:sldChg>
      <pc:sldChg chg="addSp delSp modSp new mod">
        <pc:chgData name="Mukesh Mishra" userId="0adacedc-ba21-4683-95db-6edfc1f9e25d" providerId="ADAL" clId="{22188E0A-8BF0-47C6-98F6-0C82DFFA93DF}" dt="2025-10-09T23:27:18.585" v="886" actId="1076"/>
        <pc:sldMkLst>
          <pc:docMk/>
          <pc:sldMk cId="2480881256" sldId="265"/>
        </pc:sldMkLst>
      </pc:sldChg>
      <pc:sldChg chg="addSp modSp new mod">
        <pc:chgData name="Mukesh Mishra" userId="0adacedc-ba21-4683-95db-6edfc1f9e25d" providerId="ADAL" clId="{22188E0A-8BF0-47C6-98F6-0C82DFFA93DF}" dt="2025-10-09T23:57:47.398" v="954" actId="14100"/>
        <pc:sldMkLst>
          <pc:docMk/>
          <pc:sldMk cId="1856251087" sldId="266"/>
        </pc:sldMkLst>
        <pc:spChg chg="mod">
          <ac:chgData name="Mukesh Mishra" userId="0adacedc-ba21-4683-95db-6edfc1f9e25d" providerId="ADAL" clId="{22188E0A-8BF0-47C6-98F6-0C82DFFA93DF}" dt="2025-10-09T23:55:38.798" v="922" actId="27636"/>
          <ac:spMkLst>
            <pc:docMk/>
            <pc:sldMk cId="1856251087" sldId="266"/>
            <ac:spMk id="2" creationId="{3D604667-91D3-B52E-4F2D-E659681E032B}"/>
          </ac:spMkLst>
        </pc:spChg>
        <pc:spChg chg="mod">
          <ac:chgData name="Mukesh Mishra" userId="0adacedc-ba21-4683-95db-6edfc1f9e25d" providerId="ADAL" clId="{22188E0A-8BF0-47C6-98F6-0C82DFFA93DF}" dt="2025-10-09T23:57:44.166" v="953" actId="14100"/>
          <ac:spMkLst>
            <pc:docMk/>
            <pc:sldMk cId="1856251087" sldId="266"/>
            <ac:spMk id="3" creationId="{11A53F29-12F5-9858-4EF0-DE6AF873B0FC}"/>
          </ac:spMkLst>
        </pc:spChg>
      </pc:sldChg>
      <pc:sldChg chg="addSp modSp new mod">
        <pc:chgData name="Mukesh Mishra" userId="0adacedc-ba21-4683-95db-6edfc1f9e25d" providerId="ADAL" clId="{22188E0A-8BF0-47C6-98F6-0C82DFFA93DF}" dt="2025-10-10T00:10:01.684" v="1143" actId="313"/>
        <pc:sldMkLst>
          <pc:docMk/>
          <pc:sldMk cId="3510194884" sldId="267"/>
        </pc:sldMkLst>
        <pc:spChg chg="mod">
          <ac:chgData name="Mukesh Mishra" userId="0adacedc-ba21-4683-95db-6edfc1f9e25d" providerId="ADAL" clId="{22188E0A-8BF0-47C6-98F6-0C82DFFA93DF}" dt="2025-10-09T23:59:11.386" v="961" actId="1076"/>
          <ac:spMkLst>
            <pc:docMk/>
            <pc:sldMk cId="3510194884" sldId="267"/>
            <ac:spMk id="2" creationId="{8C3B0720-9B28-38C4-4968-9D738588A687}"/>
          </ac:spMkLst>
        </pc:spChg>
        <pc:spChg chg="mod">
          <ac:chgData name="Mukesh Mishra" userId="0adacedc-ba21-4683-95db-6edfc1f9e25d" providerId="ADAL" clId="{22188E0A-8BF0-47C6-98F6-0C82DFFA93DF}" dt="2025-10-10T00:10:01.684" v="1143" actId="313"/>
          <ac:spMkLst>
            <pc:docMk/>
            <pc:sldMk cId="3510194884" sldId="267"/>
            <ac:spMk id="3" creationId="{9B87B3C5-4A86-B7E5-5D43-8BF1D23688A5}"/>
          </ac:spMkLst>
        </pc:spChg>
      </pc:sldChg>
      <pc:sldChg chg="addSp modSp new mod">
        <pc:chgData name="Mukesh Mishra" userId="0adacedc-ba21-4683-95db-6edfc1f9e25d" providerId="ADAL" clId="{22188E0A-8BF0-47C6-98F6-0C82DFFA93DF}" dt="2025-10-10T00:14:52.558" v="1199" actId="14100"/>
        <pc:sldMkLst>
          <pc:docMk/>
          <pc:sldMk cId="2741858413" sldId="268"/>
        </pc:sldMkLst>
        <pc:spChg chg="mod">
          <ac:chgData name="Mukesh Mishra" userId="0adacedc-ba21-4683-95db-6edfc1f9e25d" providerId="ADAL" clId="{22188E0A-8BF0-47C6-98F6-0C82DFFA93DF}" dt="2025-10-10T00:10:38.825" v="1150" actId="14100"/>
          <ac:spMkLst>
            <pc:docMk/>
            <pc:sldMk cId="2741858413" sldId="268"/>
            <ac:spMk id="2" creationId="{38FA10A9-8E7A-81ED-3532-3D30CCFEAE36}"/>
          </ac:spMkLst>
        </pc:spChg>
        <pc:spChg chg="mod">
          <ac:chgData name="Mukesh Mishra" userId="0adacedc-ba21-4683-95db-6edfc1f9e25d" providerId="ADAL" clId="{22188E0A-8BF0-47C6-98F6-0C82DFFA93DF}" dt="2025-10-10T00:14:05.411" v="1190" actId="14100"/>
          <ac:spMkLst>
            <pc:docMk/>
            <pc:sldMk cId="2741858413" sldId="268"/>
            <ac:spMk id="3" creationId="{3C97EB33-7FEF-84DA-14A6-87DE557DF425}"/>
          </ac:spMkLst>
        </pc:spChg>
      </pc:sldChg>
      <pc:sldChg chg="addSp delSp modSp new mod">
        <pc:chgData name="Mukesh Mishra" userId="0adacedc-ba21-4683-95db-6edfc1f9e25d" providerId="ADAL" clId="{22188E0A-8BF0-47C6-98F6-0C82DFFA93DF}" dt="2025-10-10T00:17:04.527" v="1238" actId="14100"/>
        <pc:sldMkLst>
          <pc:docMk/>
          <pc:sldMk cId="847081945" sldId="269"/>
        </pc:sldMkLst>
        <pc:spChg chg="mod">
          <ac:chgData name="Mukesh Mishra" userId="0adacedc-ba21-4683-95db-6edfc1f9e25d" providerId="ADAL" clId="{22188E0A-8BF0-47C6-98F6-0C82DFFA93DF}" dt="2025-10-10T00:16:36.031" v="1234" actId="2711"/>
          <ac:spMkLst>
            <pc:docMk/>
            <pc:sldMk cId="847081945" sldId="269"/>
            <ac:spMk id="2" creationId="{CC6C57E8-E45F-EC75-D2BF-79B6194DE87D}"/>
          </ac:spMkLst>
        </pc:spChg>
      </pc:sldChg>
      <pc:sldChg chg="addSp delSp modSp new mod">
        <pc:chgData name="Mukesh Mishra" userId="0adacedc-ba21-4683-95db-6edfc1f9e25d" providerId="ADAL" clId="{22188E0A-8BF0-47C6-98F6-0C82DFFA93DF}" dt="2025-10-10T00:19:17.497" v="1300" actId="20577"/>
        <pc:sldMkLst>
          <pc:docMk/>
          <pc:sldMk cId="3816161684" sldId="270"/>
        </pc:sldMkLst>
        <pc:spChg chg="mod">
          <ac:chgData name="Mukesh Mishra" userId="0adacedc-ba21-4683-95db-6edfc1f9e25d" providerId="ADAL" clId="{22188E0A-8BF0-47C6-98F6-0C82DFFA93DF}" dt="2025-10-10T00:17:37.223" v="1246" actId="2711"/>
          <ac:spMkLst>
            <pc:docMk/>
            <pc:sldMk cId="3816161684" sldId="270"/>
            <ac:spMk id="2" creationId="{988F0C98-434A-73BA-FF71-7AD6BE528B6C}"/>
          </ac:spMkLst>
        </pc:spChg>
      </pc:sldChg>
      <pc:sldChg chg="addSp delSp modSp new mod">
        <pc:chgData name="Mukesh Mishra" userId="0adacedc-ba21-4683-95db-6edfc1f9e25d" providerId="ADAL" clId="{22188E0A-8BF0-47C6-98F6-0C82DFFA93DF}" dt="2025-10-10T00:20:03.201" v="1304" actId="14100"/>
        <pc:sldMkLst>
          <pc:docMk/>
          <pc:sldMk cId="1519210140" sldId="271"/>
        </pc:sldMkLst>
        <pc:spChg chg="mod">
          <ac:chgData name="Mukesh Mishra" userId="0adacedc-ba21-4683-95db-6edfc1f9e25d" providerId="ADAL" clId="{22188E0A-8BF0-47C6-98F6-0C82DFFA93DF}" dt="2025-10-10T00:18:33.790" v="1256" actId="27636"/>
          <ac:spMkLst>
            <pc:docMk/>
            <pc:sldMk cId="1519210140" sldId="271"/>
            <ac:spMk id="2" creationId="{2D8DFBAC-7D7A-BE2F-6699-6B7E76EECF74}"/>
          </ac:spMkLst>
        </pc:spChg>
      </pc:sldChg>
      <pc:sldChg chg="addSp delSp modSp new mod">
        <pc:chgData name="Mukesh Mishra" userId="0adacedc-ba21-4683-95db-6edfc1f9e25d" providerId="ADAL" clId="{22188E0A-8BF0-47C6-98F6-0C82DFFA93DF}" dt="2025-10-10T00:21:02.329" v="1315" actId="14100"/>
        <pc:sldMkLst>
          <pc:docMk/>
          <pc:sldMk cId="3091027620" sldId="272"/>
        </pc:sldMkLst>
        <pc:spChg chg="mod">
          <ac:chgData name="Mukesh Mishra" userId="0adacedc-ba21-4683-95db-6edfc1f9e25d" providerId="ADAL" clId="{22188E0A-8BF0-47C6-98F6-0C82DFFA93DF}" dt="2025-10-10T00:20:35.173" v="1311" actId="27636"/>
          <ac:spMkLst>
            <pc:docMk/>
            <pc:sldMk cId="3091027620" sldId="272"/>
            <ac:spMk id="2" creationId="{39CD158B-62E9-18B0-8BC2-B1F9E9D44793}"/>
          </ac:spMkLst>
        </pc:spChg>
      </pc:sldChg>
      <pc:sldChg chg="addSp delSp modSp new mod">
        <pc:chgData name="Mukesh Mishra" userId="0adacedc-ba21-4683-95db-6edfc1f9e25d" providerId="ADAL" clId="{22188E0A-8BF0-47C6-98F6-0C82DFFA93DF}" dt="2025-10-10T00:22:58.490" v="1403" actId="14100"/>
        <pc:sldMkLst>
          <pc:docMk/>
          <pc:sldMk cId="3972674004" sldId="273"/>
        </pc:sldMkLst>
        <pc:spChg chg="mod">
          <ac:chgData name="Mukesh Mishra" userId="0adacedc-ba21-4683-95db-6edfc1f9e25d" providerId="ADAL" clId="{22188E0A-8BF0-47C6-98F6-0C82DFFA93DF}" dt="2025-10-10T00:21:45.506" v="1328" actId="14100"/>
          <ac:spMkLst>
            <pc:docMk/>
            <pc:sldMk cId="3972674004" sldId="273"/>
            <ac:spMk id="2" creationId="{CCAB5383-EC95-ADEA-1685-481D409A7857}"/>
          </ac:spMkLst>
        </pc:spChg>
      </pc:sldChg>
      <pc:sldChg chg="addSp modSp new mod">
        <pc:chgData name="Mukesh Mishra" userId="0adacedc-ba21-4683-95db-6edfc1f9e25d" providerId="ADAL" clId="{22188E0A-8BF0-47C6-98F6-0C82DFFA93DF}" dt="2025-10-10T04:26:55.936" v="1595" actId="1076"/>
        <pc:sldMkLst>
          <pc:docMk/>
          <pc:sldMk cId="2035345463" sldId="274"/>
        </pc:sldMkLst>
        <pc:spChg chg="mod">
          <ac:chgData name="Mukesh Mishra" userId="0adacedc-ba21-4683-95db-6edfc1f9e25d" providerId="ADAL" clId="{22188E0A-8BF0-47C6-98F6-0C82DFFA93DF}" dt="2025-10-10T00:26:12.797" v="1410" actId="14100"/>
          <ac:spMkLst>
            <pc:docMk/>
            <pc:sldMk cId="2035345463" sldId="274"/>
            <ac:spMk id="2" creationId="{55BC98C7-28DE-A2D8-EE77-389533B74DFE}"/>
          </ac:spMkLst>
        </pc:spChg>
      </pc:sldChg>
      <pc:sldChg chg="addSp modSp new mod">
        <pc:chgData name="Mukesh Mishra" userId="0adacedc-ba21-4683-95db-6edfc1f9e25d" providerId="ADAL" clId="{22188E0A-8BF0-47C6-98F6-0C82DFFA93DF}" dt="2025-10-10T20:48:10.962" v="1622" actId="20577"/>
        <pc:sldMkLst>
          <pc:docMk/>
          <pc:sldMk cId="3288131928" sldId="275"/>
        </pc:sldMkLst>
        <pc:spChg chg="mod">
          <ac:chgData name="Mukesh Mishra" userId="0adacedc-ba21-4683-95db-6edfc1f9e25d" providerId="ADAL" clId="{22188E0A-8BF0-47C6-98F6-0C82DFFA93DF}" dt="2025-10-10T00:30:48.001" v="1455" actId="27636"/>
          <ac:spMkLst>
            <pc:docMk/>
            <pc:sldMk cId="3288131928" sldId="275"/>
            <ac:spMk id="2" creationId="{BCE61E0B-33BC-B705-2DA5-F516C22CF2B4}"/>
          </ac:spMkLst>
        </pc:spChg>
        <pc:spChg chg="mod">
          <ac:chgData name="Mukesh Mishra" userId="0adacedc-ba21-4683-95db-6edfc1f9e25d" providerId="ADAL" clId="{22188E0A-8BF0-47C6-98F6-0C82DFFA93DF}" dt="2025-10-10T20:48:10.962" v="1622" actId="20577"/>
          <ac:spMkLst>
            <pc:docMk/>
            <pc:sldMk cId="3288131928" sldId="275"/>
            <ac:spMk id="3" creationId="{7FA2724A-015D-D37E-4BF1-06BECC8E375C}"/>
          </ac:spMkLst>
        </pc:spChg>
      </pc:sldChg>
      <pc:sldChg chg="addSp delSp modSp new mod">
        <pc:chgData name="Mukesh Mishra" userId="0adacedc-ba21-4683-95db-6edfc1f9e25d" providerId="ADAL" clId="{22188E0A-8BF0-47C6-98F6-0C82DFFA93DF}" dt="2025-10-10T04:26:21.895" v="1594" actId="20577"/>
        <pc:sldMkLst>
          <pc:docMk/>
          <pc:sldMk cId="846303333" sldId="276"/>
        </pc:sldMkLst>
      </pc:sldChg>
      <pc:sldChg chg="delSp modSp new mod">
        <pc:chgData name="Mukesh Mishra" userId="0adacedc-ba21-4683-95db-6edfc1f9e25d" providerId="ADAL" clId="{22188E0A-8BF0-47C6-98F6-0C82DFFA93DF}" dt="2025-10-10T04:26:02.295" v="1589" actId="122"/>
        <pc:sldMkLst>
          <pc:docMk/>
          <pc:sldMk cId="3052086056" sldId="277"/>
        </pc:sldMkLst>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ata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91C73F-87EB-4BC2-9F34-78EC626CE2B5}"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68E0407-2526-4ACA-8C15-07C9AC56CC2D}">
      <dgm:prSet/>
      <dgm:spPr/>
      <dgm:t>
        <a:bodyPr/>
        <a:lstStyle/>
        <a:p>
          <a:pPr>
            <a:defRPr b="1"/>
          </a:pPr>
          <a:r>
            <a:rPr lang="en-US" b="1"/>
            <a:t>The sample size required is not based on statistical considerations for inference testing, but rather:</a:t>
          </a:r>
          <a:endParaRPr lang="en-US"/>
        </a:p>
      </dgm:t>
    </dgm:pt>
    <dgm:pt modelId="{9CBCA964-CA39-4269-9945-6776AD144338}" type="parTrans" cxnId="{3102EC0F-687A-48F2-A933-FDDB1C51288F}">
      <dgm:prSet/>
      <dgm:spPr/>
      <dgm:t>
        <a:bodyPr/>
        <a:lstStyle/>
        <a:p>
          <a:endParaRPr lang="en-US"/>
        </a:p>
      </dgm:t>
    </dgm:pt>
    <dgm:pt modelId="{FE44EBC5-C7ED-4EE8-9ECE-EA47F98F9345}" type="sibTrans" cxnId="{3102EC0F-687A-48F2-A933-FDDB1C51288F}">
      <dgm:prSet/>
      <dgm:spPr/>
      <dgm:t>
        <a:bodyPr/>
        <a:lstStyle/>
        <a:p>
          <a:endParaRPr lang="en-US"/>
        </a:p>
      </dgm:t>
    </dgm:pt>
    <dgm:pt modelId="{C6C351DE-107E-4779-AC6B-A2166A55790F}">
      <dgm:prSet/>
      <dgm:spPr/>
      <dgm:t>
        <a:bodyPr/>
        <a:lstStyle/>
        <a:p>
          <a:r>
            <a:rPr lang="en-US"/>
            <a:t>Sufficient size is needed to </a:t>
          </a:r>
          <a:r>
            <a:rPr lang="en-US" u="sng"/>
            <a:t>ensure representativeness</a:t>
          </a:r>
          <a:r>
            <a:rPr lang="en-US"/>
            <a:t> of the population and its underlying structure.</a:t>
          </a:r>
        </a:p>
      </dgm:t>
    </dgm:pt>
    <dgm:pt modelId="{7D757968-89A6-41AA-8F06-C7AEFE10FD07}" type="parTrans" cxnId="{A6106D1B-7B36-465A-8E26-9B69A39374CE}">
      <dgm:prSet/>
      <dgm:spPr/>
      <dgm:t>
        <a:bodyPr/>
        <a:lstStyle/>
        <a:p>
          <a:endParaRPr lang="en-US"/>
        </a:p>
      </dgm:t>
    </dgm:pt>
    <dgm:pt modelId="{2F9AFF30-098B-4A10-ACB3-AAF58EB9CC32}" type="sibTrans" cxnId="{A6106D1B-7B36-465A-8E26-9B69A39374CE}">
      <dgm:prSet/>
      <dgm:spPr/>
      <dgm:t>
        <a:bodyPr/>
        <a:lstStyle/>
        <a:p>
          <a:endParaRPr lang="en-US"/>
        </a:p>
      </dgm:t>
    </dgm:pt>
    <dgm:pt modelId="{315AF377-683B-4CD6-9FE2-DDBE76CF5C43}">
      <dgm:prSet/>
      <dgm:spPr/>
      <dgm:t>
        <a:bodyPr/>
        <a:lstStyle/>
        <a:p>
          <a:r>
            <a:rPr lang="en-US"/>
            <a:t>Of particular interest is the </a:t>
          </a:r>
          <a:r>
            <a:rPr lang="en-US" u="sng"/>
            <a:t>ability to detect small groups</a:t>
          </a:r>
          <a:r>
            <a:rPr lang="en-US"/>
            <a:t> within the population.</a:t>
          </a:r>
        </a:p>
      </dgm:t>
    </dgm:pt>
    <dgm:pt modelId="{062B9313-4423-4900-B245-45FEE419E58C}" type="parTrans" cxnId="{92755B0D-8640-4CA5-B1F5-983D9CDD96B0}">
      <dgm:prSet/>
      <dgm:spPr/>
      <dgm:t>
        <a:bodyPr/>
        <a:lstStyle/>
        <a:p>
          <a:endParaRPr lang="en-US"/>
        </a:p>
      </dgm:t>
    </dgm:pt>
    <dgm:pt modelId="{6FF977BF-7C5A-4D04-A395-7EB83079B92E}" type="sibTrans" cxnId="{92755B0D-8640-4CA5-B1F5-983D9CDD96B0}">
      <dgm:prSet/>
      <dgm:spPr/>
      <dgm:t>
        <a:bodyPr/>
        <a:lstStyle/>
        <a:p>
          <a:endParaRPr lang="en-US"/>
        </a:p>
      </dgm:t>
    </dgm:pt>
    <dgm:pt modelId="{55C44755-D553-4BCF-A7E4-2D27EB44FE7A}">
      <dgm:prSet/>
      <dgm:spPr/>
      <dgm:t>
        <a:bodyPr/>
        <a:lstStyle/>
        <a:p>
          <a:r>
            <a:rPr lang="en-US"/>
            <a:t>Minimum group sizes are based on the </a:t>
          </a:r>
          <a:r>
            <a:rPr lang="en-US" u="sng"/>
            <a:t>relevance of each group</a:t>
          </a:r>
          <a:r>
            <a:rPr lang="en-US"/>
            <a:t> to the research question and the confidence needed in characterizing that group.</a:t>
          </a:r>
        </a:p>
      </dgm:t>
    </dgm:pt>
    <dgm:pt modelId="{6065F13D-2EDA-48F9-8D7A-92D9CEE6E7EF}" type="parTrans" cxnId="{C91756E1-BDFD-4851-A146-C1DA807D30ED}">
      <dgm:prSet/>
      <dgm:spPr/>
      <dgm:t>
        <a:bodyPr/>
        <a:lstStyle/>
        <a:p>
          <a:endParaRPr lang="en-US"/>
        </a:p>
      </dgm:t>
    </dgm:pt>
    <dgm:pt modelId="{9E24B8C1-8210-4A06-BEEB-48E26DB05A6A}" type="sibTrans" cxnId="{C91756E1-BDFD-4851-A146-C1DA807D30ED}">
      <dgm:prSet/>
      <dgm:spPr/>
      <dgm:t>
        <a:bodyPr/>
        <a:lstStyle/>
        <a:p>
          <a:endParaRPr lang="en-US"/>
        </a:p>
      </dgm:t>
    </dgm:pt>
    <dgm:pt modelId="{AC63CE10-4158-445E-8480-69BCFA40637C}">
      <dgm:prSet/>
      <dgm:spPr/>
      <dgm:t>
        <a:bodyPr/>
        <a:lstStyle/>
        <a:p>
          <a:pPr>
            <a:defRPr b="1"/>
          </a:pPr>
          <a:r>
            <a:rPr lang="en-US" b="1"/>
            <a:t>Increasing sample size (e.g., 1000 observations), however, may pose problems for hierarchical clustering methods and require “hybrid” approaches</a:t>
          </a:r>
          <a:endParaRPr lang="en-US"/>
        </a:p>
      </dgm:t>
    </dgm:pt>
    <dgm:pt modelId="{BEE77D00-1AC9-498F-92D0-5E39F65653A4}" type="parTrans" cxnId="{C12D8676-830B-49AA-AB43-9B3BF0EE118C}">
      <dgm:prSet/>
      <dgm:spPr/>
      <dgm:t>
        <a:bodyPr/>
        <a:lstStyle/>
        <a:p>
          <a:endParaRPr lang="en-US"/>
        </a:p>
      </dgm:t>
    </dgm:pt>
    <dgm:pt modelId="{507E2D67-B45D-48DE-9B91-21A511E146D3}" type="sibTrans" cxnId="{C12D8676-830B-49AA-AB43-9B3BF0EE118C}">
      <dgm:prSet/>
      <dgm:spPr/>
      <dgm:t>
        <a:bodyPr/>
        <a:lstStyle/>
        <a:p>
          <a:endParaRPr lang="en-US"/>
        </a:p>
      </dgm:t>
    </dgm:pt>
    <dgm:pt modelId="{62D92D24-614E-4622-A608-5A7394232CBD}" type="pres">
      <dgm:prSet presAssocID="{5091C73F-87EB-4BC2-9F34-78EC626CE2B5}" presName="root" presStyleCnt="0">
        <dgm:presLayoutVars>
          <dgm:dir/>
          <dgm:resizeHandles val="exact"/>
        </dgm:presLayoutVars>
      </dgm:prSet>
      <dgm:spPr/>
    </dgm:pt>
    <dgm:pt modelId="{4BD4BB3F-7010-4248-9B9A-BCBAB5C146A1}" type="pres">
      <dgm:prSet presAssocID="{D68E0407-2526-4ACA-8C15-07C9AC56CC2D}" presName="compNode" presStyleCnt="0"/>
      <dgm:spPr/>
    </dgm:pt>
    <dgm:pt modelId="{88D902CA-1DDF-465B-8527-DBEDA2D61965}" type="pres">
      <dgm:prSet presAssocID="{D68E0407-2526-4ACA-8C15-07C9AC56CC2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B7B40997-FC51-47B0-A8C7-D67CE95FDE4D}" type="pres">
      <dgm:prSet presAssocID="{D68E0407-2526-4ACA-8C15-07C9AC56CC2D}" presName="iconSpace" presStyleCnt="0"/>
      <dgm:spPr/>
    </dgm:pt>
    <dgm:pt modelId="{24243A4E-CBB3-4AB1-8DC5-8ACF6934C99D}" type="pres">
      <dgm:prSet presAssocID="{D68E0407-2526-4ACA-8C15-07C9AC56CC2D}" presName="parTx" presStyleLbl="revTx" presStyleIdx="0" presStyleCnt="4">
        <dgm:presLayoutVars>
          <dgm:chMax val="0"/>
          <dgm:chPref val="0"/>
        </dgm:presLayoutVars>
      </dgm:prSet>
      <dgm:spPr/>
    </dgm:pt>
    <dgm:pt modelId="{76CBC2F7-A22B-4C36-BA75-2D1D02A80BBE}" type="pres">
      <dgm:prSet presAssocID="{D68E0407-2526-4ACA-8C15-07C9AC56CC2D}" presName="txSpace" presStyleCnt="0"/>
      <dgm:spPr/>
    </dgm:pt>
    <dgm:pt modelId="{BB840261-EE4D-47E9-B41E-93053084EA7D}" type="pres">
      <dgm:prSet presAssocID="{D68E0407-2526-4ACA-8C15-07C9AC56CC2D}" presName="desTx" presStyleLbl="revTx" presStyleIdx="1" presStyleCnt="4">
        <dgm:presLayoutVars/>
      </dgm:prSet>
      <dgm:spPr/>
    </dgm:pt>
    <dgm:pt modelId="{AA8B9154-68D6-49C1-AAD0-E0E5304A94C1}" type="pres">
      <dgm:prSet presAssocID="{FE44EBC5-C7ED-4EE8-9ECE-EA47F98F9345}" presName="sibTrans" presStyleCnt="0"/>
      <dgm:spPr/>
    </dgm:pt>
    <dgm:pt modelId="{F46B8DB0-1333-4DE0-BE7C-844C305BC1A8}" type="pres">
      <dgm:prSet presAssocID="{AC63CE10-4158-445E-8480-69BCFA40637C}" presName="compNode" presStyleCnt="0"/>
      <dgm:spPr/>
    </dgm:pt>
    <dgm:pt modelId="{FA46AEC5-C1EC-4AC2-8104-13D90DAE7E03}" type="pres">
      <dgm:prSet presAssocID="{AC63CE10-4158-445E-8480-69BCFA40637C}"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of People"/>
        </a:ext>
      </dgm:extLst>
    </dgm:pt>
    <dgm:pt modelId="{7BC31869-C0D4-42EA-8BD6-B57B27FC3E31}" type="pres">
      <dgm:prSet presAssocID="{AC63CE10-4158-445E-8480-69BCFA40637C}" presName="iconSpace" presStyleCnt="0"/>
      <dgm:spPr/>
    </dgm:pt>
    <dgm:pt modelId="{D86BA5B5-B51E-4AE8-908E-605BBC45CB36}" type="pres">
      <dgm:prSet presAssocID="{AC63CE10-4158-445E-8480-69BCFA40637C}" presName="parTx" presStyleLbl="revTx" presStyleIdx="2" presStyleCnt="4">
        <dgm:presLayoutVars>
          <dgm:chMax val="0"/>
          <dgm:chPref val="0"/>
        </dgm:presLayoutVars>
      </dgm:prSet>
      <dgm:spPr/>
    </dgm:pt>
    <dgm:pt modelId="{CABFAD1B-4829-4E7E-ACCE-024EB09F7912}" type="pres">
      <dgm:prSet presAssocID="{AC63CE10-4158-445E-8480-69BCFA40637C}" presName="txSpace" presStyleCnt="0"/>
      <dgm:spPr/>
    </dgm:pt>
    <dgm:pt modelId="{0EC890A0-801D-4DD6-800E-45AAC98BAFF7}" type="pres">
      <dgm:prSet presAssocID="{AC63CE10-4158-445E-8480-69BCFA40637C}" presName="desTx" presStyleLbl="revTx" presStyleIdx="3" presStyleCnt="4">
        <dgm:presLayoutVars/>
      </dgm:prSet>
      <dgm:spPr/>
    </dgm:pt>
  </dgm:ptLst>
  <dgm:cxnLst>
    <dgm:cxn modelId="{92755B0D-8640-4CA5-B1F5-983D9CDD96B0}" srcId="{D68E0407-2526-4ACA-8C15-07C9AC56CC2D}" destId="{315AF377-683B-4CD6-9FE2-DDBE76CF5C43}" srcOrd="1" destOrd="0" parTransId="{062B9313-4423-4900-B245-45FEE419E58C}" sibTransId="{6FF977BF-7C5A-4D04-A395-7EB83079B92E}"/>
    <dgm:cxn modelId="{3102EC0F-687A-48F2-A933-FDDB1C51288F}" srcId="{5091C73F-87EB-4BC2-9F34-78EC626CE2B5}" destId="{D68E0407-2526-4ACA-8C15-07C9AC56CC2D}" srcOrd="0" destOrd="0" parTransId="{9CBCA964-CA39-4269-9945-6776AD144338}" sibTransId="{FE44EBC5-C7ED-4EE8-9ECE-EA47F98F9345}"/>
    <dgm:cxn modelId="{A6106D1B-7B36-465A-8E26-9B69A39374CE}" srcId="{D68E0407-2526-4ACA-8C15-07C9AC56CC2D}" destId="{C6C351DE-107E-4779-AC6B-A2166A55790F}" srcOrd="0" destOrd="0" parTransId="{7D757968-89A6-41AA-8F06-C7AEFE10FD07}" sibTransId="{2F9AFF30-098B-4A10-ACB3-AAF58EB9CC32}"/>
    <dgm:cxn modelId="{02370524-B53F-4D6F-8373-06FF589E5860}" type="presOf" srcId="{D68E0407-2526-4ACA-8C15-07C9AC56CC2D}" destId="{24243A4E-CBB3-4AB1-8DC5-8ACF6934C99D}" srcOrd="0" destOrd="0" presId="urn:microsoft.com/office/officeart/2018/2/layout/IconLabelDescriptionList"/>
    <dgm:cxn modelId="{82774C5D-0E82-47F7-94D2-D789ADD98BA5}" type="presOf" srcId="{5091C73F-87EB-4BC2-9F34-78EC626CE2B5}" destId="{62D92D24-614E-4622-A608-5A7394232CBD}" srcOrd="0" destOrd="0" presId="urn:microsoft.com/office/officeart/2018/2/layout/IconLabelDescriptionList"/>
    <dgm:cxn modelId="{C12D8676-830B-49AA-AB43-9B3BF0EE118C}" srcId="{5091C73F-87EB-4BC2-9F34-78EC626CE2B5}" destId="{AC63CE10-4158-445E-8480-69BCFA40637C}" srcOrd="1" destOrd="0" parTransId="{BEE77D00-1AC9-498F-92D0-5E39F65653A4}" sibTransId="{507E2D67-B45D-48DE-9B91-21A511E146D3}"/>
    <dgm:cxn modelId="{BFBB0A7F-2448-4CA6-BD87-628902753FD2}" type="presOf" srcId="{C6C351DE-107E-4779-AC6B-A2166A55790F}" destId="{BB840261-EE4D-47E9-B41E-93053084EA7D}" srcOrd="0" destOrd="0" presId="urn:microsoft.com/office/officeart/2018/2/layout/IconLabelDescriptionList"/>
    <dgm:cxn modelId="{CC4A9484-7B9B-4272-BFB8-3295029A95D4}" type="presOf" srcId="{315AF377-683B-4CD6-9FE2-DDBE76CF5C43}" destId="{BB840261-EE4D-47E9-B41E-93053084EA7D}" srcOrd="0" destOrd="1" presId="urn:microsoft.com/office/officeart/2018/2/layout/IconLabelDescriptionList"/>
    <dgm:cxn modelId="{103F06C3-4517-4F63-B0E3-45A961FA48C2}" type="presOf" srcId="{55C44755-D553-4BCF-A7E4-2D27EB44FE7A}" destId="{BB840261-EE4D-47E9-B41E-93053084EA7D}" srcOrd="0" destOrd="2" presId="urn:microsoft.com/office/officeart/2018/2/layout/IconLabelDescriptionList"/>
    <dgm:cxn modelId="{1F0AA4D7-D4E6-4538-8579-1AE6094BA818}" type="presOf" srcId="{AC63CE10-4158-445E-8480-69BCFA40637C}" destId="{D86BA5B5-B51E-4AE8-908E-605BBC45CB36}" srcOrd="0" destOrd="0" presId="urn:microsoft.com/office/officeart/2018/2/layout/IconLabelDescriptionList"/>
    <dgm:cxn modelId="{C91756E1-BDFD-4851-A146-C1DA807D30ED}" srcId="{D68E0407-2526-4ACA-8C15-07C9AC56CC2D}" destId="{55C44755-D553-4BCF-A7E4-2D27EB44FE7A}" srcOrd="2" destOrd="0" parTransId="{6065F13D-2EDA-48F9-8D7A-92D9CEE6E7EF}" sibTransId="{9E24B8C1-8210-4A06-BEEB-48E26DB05A6A}"/>
    <dgm:cxn modelId="{07052790-DAE8-4194-B75C-AEC01773442D}" type="presParOf" srcId="{62D92D24-614E-4622-A608-5A7394232CBD}" destId="{4BD4BB3F-7010-4248-9B9A-BCBAB5C146A1}" srcOrd="0" destOrd="0" presId="urn:microsoft.com/office/officeart/2018/2/layout/IconLabelDescriptionList"/>
    <dgm:cxn modelId="{498C79CF-D757-48D8-B4E0-6828F03BE4B1}" type="presParOf" srcId="{4BD4BB3F-7010-4248-9B9A-BCBAB5C146A1}" destId="{88D902CA-1DDF-465B-8527-DBEDA2D61965}" srcOrd="0" destOrd="0" presId="urn:microsoft.com/office/officeart/2018/2/layout/IconLabelDescriptionList"/>
    <dgm:cxn modelId="{DABD514C-D28E-4A70-BFE1-EF8AAD337883}" type="presParOf" srcId="{4BD4BB3F-7010-4248-9B9A-BCBAB5C146A1}" destId="{B7B40997-FC51-47B0-A8C7-D67CE95FDE4D}" srcOrd="1" destOrd="0" presId="urn:microsoft.com/office/officeart/2018/2/layout/IconLabelDescriptionList"/>
    <dgm:cxn modelId="{7C46986A-9941-4944-A081-12BF7C63B0FC}" type="presParOf" srcId="{4BD4BB3F-7010-4248-9B9A-BCBAB5C146A1}" destId="{24243A4E-CBB3-4AB1-8DC5-8ACF6934C99D}" srcOrd="2" destOrd="0" presId="urn:microsoft.com/office/officeart/2018/2/layout/IconLabelDescriptionList"/>
    <dgm:cxn modelId="{2024DE96-F4D2-4872-AF0F-D956534121B9}" type="presParOf" srcId="{4BD4BB3F-7010-4248-9B9A-BCBAB5C146A1}" destId="{76CBC2F7-A22B-4C36-BA75-2D1D02A80BBE}" srcOrd="3" destOrd="0" presId="urn:microsoft.com/office/officeart/2018/2/layout/IconLabelDescriptionList"/>
    <dgm:cxn modelId="{0D50E989-4B63-445E-9502-76AB49C2D6BA}" type="presParOf" srcId="{4BD4BB3F-7010-4248-9B9A-BCBAB5C146A1}" destId="{BB840261-EE4D-47E9-B41E-93053084EA7D}" srcOrd="4" destOrd="0" presId="urn:microsoft.com/office/officeart/2018/2/layout/IconLabelDescriptionList"/>
    <dgm:cxn modelId="{29F6F952-14A6-4225-824C-29E7E976478C}" type="presParOf" srcId="{62D92D24-614E-4622-A608-5A7394232CBD}" destId="{AA8B9154-68D6-49C1-AAD0-E0E5304A94C1}" srcOrd="1" destOrd="0" presId="urn:microsoft.com/office/officeart/2018/2/layout/IconLabelDescriptionList"/>
    <dgm:cxn modelId="{80164E92-4621-4A85-9945-F4845A97A6A6}" type="presParOf" srcId="{62D92D24-614E-4622-A608-5A7394232CBD}" destId="{F46B8DB0-1333-4DE0-BE7C-844C305BC1A8}" srcOrd="2" destOrd="0" presId="urn:microsoft.com/office/officeart/2018/2/layout/IconLabelDescriptionList"/>
    <dgm:cxn modelId="{EFCC9005-5A13-49CA-A377-8A00ED4A27AB}" type="presParOf" srcId="{F46B8DB0-1333-4DE0-BE7C-844C305BC1A8}" destId="{FA46AEC5-C1EC-4AC2-8104-13D90DAE7E03}" srcOrd="0" destOrd="0" presId="urn:microsoft.com/office/officeart/2018/2/layout/IconLabelDescriptionList"/>
    <dgm:cxn modelId="{275ABBCD-7C21-486F-9FE5-0501AD8A7521}" type="presParOf" srcId="{F46B8DB0-1333-4DE0-BE7C-844C305BC1A8}" destId="{7BC31869-C0D4-42EA-8BD6-B57B27FC3E31}" srcOrd="1" destOrd="0" presId="urn:microsoft.com/office/officeart/2018/2/layout/IconLabelDescriptionList"/>
    <dgm:cxn modelId="{2D60354D-ED42-427F-8FDE-5381284DFF37}" type="presParOf" srcId="{F46B8DB0-1333-4DE0-BE7C-844C305BC1A8}" destId="{D86BA5B5-B51E-4AE8-908E-605BBC45CB36}" srcOrd="2" destOrd="0" presId="urn:microsoft.com/office/officeart/2018/2/layout/IconLabelDescriptionList"/>
    <dgm:cxn modelId="{FB8A9E4C-222D-40C1-8060-46D7B7B0B5D5}" type="presParOf" srcId="{F46B8DB0-1333-4DE0-BE7C-844C305BC1A8}" destId="{CABFAD1B-4829-4E7E-ACCE-024EB09F7912}" srcOrd="3" destOrd="0" presId="urn:microsoft.com/office/officeart/2018/2/layout/IconLabelDescriptionList"/>
    <dgm:cxn modelId="{799E98C3-B30D-4680-AE56-E365D017A293}" type="presParOf" srcId="{F46B8DB0-1333-4DE0-BE7C-844C305BC1A8}" destId="{0EC890A0-801D-4DD6-800E-45AAC98BAFF7}"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D47454-898B-41EE-9AD4-5DB4EC798AC9}"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9B052E73-0016-456D-B577-2DC7814C2163}">
      <dgm:prSet/>
      <dgm:spPr/>
      <dgm:t>
        <a:bodyPr/>
        <a:lstStyle/>
        <a:p>
          <a:r>
            <a:rPr lang="en-US" b="1"/>
            <a:t>Outliers </a:t>
          </a:r>
          <a:r>
            <a:rPr lang="en-US"/>
            <a:t>can severely distort the representativeness of the results if they appear as structure (clusters) that are inconsistent with the research objectives</a:t>
          </a:r>
        </a:p>
      </dgm:t>
    </dgm:pt>
    <dgm:pt modelId="{0C01CEE2-167E-4588-8E29-6652E8A07BE5}" type="parTrans" cxnId="{85AFDD63-4EFD-4479-81D0-AAAAAB7DF333}">
      <dgm:prSet/>
      <dgm:spPr/>
      <dgm:t>
        <a:bodyPr/>
        <a:lstStyle/>
        <a:p>
          <a:endParaRPr lang="en-US"/>
        </a:p>
      </dgm:t>
    </dgm:pt>
    <dgm:pt modelId="{E08113FD-613C-4717-9DC7-6A10A0F94F18}" type="sibTrans" cxnId="{85AFDD63-4EFD-4479-81D0-AAAAAB7DF333}">
      <dgm:prSet/>
      <dgm:spPr/>
      <dgm:t>
        <a:bodyPr/>
        <a:lstStyle/>
        <a:p>
          <a:endParaRPr lang="en-US"/>
        </a:p>
      </dgm:t>
    </dgm:pt>
    <dgm:pt modelId="{3FC5BD9E-F4CE-4AAC-A976-601B16A7B72C}">
      <dgm:prSet/>
      <dgm:spPr/>
      <dgm:t>
        <a:bodyPr/>
        <a:lstStyle/>
        <a:p>
          <a:r>
            <a:rPr lang="en-US"/>
            <a:t>They should be removed if the outlier represents:</a:t>
          </a:r>
        </a:p>
      </dgm:t>
    </dgm:pt>
    <dgm:pt modelId="{E24B5310-8968-418C-A253-06E82A55F0D6}" type="parTrans" cxnId="{512DC63C-AD2E-483B-8F2E-184F77FD58E5}">
      <dgm:prSet/>
      <dgm:spPr/>
      <dgm:t>
        <a:bodyPr/>
        <a:lstStyle/>
        <a:p>
          <a:endParaRPr lang="en-US"/>
        </a:p>
      </dgm:t>
    </dgm:pt>
    <dgm:pt modelId="{B7A5B466-8F2D-4984-B24E-2C2289B179E5}" type="sibTrans" cxnId="{512DC63C-AD2E-483B-8F2E-184F77FD58E5}">
      <dgm:prSet/>
      <dgm:spPr/>
      <dgm:t>
        <a:bodyPr/>
        <a:lstStyle/>
        <a:p>
          <a:endParaRPr lang="en-US"/>
        </a:p>
      </dgm:t>
    </dgm:pt>
    <dgm:pt modelId="{74227B46-4295-43A4-916A-BD9CDFA0A4A7}">
      <dgm:prSet/>
      <dgm:spPr/>
      <dgm:t>
        <a:bodyPr/>
        <a:lstStyle/>
        <a:p>
          <a:r>
            <a:rPr lang="en-US"/>
            <a:t>Aberrant observations not representative of the population.</a:t>
          </a:r>
        </a:p>
      </dgm:t>
    </dgm:pt>
    <dgm:pt modelId="{E319480C-120F-466B-B845-3EB5F6533241}" type="parTrans" cxnId="{B2C14959-360F-4370-9A5B-E5DAB5E61121}">
      <dgm:prSet/>
      <dgm:spPr/>
      <dgm:t>
        <a:bodyPr/>
        <a:lstStyle/>
        <a:p>
          <a:endParaRPr lang="en-US"/>
        </a:p>
      </dgm:t>
    </dgm:pt>
    <dgm:pt modelId="{F6E85925-6C02-4166-820C-BC616DB24193}" type="sibTrans" cxnId="{B2C14959-360F-4370-9A5B-E5DAB5E61121}">
      <dgm:prSet/>
      <dgm:spPr/>
      <dgm:t>
        <a:bodyPr/>
        <a:lstStyle/>
        <a:p>
          <a:endParaRPr lang="en-US"/>
        </a:p>
      </dgm:t>
    </dgm:pt>
    <dgm:pt modelId="{6E33D72A-403E-4931-9C98-B6CA9E98A157}">
      <dgm:prSet/>
      <dgm:spPr/>
      <dgm:t>
        <a:bodyPr/>
        <a:lstStyle/>
        <a:p>
          <a:r>
            <a:rPr lang="en-US"/>
            <a:t>Observations of small or insignificant segments within the population.</a:t>
          </a:r>
        </a:p>
      </dgm:t>
    </dgm:pt>
    <dgm:pt modelId="{0E3B8AFE-1A3F-4DED-B0B3-BA78A02552BD}" type="parTrans" cxnId="{4680931A-8828-4423-8141-BF8BFEAE73A7}">
      <dgm:prSet/>
      <dgm:spPr/>
      <dgm:t>
        <a:bodyPr/>
        <a:lstStyle/>
        <a:p>
          <a:endParaRPr lang="en-US"/>
        </a:p>
      </dgm:t>
    </dgm:pt>
    <dgm:pt modelId="{B32415C8-A7CA-44B7-86DB-B4B197F9F2EF}" type="sibTrans" cxnId="{4680931A-8828-4423-8141-BF8BFEAE73A7}">
      <dgm:prSet/>
      <dgm:spPr/>
      <dgm:t>
        <a:bodyPr/>
        <a:lstStyle/>
        <a:p>
          <a:endParaRPr lang="en-US"/>
        </a:p>
      </dgm:t>
    </dgm:pt>
    <dgm:pt modelId="{F6C62A4D-A91F-42CE-9D0E-F413661D3828}">
      <dgm:prSet/>
      <dgm:spPr/>
      <dgm:t>
        <a:bodyPr/>
        <a:lstStyle/>
        <a:p>
          <a:r>
            <a:rPr lang="en-US"/>
            <a:t>They should be retained if the outlier represents:</a:t>
          </a:r>
        </a:p>
      </dgm:t>
    </dgm:pt>
    <dgm:pt modelId="{9F14E31A-6E1D-416A-B5C4-8B3399558C33}" type="parTrans" cxnId="{29C273EC-9FE1-4437-8139-FF926EA32458}">
      <dgm:prSet/>
      <dgm:spPr/>
      <dgm:t>
        <a:bodyPr/>
        <a:lstStyle/>
        <a:p>
          <a:endParaRPr lang="en-US"/>
        </a:p>
      </dgm:t>
    </dgm:pt>
    <dgm:pt modelId="{1B79AAC7-C533-4C42-A90B-22C63062DB13}" type="sibTrans" cxnId="{29C273EC-9FE1-4437-8139-FF926EA32458}">
      <dgm:prSet/>
      <dgm:spPr/>
      <dgm:t>
        <a:bodyPr/>
        <a:lstStyle/>
        <a:p>
          <a:endParaRPr lang="en-US"/>
        </a:p>
      </dgm:t>
    </dgm:pt>
    <dgm:pt modelId="{3E1CC43C-29B5-422C-B39C-880EDCCDCB01}">
      <dgm:prSet/>
      <dgm:spPr/>
      <dgm:t>
        <a:bodyPr/>
        <a:lstStyle/>
        <a:p>
          <a:r>
            <a:rPr lang="en-US"/>
            <a:t>an under-sampling/poor representation of relevant groups in the population. In this case, the sample should be augmented to ensure representation of these groups.</a:t>
          </a:r>
        </a:p>
      </dgm:t>
    </dgm:pt>
    <dgm:pt modelId="{F74FC1AD-99EE-4157-9EBF-6F314CD9AC40}" type="parTrans" cxnId="{8674C988-A5B2-4EEC-B671-5665EE6A0A48}">
      <dgm:prSet/>
      <dgm:spPr/>
      <dgm:t>
        <a:bodyPr/>
        <a:lstStyle/>
        <a:p>
          <a:endParaRPr lang="en-US"/>
        </a:p>
      </dgm:t>
    </dgm:pt>
    <dgm:pt modelId="{3E26E54E-D165-4BDC-8E85-5234EB50F358}" type="sibTrans" cxnId="{8674C988-A5B2-4EEC-B671-5665EE6A0A48}">
      <dgm:prSet/>
      <dgm:spPr/>
      <dgm:t>
        <a:bodyPr/>
        <a:lstStyle/>
        <a:p>
          <a:endParaRPr lang="en-US"/>
        </a:p>
      </dgm:t>
    </dgm:pt>
    <dgm:pt modelId="{29CED039-2E97-4A15-B57F-39F70748389B}">
      <dgm:prSet/>
      <dgm:spPr/>
      <dgm:t>
        <a:bodyPr/>
        <a:lstStyle/>
        <a:p>
          <a:r>
            <a:rPr lang="en-US"/>
            <a:t>Outliers </a:t>
          </a:r>
          <a:r>
            <a:rPr lang="en-US" b="1"/>
            <a:t>can be identified </a:t>
          </a:r>
          <a:r>
            <a:rPr lang="en-US"/>
            <a:t>based on the similarity measure by:</a:t>
          </a:r>
        </a:p>
      </dgm:t>
    </dgm:pt>
    <dgm:pt modelId="{926AAFA2-D4EA-4EF3-AD31-2CD9AF70D3BC}" type="parTrans" cxnId="{70FB51E1-A0CD-4BD8-A75B-FFFEE6F361D0}">
      <dgm:prSet/>
      <dgm:spPr/>
      <dgm:t>
        <a:bodyPr/>
        <a:lstStyle/>
        <a:p>
          <a:endParaRPr lang="en-US"/>
        </a:p>
      </dgm:t>
    </dgm:pt>
    <dgm:pt modelId="{B095B823-7D66-4C18-BF19-246521C52105}" type="sibTrans" cxnId="{70FB51E1-A0CD-4BD8-A75B-FFFEE6F361D0}">
      <dgm:prSet/>
      <dgm:spPr/>
      <dgm:t>
        <a:bodyPr/>
        <a:lstStyle/>
        <a:p>
          <a:endParaRPr lang="en-US"/>
        </a:p>
      </dgm:t>
    </dgm:pt>
    <dgm:pt modelId="{EA9C81D7-CB73-4AC7-AF89-21910977FA23}">
      <dgm:prSet/>
      <dgm:spPr/>
      <dgm:t>
        <a:bodyPr/>
        <a:lstStyle/>
        <a:p>
          <a:r>
            <a:rPr lang="en-US"/>
            <a:t>Finding observations with </a:t>
          </a:r>
          <a:r>
            <a:rPr lang="en-US" u="sng"/>
            <a:t>large distances from all other observations </a:t>
          </a:r>
          <a:r>
            <a:rPr lang="en-US"/>
            <a:t>– pairwise similarities or summated measure of squared differences from mean of each clustering variable.</a:t>
          </a:r>
        </a:p>
      </dgm:t>
    </dgm:pt>
    <dgm:pt modelId="{8AF358D4-056B-44AA-95A2-0E2B27904A1E}" type="parTrans" cxnId="{18123FB5-6445-4BBB-A749-7BBC7A5AC995}">
      <dgm:prSet/>
      <dgm:spPr/>
      <dgm:t>
        <a:bodyPr/>
        <a:lstStyle/>
        <a:p>
          <a:endParaRPr lang="en-US"/>
        </a:p>
      </dgm:t>
    </dgm:pt>
    <dgm:pt modelId="{F3170701-7ACE-4E8F-BE40-355AAA80BD3C}" type="sibTrans" cxnId="{18123FB5-6445-4BBB-A749-7BBC7A5AC995}">
      <dgm:prSet/>
      <dgm:spPr/>
      <dgm:t>
        <a:bodyPr/>
        <a:lstStyle/>
        <a:p>
          <a:endParaRPr lang="en-US"/>
        </a:p>
      </dgm:t>
    </dgm:pt>
    <dgm:pt modelId="{EBA3E650-6367-4334-B620-367C253AB427}">
      <dgm:prSet/>
      <dgm:spPr/>
      <dgm:t>
        <a:bodyPr/>
        <a:lstStyle/>
        <a:p>
          <a:r>
            <a:rPr lang="en-US" u="sng"/>
            <a:t>Graphic profile diagrams or parallel coordinate graphs </a:t>
          </a:r>
          <a:r>
            <a:rPr lang="en-US"/>
            <a:t>highlighting outlying cases.</a:t>
          </a:r>
        </a:p>
      </dgm:t>
    </dgm:pt>
    <dgm:pt modelId="{078C38E8-BB96-469B-9E5E-0DEEEFC39390}" type="parTrans" cxnId="{454F924F-D99B-4666-A2B4-1995C6EE8374}">
      <dgm:prSet/>
      <dgm:spPr/>
      <dgm:t>
        <a:bodyPr/>
        <a:lstStyle/>
        <a:p>
          <a:endParaRPr lang="en-US"/>
        </a:p>
      </dgm:t>
    </dgm:pt>
    <dgm:pt modelId="{8FFA51D1-0761-4B9D-B225-8DC7F3BBCB98}" type="sibTrans" cxnId="{454F924F-D99B-4666-A2B4-1995C6EE8374}">
      <dgm:prSet/>
      <dgm:spPr/>
      <dgm:t>
        <a:bodyPr/>
        <a:lstStyle/>
        <a:p>
          <a:endParaRPr lang="en-US"/>
        </a:p>
      </dgm:t>
    </dgm:pt>
    <dgm:pt modelId="{8FAE3F4A-5A46-4984-998B-1E7D26E2A77D}">
      <dgm:prSet/>
      <dgm:spPr/>
      <dgm:t>
        <a:bodyPr/>
        <a:lstStyle/>
        <a:p>
          <a:r>
            <a:rPr lang="en-US"/>
            <a:t>Their appearance in cluster solutions as </a:t>
          </a:r>
          <a:r>
            <a:rPr lang="en-US" u="sng"/>
            <a:t>single-member or very small clusters</a:t>
          </a:r>
          <a:r>
            <a:rPr lang="en-US"/>
            <a:t>.</a:t>
          </a:r>
        </a:p>
      </dgm:t>
    </dgm:pt>
    <dgm:pt modelId="{29886056-6795-4E21-B3C9-E75CFC4791BD}" type="parTrans" cxnId="{6051D43C-37AC-4A9D-AC9F-5F1919406AD6}">
      <dgm:prSet/>
      <dgm:spPr/>
      <dgm:t>
        <a:bodyPr/>
        <a:lstStyle/>
        <a:p>
          <a:endParaRPr lang="en-US"/>
        </a:p>
      </dgm:t>
    </dgm:pt>
    <dgm:pt modelId="{EBAB194F-F4D9-47DF-863C-4BC2065D3D11}" type="sibTrans" cxnId="{6051D43C-37AC-4A9D-AC9F-5F1919406AD6}">
      <dgm:prSet/>
      <dgm:spPr/>
      <dgm:t>
        <a:bodyPr/>
        <a:lstStyle/>
        <a:p>
          <a:endParaRPr lang="en-US"/>
        </a:p>
      </dgm:t>
    </dgm:pt>
    <dgm:pt modelId="{F7FD39F7-502A-474F-B430-BEEB650AA85C}" type="pres">
      <dgm:prSet presAssocID="{36D47454-898B-41EE-9AD4-5DB4EC798AC9}" presName="Name0" presStyleCnt="0">
        <dgm:presLayoutVars>
          <dgm:dir/>
          <dgm:animLvl val="lvl"/>
          <dgm:resizeHandles val="exact"/>
        </dgm:presLayoutVars>
      </dgm:prSet>
      <dgm:spPr/>
    </dgm:pt>
    <dgm:pt modelId="{2FE2276F-1092-4805-AD9A-528D874BD9E7}" type="pres">
      <dgm:prSet presAssocID="{9B052E73-0016-456D-B577-2DC7814C2163}" presName="composite" presStyleCnt="0"/>
      <dgm:spPr/>
    </dgm:pt>
    <dgm:pt modelId="{C5CB4C69-50C6-4378-815B-6709072D6A8A}" type="pres">
      <dgm:prSet presAssocID="{9B052E73-0016-456D-B577-2DC7814C2163}" presName="parTx" presStyleLbl="alignNode1" presStyleIdx="0" presStyleCnt="2">
        <dgm:presLayoutVars>
          <dgm:chMax val="0"/>
          <dgm:chPref val="0"/>
          <dgm:bulletEnabled val="1"/>
        </dgm:presLayoutVars>
      </dgm:prSet>
      <dgm:spPr/>
    </dgm:pt>
    <dgm:pt modelId="{C94163EE-AEE1-43C5-A558-6994FBFA210F}" type="pres">
      <dgm:prSet presAssocID="{9B052E73-0016-456D-B577-2DC7814C2163}" presName="desTx" presStyleLbl="alignAccFollowNode1" presStyleIdx="0" presStyleCnt="2">
        <dgm:presLayoutVars>
          <dgm:bulletEnabled val="1"/>
        </dgm:presLayoutVars>
      </dgm:prSet>
      <dgm:spPr/>
    </dgm:pt>
    <dgm:pt modelId="{0A6F0360-542F-4499-A14F-56A1880358AD}" type="pres">
      <dgm:prSet presAssocID="{E08113FD-613C-4717-9DC7-6A10A0F94F18}" presName="space" presStyleCnt="0"/>
      <dgm:spPr/>
    </dgm:pt>
    <dgm:pt modelId="{0CAB9577-8794-4A44-B295-C8FD39C3DB27}" type="pres">
      <dgm:prSet presAssocID="{29CED039-2E97-4A15-B57F-39F70748389B}" presName="composite" presStyleCnt="0"/>
      <dgm:spPr/>
    </dgm:pt>
    <dgm:pt modelId="{7AD0861C-8957-4699-9688-8E46A3FA5189}" type="pres">
      <dgm:prSet presAssocID="{29CED039-2E97-4A15-B57F-39F70748389B}" presName="parTx" presStyleLbl="alignNode1" presStyleIdx="1" presStyleCnt="2">
        <dgm:presLayoutVars>
          <dgm:chMax val="0"/>
          <dgm:chPref val="0"/>
          <dgm:bulletEnabled val="1"/>
        </dgm:presLayoutVars>
      </dgm:prSet>
      <dgm:spPr/>
    </dgm:pt>
    <dgm:pt modelId="{8210A76F-41C1-4FDD-A49E-1626A64068CE}" type="pres">
      <dgm:prSet presAssocID="{29CED039-2E97-4A15-B57F-39F70748389B}" presName="desTx" presStyleLbl="alignAccFollowNode1" presStyleIdx="1" presStyleCnt="2">
        <dgm:presLayoutVars>
          <dgm:bulletEnabled val="1"/>
        </dgm:presLayoutVars>
      </dgm:prSet>
      <dgm:spPr/>
    </dgm:pt>
  </dgm:ptLst>
  <dgm:cxnLst>
    <dgm:cxn modelId="{4680931A-8828-4423-8141-BF8BFEAE73A7}" srcId="{3FC5BD9E-F4CE-4AAC-A976-601B16A7B72C}" destId="{6E33D72A-403E-4931-9C98-B6CA9E98A157}" srcOrd="1" destOrd="0" parTransId="{0E3B8AFE-1A3F-4DED-B0B3-BA78A02552BD}" sibTransId="{B32415C8-A7CA-44B7-86DB-B4B197F9F2EF}"/>
    <dgm:cxn modelId="{629D781C-4C23-45D2-8178-54DAE1739F2D}" type="presOf" srcId="{74227B46-4295-43A4-916A-BD9CDFA0A4A7}" destId="{C94163EE-AEE1-43C5-A558-6994FBFA210F}" srcOrd="0" destOrd="1" presId="urn:microsoft.com/office/officeart/2005/8/layout/hList1"/>
    <dgm:cxn modelId="{0B56D12B-F2CD-4A0F-8CAE-1698069F84A3}" type="presOf" srcId="{9B052E73-0016-456D-B577-2DC7814C2163}" destId="{C5CB4C69-50C6-4378-815B-6709072D6A8A}" srcOrd="0" destOrd="0" presId="urn:microsoft.com/office/officeart/2005/8/layout/hList1"/>
    <dgm:cxn modelId="{AE80C13A-DEAD-40ED-9BD1-CABEF5EB235A}" type="presOf" srcId="{EA9C81D7-CB73-4AC7-AF89-21910977FA23}" destId="{8210A76F-41C1-4FDD-A49E-1626A64068CE}" srcOrd="0" destOrd="0" presId="urn:microsoft.com/office/officeart/2005/8/layout/hList1"/>
    <dgm:cxn modelId="{512DC63C-AD2E-483B-8F2E-184F77FD58E5}" srcId="{9B052E73-0016-456D-B577-2DC7814C2163}" destId="{3FC5BD9E-F4CE-4AAC-A976-601B16A7B72C}" srcOrd="0" destOrd="0" parTransId="{E24B5310-8968-418C-A253-06E82A55F0D6}" sibTransId="{B7A5B466-8F2D-4984-B24E-2C2289B179E5}"/>
    <dgm:cxn modelId="{6051D43C-37AC-4A9D-AC9F-5F1919406AD6}" srcId="{29CED039-2E97-4A15-B57F-39F70748389B}" destId="{8FAE3F4A-5A46-4984-998B-1E7D26E2A77D}" srcOrd="2" destOrd="0" parTransId="{29886056-6795-4E21-B3C9-E75CFC4791BD}" sibTransId="{EBAB194F-F4D9-47DF-863C-4BC2065D3D11}"/>
    <dgm:cxn modelId="{85AFDD63-4EFD-4479-81D0-AAAAAB7DF333}" srcId="{36D47454-898B-41EE-9AD4-5DB4EC798AC9}" destId="{9B052E73-0016-456D-B577-2DC7814C2163}" srcOrd="0" destOrd="0" parTransId="{0C01CEE2-167E-4588-8E29-6652E8A07BE5}" sibTransId="{E08113FD-613C-4717-9DC7-6A10A0F94F18}"/>
    <dgm:cxn modelId="{2471E969-F9C3-4CFD-95C3-9DF356DF9226}" type="presOf" srcId="{EBA3E650-6367-4334-B620-367C253AB427}" destId="{8210A76F-41C1-4FDD-A49E-1626A64068CE}" srcOrd="0" destOrd="1" presId="urn:microsoft.com/office/officeart/2005/8/layout/hList1"/>
    <dgm:cxn modelId="{4570556B-B99D-438E-B407-615A699CE7CF}" type="presOf" srcId="{3FC5BD9E-F4CE-4AAC-A976-601B16A7B72C}" destId="{C94163EE-AEE1-43C5-A558-6994FBFA210F}" srcOrd="0" destOrd="0" presId="urn:microsoft.com/office/officeart/2005/8/layout/hList1"/>
    <dgm:cxn modelId="{454F924F-D99B-4666-A2B4-1995C6EE8374}" srcId="{29CED039-2E97-4A15-B57F-39F70748389B}" destId="{EBA3E650-6367-4334-B620-367C253AB427}" srcOrd="1" destOrd="0" parTransId="{078C38E8-BB96-469B-9E5E-0DEEEFC39390}" sibTransId="{8FFA51D1-0761-4B9D-B225-8DC7F3BBCB98}"/>
    <dgm:cxn modelId="{2F100278-4194-4E9A-8322-19104BB3B8EC}" type="presOf" srcId="{8FAE3F4A-5A46-4984-998B-1E7D26E2A77D}" destId="{8210A76F-41C1-4FDD-A49E-1626A64068CE}" srcOrd="0" destOrd="2" presId="urn:microsoft.com/office/officeart/2005/8/layout/hList1"/>
    <dgm:cxn modelId="{B2C14959-360F-4370-9A5B-E5DAB5E61121}" srcId="{3FC5BD9E-F4CE-4AAC-A976-601B16A7B72C}" destId="{74227B46-4295-43A4-916A-BD9CDFA0A4A7}" srcOrd="0" destOrd="0" parTransId="{E319480C-120F-466B-B845-3EB5F6533241}" sibTransId="{F6E85925-6C02-4166-820C-BC616DB24193}"/>
    <dgm:cxn modelId="{007F7E7E-4B03-4D7D-99CC-E6072472D60D}" type="presOf" srcId="{36D47454-898B-41EE-9AD4-5DB4EC798AC9}" destId="{F7FD39F7-502A-474F-B430-BEEB650AA85C}" srcOrd="0" destOrd="0" presId="urn:microsoft.com/office/officeart/2005/8/layout/hList1"/>
    <dgm:cxn modelId="{8674C988-A5B2-4EEC-B671-5665EE6A0A48}" srcId="{F6C62A4D-A91F-42CE-9D0E-F413661D3828}" destId="{3E1CC43C-29B5-422C-B39C-880EDCCDCB01}" srcOrd="0" destOrd="0" parTransId="{F74FC1AD-99EE-4157-9EBF-6F314CD9AC40}" sibTransId="{3E26E54E-D165-4BDC-8E85-5234EB50F358}"/>
    <dgm:cxn modelId="{996E048C-6056-43BD-93FB-A1C0204D9197}" type="presOf" srcId="{29CED039-2E97-4A15-B57F-39F70748389B}" destId="{7AD0861C-8957-4699-9688-8E46A3FA5189}" srcOrd="0" destOrd="0" presId="urn:microsoft.com/office/officeart/2005/8/layout/hList1"/>
    <dgm:cxn modelId="{F3E1959C-5319-486F-8408-D8AA8165A2E0}" type="presOf" srcId="{F6C62A4D-A91F-42CE-9D0E-F413661D3828}" destId="{C94163EE-AEE1-43C5-A558-6994FBFA210F}" srcOrd="0" destOrd="3" presId="urn:microsoft.com/office/officeart/2005/8/layout/hList1"/>
    <dgm:cxn modelId="{17F427B5-7D20-43BE-8F87-401EDBA8888D}" type="presOf" srcId="{3E1CC43C-29B5-422C-B39C-880EDCCDCB01}" destId="{C94163EE-AEE1-43C5-A558-6994FBFA210F}" srcOrd="0" destOrd="4" presId="urn:microsoft.com/office/officeart/2005/8/layout/hList1"/>
    <dgm:cxn modelId="{18123FB5-6445-4BBB-A749-7BBC7A5AC995}" srcId="{29CED039-2E97-4A15-B57F-39F70748389B}" destId="{EA9C81D7-CB73-4AC7-AF89-21910977FA23}" srcOrd="0" destOrd="0" parTransId="{8AF358D4-056B-44AA-95A2-0E2B27904A1E}" sibTransId="{F3170701-7ACE-4E8F-BE40-355AAA80BD3C}"/>
    <dgm:cxn modelId="{70FB51E1-A0CD-4BD8-A75B-FFFEE6F361D0}" srcId="{36D47454-898B-41EE-9AD4-5DB4EC798AC9}" destId="{29CED039-2E97-4A15-B57F-39F70748389B}" srcOrd="1" destOrd="0" parTransId="{926AAFA2-D4EA-4EF3-AD31-2CD9AF70D3BC}" sibTransId="{B095B823-7D66-4C18-BF19-246521C52105}"/>
    <dgm:cxn modelId="{29C273EC-9FE1-4437-8139-FF926EA32458}" srcId="{9B052E73-0016-456D-B577-2DC7814C2163}" destId="{F6C62A4D-A91F-42CE-9D0E-F413661D3828}" srcOrd="1" destOrd="0" parTransId="{9F14E31A-6E1D-416A-B5C4-8B3399558C33}" sibTransId="{1B79AAC7-C533-4C42-A90B-22C63062DB13}"/>
    <dgm:cxn modelId="{372DFCF2-E872-4743-AB48-E30BFDA97870}" type="presOf" srcId="{6E33D72A-403E-4931-9C98-B6CA9E98A157}" destId="{C94163EE-AEE1-43C5-A558-6994FBFA210F}" srcOrd="0" destOrd="2" presId="urn:microsoft.com/office/officeart/2005/8/layout/hList1"/>
    <dgm:cxn modelId="{9CDC52E9-5E51-4910-84BF-A95A899A5202}" type="presParOf" srcId="{F7FD39F7-502A-474F-B430-BEEB650AA85C}" destId="{2FE2276F-1092-4805-AD9A-528D874BD9E7}" srcOrd="0" destOrd="0" presId="urn:microsoft.com/office/officeart/2005/8/layout/hList1"/>
    <dgm:cxn modelId="{4657C341-1C9E-46A0-9BFA-D30A26A03105}" type="presParOf" srcId="{2FE2276F-1092-4805-AD9A-528D874BD9E7}" destId="{C5CB4C69-50C6-4378-815B-6709072D6A8A}" srcOrd="0" destOrd="0" presId="urn:microsoft.com/office/officeart/2005/8/layout/hList1"/>
    <dgm:cxn modelId="{3F1B5987-23FA-4F24-B11A-F0DCA1D88C13}" type="presParOf" srcId="{2FE2276F-1092-4805-AD9A-528D874BD9E7}" destId="{C94163EE-AEE1-43C5-A558-6994FBFA210F}" srcOrd="1" destOrd="0" presId="urn:microsoft.com/office/officeart/2005/8/layout/hList1"/>
    <dgm:cxn modelId="{A1E43923-256F-426F-B3CB-84BC528F9A3D}" type="presParOf" srcId="{F7FD39F7-502A-474F-B430-BEEB650AA85C}" destId="{0A6F0360-542F-4499-A14F-56A1880358AD}" srcOrd="1" destOrd="0" presId="urn:microsoft.com/office/officeart/2005/8/layout/hList1"/>
    <dgm:cxn modelId="{EB767368-C791-46D5-9F43-AB1035DE266A}" type="presParOf" srcId="{F7FD39F7-502A-474F-B430-BEEB650AA85C}" destId="{0CAB9577-8794-4A44-B295-C8FD39C3DB27}" srcOrd="2" destOrd="0" presId="urn:microsoft.com/office/officeart/2005/8/layout/hList1"/>
    <dgm:cxn modelId="{7C809DA7-5ED7-4144-AE4C-09F2D78B8FFA}" type="presParOf" srcId="{0CAB9577-8794-4A44-B295-C8FD39C3DB27}" destId="{7AD0861C-8957-4699-9688-8E46A3FA5189}" srcOrd="0" destOrd="0" presId="urn:microsoft.com/office/officeart/2005/8/layout/hList1"/>
    <dgm:cxn modelId="{E26ED53F-870F-46BC-8243-AF0FC4974E42}" type="presParOf" srcId="{0CAB9577-8794-4A44-B295-C8FD39C3DB27}" destId="{8210A76F-41C1-4FDD-A49E-1626A64068C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3C5E43-BC55-426E-8770-1E46A9ED7F5F}"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CBCAF22-9C6B-4C00-8B80-6646B2B4D6B7}">
      <dgm:prSet/>
      <dgm:spPr/>
      <dgm:t>
        <a:bodyPr/>
        <a:lstStyle/>
        <a:p>
          <a:r>
            <a:rPr lang="en-US" b="1"/>
            <a:t>Inter object similarity</a:t>
          </a:r>
          <a:endParaRPr lang="en-US"/>
        </a:p>
      </dgm:t>
    </dgm:pt>
    <dgm:pt modelId="{46586700-4929-4DCE-ACEA-5E2E003E26AD}" type="parTrans" cxnId="{C3575232-33E0-40C6-A192-102EF456A880}">
      <dgm:prSet/>
      <dgm:spPr/>
      <dgm:t>
        <a:bodyPr/>
        <a:lstStyle/>
        <a:p>
          <a:endParaRPr lang="en-US"/>
        </a:p>
      </dgm:t>
    </dgm:pt>
    <dgm:pt modelId="{A035E40A-47A7-444E-B906-07EE58A97D99}" type="sibTrans" cxnId="{C3575232-33E0-40C6-A192-102EF456A880}">
      <dgm:prSet/>
      <dgm:spPr/>
      <dgm:t>
        <a:bodyPr/>
        <a:lstStyle/>
        <a:p>
          <a:endParaRPr lang="en-US"/>
        </a:p>
      </dgm:t>
    </dgm:pt>
    <dgm:pt modelId="{C44C2C8B-2A29-46B4-A9C3-BABB18A62116}">
      <dgm:prSet/>
      <dgm:spPr/>
      <dgm:t>
        <a:bodyPr/>
        <a:lstStyle/>
        <a:p>
          <a:r>
            <a:rPr lang="en-US"/>
            <a:t>an empirical </a:t>
          </a:r>
          <a:r>
            <a:rPr lang="en-US" u="sng"/>
            <a:t>measure of correspondence</a:t>
          </a:r>
          <a:r>
            <a:rPr lang="en-US"/>
            <a:t>, or resemblance, between objects to be clustered. </a:t>
          </a:r>
        </a:p>
      </dgm:t>
    </dgm:pt>
    <dgm:pt modelId="{46C468DD-F3B8-40A5-88F2-C618B0800246}" type="parTrans" cxnId="{006F6EB9-683D-4E68-B096-3CC10C60C652}">
      <dgm:prSet/>
      <dgm:spPr/>
      <dgm:t>
        <a:bodyPr/>
        <a:lstStyle/>
        <a:p>
          <a:endParaRPr lang="en-US"/>
        </a:p>
      </dgm:t>
    </dgm:pt>
    <dgm:pt modelId="{95107C0F-07B1-4F0C-A166-8EFE96B95952}" type="sibTrans" cxnId="{006F6EB9-683D-4E68-B096-3CC10C60C652}">
      <dgm:prSet/>
      <dgm:spPr/>
      <dgm:t>
        <a:bodyPr/>
        <a:lstStyle/>
        <a:p>
          <a:endParaRPr lang="en-US"/>
        </a:p>
      </dgm:t>
    </dgm:pt>
    <dgm:pt modelId="{4FE25264-9B24-4AE3-BF6C-428F29A35337}">
      <dgm:prSet/>
      <dgm:spPr/>
      <dgm:t>
        <a:bodyPr/>
        <a:lstStyle/>
        <a:p>
          <a:r>
            <a:rPr lang="en-US"/>
            <a:t>calculated across the </a:t>
          </a:r>
          <a:r>
            <a:rPr lang="en-US" u="sng"/>
            <a:t>entire set of clustering variables </a:t>
          </a:r>
          <a:r>
            <a:rPr lang="en-US"/>
            <a:t>to allow for the grouping of observations and their comparison to each other.</a:t>
          </a:r>
        </a:p>
      </dgm:t>
    </dgm:pt>
    <dgm:pt modelId="{0F9B7F89-7869-4200-A5A2-DB1480E6B2E0}" type="parTrans" cxnId="{FDA9FDFC-964F-44D6-B416-AF12191357C0}">
      <dgm:prSet/>
      <dgm:spPr/>
      <dgm:t>
        <a:bodyPr/>
        <a:lstStyle/>
        <a:p>
          <a:endParaRPr lang="en-US"/>
        </a:p>
      </dgm:t>
    </dgm:pt>
    <dgm:pt modelId="{224A1877-25DA-4987-8352-0B9563B2B643}" type="sibTrans" cxnId="{FDA9FDFC-964F-44D6-B416-AF12191357C0}">
      <dgm:prSet/>
      <dgm:spPr/>
      <dgm:t>
        <a:bodyPr/>
        <a:lstStyle/>
        <a:p>
          <a:endParaRPr lang="en-US"/>
        </a:p>
      </dgm:t>
    </dgm:pt>
    <dgm:pt modelId="{F117555E-976F-4FAD-A7EC-2A29D52BC26C}">
      <dgm:prSet/>
      <dgm:spPr/>
      <dgm:t>
        <a:bodyPr/>
        <a:lstStyle/>
        <a:p>
          <a:r>
            <a:rPr lang="en-US" b="1"/>
            <a:t>Three methods </a:t>
          </a:r>
          <a:r>
            <a:rPr lang="en-US"/>
            <a:t>most widely used in applications of cluster analysis: </a:t>
          </a:r>
        </a:p>
      </dgm:t>
    </dgm:pt>
    <dgm:pt modelId="{F67AF6B5-92E9-4F5E-8E00-4AB5E238EF8F}" type="parTrans" cxnId="{2C4743E9-F3C4-4AC8-B274-CBC0E5EA36D4}">
      <dgm:prSet/>
      <dgm:spPr/>
      <dgm:t>
        <a:bodyPr/>
        <a:lstStyle/>
        <a:p>
          <a:endParaRPr lang="en-US"/>
        </a:p>
      </dgm:t>
    </dgm:pt>
    <dgm:pt modelId="{E37C003D-C49F-48EE-A878-CCCEA1D9F2B3}" type="sibTrans" cxnId="{2C4743E9-F3C4-4AC8-B274-CBC0E5EA36D4}">
      <dgm:prSet/>
      <dgm:spPr/>
      <dgm:t>
        <a:bodyPr/>
        <a:lstStyle/>
        <a:p>
          <a:endParaRPr lang="en-US"/>
        </a:p>
      </dgm:t>
    </dgm:pt>
    <dgm:pt modelId="{FFC297D2-3E16-427D-AF04-20E4A4222693}">
      <dgm:prSet/>
      <dgm:spPr/>
      <dgm:t>
        <a:bodyPr/>
        <a:lstStyle/>
        <a:p>
          <a:r>
            <a:rPr lang="en-US" u="sng"/>
            <a:t>Distance measures </a:t>
          </a:r>
          <a:r>
            <a:rPr lang="en-US"/>
            <a:t>– most often used.</a:t>
          </a:r>
        </a:p>
      </dgm:t>
    </dgm:pt>
    <dgm:pt modelId="{48AFE4B3-A815-4F9C-A8D1-C949D847EB61}" type="parTrans" cxnId="{BF472C94-EA96-4370-A1DD-28B722D62D1F}">
      <dgm:prSet/>
      <dgm:spPr/>
      <dgm:t>
        <a:bodyPr/>
        <a:lstStyle/>
        <a:p>
          <a:endParaRPr lang="en-US"/>
        </a:p>
      </dgm:t>
    </dgm:pt>
    <dgm:pt modelId="{7F91DEB0-D4C4-4B82-AA84-941CCC0D1C80}" type="sibTrans" cxnId="{BF472C94-EA96-4370-A1DD-28B722D62D1F}">
      <dgm:prSet/>
      <dgm:spPr/>
      <dgm:t>
        <a:bodyPr/>
        <a:lstStyle/>
        <a:p>
          <a:endParaRPr lang="en-US"/>
        </a:p>
      </dgm:t>
    </dgm:pt>
    <dgm:pt modelId="{21A19BA1-FE71-46DB-B2F3-783B99CF7B4B}">
      <dgm:prSet/>
      <dgm:spPr/>
      <dgm:t>
        <a:bodyPr/>
        <a:lstStyle/>
        <a:p>
          <a:r>
            <a:rPr lang="en-US" u="sng"/>
            <a:t>Correlational measures </a:t>
          </a:r>
          <a:r>
            <a:rPr lang="en-US"/>
            <a:t>– less often used as they measure patterns, not distance.</a:t>
          </a:r>
        </a:p>
      </dgm:t>
    </dgm:pt>
    <dgm:pt modelId="{270F3EEA-FA02-4B5E-8D89-C8D367857B92}" type="parTrans" cxnId="{72B5B030-E1B8-4B19-A910-3C454BCEBBA8}">
      <dgm:prSet/>
      <dgm:spPr/>
      <dgm:t>
        <a:bodyPr/>
        <a:lstStyle/>
        <a:p>
          <a:endParaRPr lang="en-US"/>
        </a:p>
      </dgm:t>
    </dgm:pt>
    <dgm:pt modelId="{6FB454D3-CBCF-4EAA-BA6F-8EA31FC69B69}" type="sibTrans" cxnId="{72B5B030-E1B8-4B19-A910-3C454BCEBBA8}">
      <dgm:prSet/>
      <dgm:spPr/>
      <dgm:t>
        <a:bodyPr/>
        <a:lstStyle/>
        <a:p>
          <a:endParaRPr lang="en-US"/>
        </a:p>
      </dgm:t>
    </dgm:pt>
    <dgm:pt modelId="{FD4DD0FD-134F-4F91-BA45-0994883A9F04}">
      <dgm:prSet/>
      <dgm:spPr/>
      <dgm:t>
        <a:bodyPr/>
        <a:lstStyle/>
        <a:p>
          <a:r>
            <a:rPr lang="en-US" u="sng"/>
            <a:t>Association measures </a:t>
          </a:r>
          <a:r>
            <a:rPr lang="en-US"/>
            <a:t>– applicable for non-metric clustering variables.</a:t>
          </a:r>
        </a:p>
      </dgm:t>
    </dgm:pt>
    <dgm:pt modelId="{74CEB0EE-045C-47FB-9C81-6D591CB40BA6}" type="parTrans" cxnId="{74A5112E-EFB1-4637-BBED-18150CCE5BFB}">
      <dgm:prSet/>
      <dgm:spPr/>
      <dgm:t>
        <a:bodyPr/>
        <a:lstStyle/>
        <a:p>
          <a:endParaRPr lang="en-US"/>
        </a:p>
      </dgm:t>
    </dgm:pt>
    <dgm:pt modelId="{BB8D5990-FCD7-4FB1-9B62-040D5D2654D2}" type="sibTrans" cxnId="{74A5112E-EFB1-4637-BBED-18150CCE5BFB}">
      <dgm:prSet/>
      <dgm:spPr/>
      <dgm:t>
        <a:bodyPr/>
        <a:lstStyle/>
        <a:p>
          <a:endParaRPr lang="en-US"/>
        </a:p>
      </dgm:t>
    </dgm:pt>
    <dgm:pt modelId="{BC41F66D-02DF-42D5-BEC8-3F09985D6F0F}" type="pres">
      <dgm:prSet presAssocID="{693C5E43-BC55-426E-8770-1E46A9ED7F5F}" presName="linear" presStyleCnt="0">
        <dgm:presLayoutVars>
          <dgm:animLvl val="lvl"/>
          <dgm:resizeHandles val="exact"/>
        </dgm:presLayoutVars>
      </dgm:prSet>
      <dgm:spPr/>
    </dgm:pt>
    <dgm:pt modelId="{B4C8FEA2-3F78-4470-AC52-99664231B9C4}" type="pres">
      <dgm:prSet presAssocID="{CCBCAF22-9C6B-4C00-8B80-6646B2B4D6B7}" presName="parentText" presStyleLbl="node1" presStyleIdx="0" presStyleCnt="2">
        <dgm:presLayoutVars>
          <dgm:chMax val="0"/>
          <dgm:bulletEnabled val="1"/>
        </dgm:presLayoutVars>
      </dgm:prSet>
      <dgm:spPr/>
    </dgm:pt>
    <dgm:pt modelId="{61899DBE-9BA9-45F9-B393-AC8DCA760B4F}" type="pres">
      <dgm:prSet presAssocID="{CCBCAF22-9C6B-4C00-8B80-6646B2B4D6B7}" presName="childText" presStyleLbl="revTx" presStyleIdx="0" presStyleCnt="2">
        <dgm:presLayoutVars>
          <dgm:bulletEnabled val="1"/>
        </dgm:presLayoutVars>
      </dgm:prSet>
      <dgm:spPr/>
    </dgm:pt>
    <dgm:pt modelId="{D659DB6F-0313-44FE-A5DD-7DD13009D2F8}" type="pres">
      <dgm:prSet presAssocID="{F117555E-976F-4FAD-A7EC-2A29D52BC26C}" presName="parentText" presStyleLbl="node1" presStyleIdx="1" presStyleCnt="2">
        <dgm:presLayoutVars>
          <dgm:chMax val="0"/>
          <dgm:bulletEnabled val="1"/>
        </dgm:presLayoutVars>
      </dgm:prSet>
      <dgm:spPr/>
    </dgm:pt>
    <dgm:pt modelId="{8DDC69F4-3ADF-4A98-9EC7-7889655A565F}" type="pres">
      <dgm:prSet presAssocID="{F117555E-976F-4FAD-A7EC-2A29D52BC26C}" presName="childText" presStyleLbl="revTx" presStyleIdx="1" presStyleCnt="2">
        <dgm:presLayoutVars>
          <dgm:bulletEnabled val="1"/>
        </dgm:presLayoutVars>
      </dgm:prSet>
      <dgm:spPr/>
    </dgm:pt>
  </dgm:ptLst>
  <dgm:cxnLst>
    <dgm:cxn modelId="{74A5112E-EFB1-4637-BBED-18150CCE5BFB}" srcId="{F117555E-976F-4FAD-A7EC-2A29D52BC26C}" destId="{FD4DD0FD-134F-4F91-BA45-0994883A9F04}" srcOrd="2" destOrd="0" parTransId="{74CEB0EE-045C-47FB-9C81-6D591CB40BA6}" sibTransId="{BB8D5990-FCD7-4FB1-9B62-040D5D2654D2}"/>
    <dgm:cxn modelId="{F3D45A2E-9117-4CF1-90E1-2EDA0CC14B9F}" type="presOf" srcId="{FD4DD0FD-134F-4F91-BA45-0994883A9F04}" destId="{8DDC69F4-3ADF-4A98-9EC7-7889655A565F}" srcOrd="0" destOrd="2" presId="urn:microsoft.com/office/officeart/2005/8/layout/vList2"/>
    <dgm:cxn modelId="{72B5B030-E1B8-4B19-A910-3C454BCEBBA8}" srcId="{F117555E-976F-4FAD-A7EC-2A29D52BC26C}" destId="{21A19BA1-FE71-46DB-B2F3-783B99CF7B4B}" srcOrd="1" destOrd="0" parTransId="{270F3EEA-FA02-4B5E-8D89-C8D367857B92}" sibTransId="{6FB454D3-CBCF-4EAA-BA6F-8EA31FC69B69}"/>
    <dgm:cxn modelId="{C3575232-33E0-40C6-A192-102EF456A880}" srcId="{693C5E43-BC55-426E-8770-1E46A9ED7F5F}" destId="{CCBCAF22-9C6B-4C00-8B80-6646B2B4D6B7}" srcOrd="0" destOrd="0" parTransId="{46586700-4929-4DCE-ACEA-5E2E003E26AD}" sibTransId="{A035E40A-47A7-444E-B906-07EE58A97D99}"/>
    <dgm:cxn modelId="{8A9DF650-5CE4-40C0-A904-45F5F0F7FD81}" type="presOf" srcId="{CCBCAF22-9C6B-4C00-8B80-6646B2B4D6B7}" destId="{B4C8FEA2-3F78-4470-AC52-99664231B9C4}" srcOrd="0" destOrd="0" presId="urn:microsoft.com/office/officeart/2005/8/layout/vList2"/>
    <dgm:cxn modelId="{0F2DC353-ABE0-4C8C-8F59-3DD8757EAEA0}" type="presOf" srcId="{21A19BA1-FE71-46DB-B2F3-783B99CF7B4B}" destId="{8DDC69F4-3ADF-4A98-9EC7-7889655A565F}" srcOrd="0" destOrd="1" presId="urn:microsoft.com/office/officeart/2005/8/layout/vList2"/>
    <dgm:cxn modelId="{F6C8BE8C-6C3F-4182-913B-965549D62CEC}" type="presOf" srcId="{FFC297D2-3E16-427D-AF04-20E4A4222693}" destId="{8DDC69F4-3ADF-4A98-9EC7-7889655A565F}" srcOrd="0" destOrd="0" presId="urn:microsoft.com/office/officeart/2005/8/layout/vList2"/>
    <dgm:cxn modelId="{BF472C94-EA96-4370-A1DD-28B722D62D1F}" srcId="{F117555E-976F-4FAD-A7EC-2A29D52BC26C}" destId="{FFC297D2-3E16-427D-AF04-20E4A4222693}" srcOrd="0" destOrd="0" parTransId="{48AFE4B3-A815-4F9C-A8D1-C949D847EB61}" sibTransId="{7F91DEB0-D4C4-4B82-AA84-941CCC0D1C80}"/>
    <dgm:cxn modelId="{2829FF9B-81D3-4401-A922-E47062ADF9B1}" type="presOf" srcId="{F117555E-976F-4FAD-A7EC-2A29D52BC26C}" destId="{D659DB6F-0313-44FE-A5DD-7DD13009D2F8}" srcOrd="0" destOrd="0" presId="urn:microsoft.com/office/officeart/2005/8/layout/vList2"/>
    <dgm:cxn modelId="{006F6EB9-683D-4E68-B096-3CC10C60C652}" srcId="{CCBCAF22-9C6B-4C00-8B80-6646B2B4D6B7}" destId="{C44C2C8B-2A29-46B4-A9C3-BABB18A62116}" srcOrd="0" destOrd="0" parTransId="{46C468DD-F3B8-40A5-88F2-C618B0800246}" sibTransId="{95107C0F-07B1-4F0C-A166-8EFE96B95952}"/>
    <dgm:cxn modelId="{F0743FC9-1D54-4B48-B64F-00811F075615}" type="presOf" srcId="{693C5E43-BC55-426E-8770-1E46A9ED7F5F}" destId="{BC41F66D-02DF-42D5-BEC8-3F09985D6F0F}" srcOrd="0" destOrd="0" presId="urn:microsoft.com/office/officeart/2005/8/layout/vList2"/>
    <dgm:cxn modelId="{BB72C4D5-4191-4056-A274-19B672B27761}" type="presOf" srcId="{4FE25264-9B24-4AE3-BF6C-428F29A35337}" destId="{61899DBE-9BA9-45F9-B393-AC8DCA760B4F}" srcOrd="0" destOrd="1" presId="urn:microsoft.com/office/officeart/2005/8/layout/vList2"/>
    <dgm:cxn modelId="{F25ABFD9-6A84-405C-B3C5-227D3FE47B2E}" type="presOf" srcId="{C44C2C8B-2A29-46B4-A9C3-BABB18A62116}" destId="{61899DBE-9BA9-45F9-B393-AC8DCA760B4F}" srcOrd="0" destOrd="0" presId="urn:microsoft.com/office/officeart/2005/8/layout/vList2"/>
    <dgm:cxn modelId="{2C4743E9-F3C4-4AC8-B274-CBC0E5EA36D4}" srcId="{693C5E43-BC55-426E-8770-1E46A9ED7F5F}" destId="{F117555E-976F-4FAD-A7EC-2A29D52BC26C}" srcOrd="1" destOrd="0" parTransId="{F67AF6B5-92E9-4F5E-8E00-4AB5E238EF8F}" sibTransId="{E37C003D-C49F-48EE-A878-CCCEA1D9F2B3}"/>
    <dgm:cxn modelId="{FDA9FDFC-964F-44D6-B416-AF12191357C0}" srcId="{CCBCAF22-9C6B-4C00-8B80-6646B2B4D6B7}" destId="{4FE25264-9B24-4AE3-BF6C-428F29A35337}" srcOrd="1" destOrd="0" parTransId="{0F9B7F89-7869-4200-A5A2-DB1480E6B2E0}" sibTransId="{224A1877-25DA-4987-8352-0B9563B2B643}"/>
    <dgm:cxn modelId="{5710BA88-53AF-4FC4-8F2D-B44C58EF8687}" type="presParOf" srcId="{BC41F66D-02DF-42D5-BEC8-3F09985D6F0F}" destId="{B4C8FEA2-3F78-4470-AC52-99664231B9C4}" srcOrd="0" destOrd="0" presId="urn:microsoft.com/office/officeart/2005/8/layout/vList2"/>
    <dgm:cxn modelId="{9C81BC8B-EDEC-4C3C-84E9-28EB58793F2E}" type="presParOf" srcId="{BC41F66D-02DF-42D5-BEC8-3F09985D6F0F}" destId="{61899DBE-9BA9-45F9-B393-AC8DCA760B4F}" srcOrd="1" destOrd="0" presId="urn:microsoft.com/office/officeart/2005/8/layout/vList2"/>
    <dgm:cxn modelId="{5828606A-8C23-4991-9045-1CF3CA13866F}" type="presParOf" srcId="{BC41F66D-02DF-42D5-BEC8-3F09985D6F0F}" destId="{D659DB6F-0313-44FE-A5DD-7DD13009D2F8}" srcOrd="2" destOrd="0" presId="urn:microsoft.com/office/officeart/2005/8/layout/vList2"/>
    <dgm:cxn modelId="{42B7010A-18E2-4AE6-84FA-EC57B9D3DEC4}" type="presParOf" srcId="{BC41F66D-02DF-42D5-BEC8-3F09985D6F0F}" destId="{8DDC69F4-3ADF-4A98-9EC7-7889655A565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3CBCEC-F369-484C-99B7-E5EC6AA1008B}"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45B9E7F8-A7CF-44E1-A429-00EFBCEBFFB2}">
      <dgm:prSet/>
      <dgm:spPr/>
      <dgm:t>
        <a:bodyPr/>
        <a:lstStyle/>
        <a:p>
          <a:r>
            <a:rPr lang="en-US" b="1"/>
            <a:t>Most widely used measure of similarity</a:t>
          </a:r>
          <a:r>
            <a:rPr lang="en-US"/>
            <a:t>, with higher values representing greater dissimilarity (distance between cases), not similarity.</a:t>
          </a:r>
        </a:p>
      </dgm:t>
    </dgm:pt>
    <dgm:pt modelId="{7F11DBE3-076E-42A2-9610-2141169473FF}" type="parTrans" cxnId="{C5394330-7D18-4B9B-A872-04ED06D0EA7C}">
      <dgm:prSet/>
      <dgm:spPr/>
      <dgm:t>
        <a:bodyPr/>
        <a:lstStyle/>
        <a:p>
          <a:endParaRPr lang="en-US"/>
        </a:p>
      </dgm:t>
    </dgm:pt>
    <dgm:pt modelId="{AF6A7A53-F249-4BAA-9155-B89700D8B5BA}" type="sibTrans" cxnId="{C5394330-7D18-4B9B-A872-04ED06D0EA7C}">
      <dgm:prSet/>
      <dgm:spPr/>
      <dgm:t>
        <a:bodyPr/>
        <a:lstStyle/>
        <a:p>
          <a:endParaRPr lang="en-US"/>
        </a:p>
      </dgm:t>
    </dgm:pt>
    <dgm:pt modelId="{9CCA2894-73AE-4492-8CE4-153EF9D85E09}">
      <dgm:prSet/>
      <dgm:spPr/>
      <dgm:t>
        <a:bodyPr/>
        <a:lstStyle/>
        <a:p>
          <a:r>
            <a:rPr lang="en-US" b="1"/>
            <a:t>Many different distance measures</a:t>
          </a:r>
          <a:r>
            <a:rPr lang="en-US"/>
            <a:t>, most common are:</a:t>
          </a:r>
        </a:p>
      </dgm:t>
    </dgm:pt>
    <dgm:pt modelId="{B4A6CDA7-443F-4F4F-8EBB-2B7134A4FD14}" type="parTrans" cxnId="{BD4EF771-FB47-49BC-A71E-5DFE2A6C0AF8}">
      <dgm:prSet/>
      <dgm:spPr/>
      <dgm:t>
        <a:bodyPr/>
        <a:lstStyle/>
        <a:p>
          <a:endParaRPr lang="en-US"/>
        </a:p>
      </dgm:t>
    </dgm:pt>
    <dgm:pt modelId="{E54A562D-A082-4CA6-A11B-6ABB3FD9556D}" type="sibTrans" cxnId="{BD4EF771-FB47-49BC-A71E-5DFE2A6C0AF8}">
      <dgm:prSet/>
      <dgm:spPr/>
      <dgm:t>
        <a:bodyPr/>
        <a:lstStyle/>
        <a:p>
          <a:endParaRPr lang="en-US"/>
        </a:p>
      </dgm:t>
    </dgm:pt>
    <dgm:pt modelId="{F1EBB206-3E59-45C2-8566-FB89B7EEE9CC}">
      <dgm:prSet/>
      <dgm:spPr/>
      <dgm:t>
        <a:bodyPr/>
        <a:lstStyle/>
        <a:p>
          <a:r>
            <a:rPr lang="en-US" u="sng"/>
            <a:t>Euclidean (straight line) distance</a:t>
          </a:r>
          <a:r>
            <a:rPr lang="en-US"/>
            <a:t> is the most common measure of distance.  </a:t>
          </a:r>
        </a:p>
      </dgm:t>
    </dgm:pt>
    <dgm:pt modelId="{02D8E39B-2778-4EF6-AF0F-2A04D0CC0EAC}" type="parTrans" cxnId="{FD67C8AF-0E59-4082-B19A-D4C5D539F6BB}">
      <dgm:prSet/>
      <dgm:spPr/>
      <dgm:t>
        <a:bodyPr/>
        <a:lstStyle/>
        <a:p>
          <a:endParaRPr lang="en-US"/>
        </a:p>
      </dgm:t>
    </dgm:pt>
    <dgm:pt modelId="{C1FEF9C7-7E4C-4265-BBA4-17930E040D17}" type="sibTrans" cxnId="{FD67C8AF-0E59-4082-B19A-D4C5D539F6BB}">
      <dgm:prSet/>
      <dgm:spPr/>
      <dgm:t>
        <a:bodyPr/>
        <a:lstStyle/>
        <a:p>
          <a:endParaRPr lang="en-US"/>
        </a:p>
      </dgm:t>
    </dgm:pt>
    <dgm:pt modelId="{83E7D205-768E-415B-8428-6E0877595C41}">
      <dgm:prSet/>
      <dgm:spPr/>
      <dgm:t>
        <a:bodyPr/>
        <a:lstStyle/>
        <a:p>
          <a:r>
            <a:rPr lang="en-US" u="sng"/>
            <a:t>Squared Euclidean distance</a:t>
          </a:r>
          <a:r>
            <a:rPr lang="en-US"/>
            <a:t> is the sum of squared distances and is the recommended measure for the centroid and Ward’s methods of clustering.</a:t>
          </a:r>
        </a:p>
      </dgm:t>
    </dgm:pt>
    <dgm:pt modelId="{6563C0BA-2DF1-443A-9E1C-CB5712F9C725}" type="parTrans" cxnId="{4F23649D-D0A1-4111-A322-BFDE0BE073DA}">
      <dgm:prSet/>
      <dgm:spPr/>
      <dgm:t>
        <a:bodyPr/>
        <a:lstStyle/>
        <a:p>
          <a:endParaRPr lang="en-US"/>
        </a:p>
      </dgm:t>
    </dgm:pt>
    <dgm:pt modelId="{36488B81-AFDD-4EC5-82BB-45D5EA04BAB2}" type="sibTrans" cxnId="{4F23649D-D0A1-4111-A322-BFDE0BE073DA}">
      <dgm:prSet/>
      <dgm:spPr/>
      <dgm:t>
        <a:bodyPr/>
        <a:lstStyle/>
        <a:p>
          <a:endParaRPr lang="en-US"/>
        </a:p>
      </dgm:t>
    </dgm:pt>
    <dgm:pt modelId="{185E0DDE-9E12-4E48-B23B-C9A82DD4D10A}">
      <dgm:prSet/>
      <dgm:spPr/>
      <dgm:t>
        <a:bodyPr/>
        <a:lstStyle/>
        <a:p>
          <a:r>
            <a:rPr lang="en-US"/>
            <a:t>Given the sensitivity of some procedures to the similarity measure used, the researcher </a:t>
          </a:r>
          <a:r>
            <a:rPr lang="en-US" u="sng"/>
            <a:t>should employ several distance measures</a:t>
          </a:r>
          <a:r>
            <a:rPr lang="en-US"/>
            <a:t> and compare the results from each with other results or theoretical/known patterns.</a:t>
          </a:r>
        </a:p>
      </dgm:t>
    </dgm:pt>
    <dgm:pt modelId="{E848C8B3-00A8-48A4-A0D9-BE09ADFD65F8}" type="parTrans" cxnId="{EC199857-C5C9-42ED-BC36-BEBC0A075A3A}">
      <dgm:prSet/>
      <dgm:spPr/>
      <dgm:t>
        <a:bodyPr/>
        <a:lstStyle/>
        <a:p>
          <a:endParaRPr lang="en-US"/>
        </a:p>
      </dgm:t>
    </dgm:pt>
    <dgm:pt modelId="{894ADB43-8667-456F-815F-FDE177DDBE24}" type="sibTrans" cxnId="{EC199857-C5C9-42ED-BC36-BEBC0A075A3A}">
      <dgm:prSet/>
      <dgm:spPr/>
      <dgm:t>
        <a:bodyPr/>
        <a:lstStyle/>
        <a:p>
          <a:endParaRPr lang="en-US"/>
        </a:p>
      </dgm:t>
    </dgm:pt>
    <dgm:pt modelId="{6DB8C5A7-012F-4D09-9EF0-1ACC6241B1D9}" type="pres">
      <dgm:prSet presAssocID="{C13CBCEC-F369-484C-99B7-E5EC6AA1008B}" presName="Name0" presStyleCnt="0">
        <dgm:presLayoutVars>
          <dgm:dir/>
          <dgm:animLvl val="lvl"/>
          <dgm:resizeHandles val="exact"/>
        </dgm:presLayoutVars>
      </dgm:prSet>
      <dgm:spPr/>
    </dgm:pt>
    <dgm:pt modelId="{31EA63A1-E240-45DF-8BAF-F6DA29A03AC0}" type="pres">
      <dgm:prSet presAssocID="{185E0DDE-9E12-4E48-B23B-C9A82DD4D10A}" presName="boxAndChildren" presStyleCnt="0"/>
      <dgm:spPr/>
    </dgm:pt>
    <dgm:pt modelId="{C6D91802-84EB-4D44-AEF8-F4D12172EEFE}" type="pres">
      <dgm:prSet presAssocID="{185E0DDE-9E12-4E48-B23B-C9A82DD4D10A}" presName="parentTextBox" presStyleLbl="node1" presStyleIdx="0" presStyleCnt="3"/>
      <dgm:spPr/>
    </dgm:pt>
    <dgm:pt modelId="{CD4DDE98-387B-4F2F-9DBF-ABCB2DC1CB8F}" type="pres">
      <dgm:prSet presAssocID="{E54A562D-A082-4CA6-A11B-6ABB3FD9556D}" presName="sp" presStyleCnt="0"/>
      <dgm:spPr/>
    </dgm:pt>
    <dgm:pt modelId="{3650C79A-D75E-47A0-B1BB-060BBE167F9D}" type="pres">
      <dgm:prSet presAssocID="{9CCA2894-73AE-4492-8CE4-153EF9D85E09}" presName="arrowAndChildren" presStyleCnt="0"/>
      <dgm:spPr/>
    </dgm:pt>
    <dgm:pt modelId="{D6E45E8B-D4C3-41F4-8E31-DD69454B1ED7}" type="pres">
      <dgm:prSet presAssocID="{9CCA2894-73AE-4492-8CE4-153EF9D85E09}" presName="parentTextArrow" presStyleLbl="node1" presStyleIdx="0" presStyleCnt="3"/>
      <dgm:spPr/>
    </dgm:pt>
    <dgm:pt modelId="{543A5197-688E-44BC-9713-5A156D3A746C}" type="pres">
      <dgm:prSet presAssocID="{9CCA2894-73AE-4492-8CE4-153EF9D85E09}" presName="arrow" presStyleLbl="node1" presStyleIdx="1" presStyleCnt="3"/>
      <dgm:spPr/>
    </dgm:pt>
    <dgm:pt modelId="{8535DA88-BE2D-4C8D-8718-E09502BF89CF}" type="pres">
      <dgm:prSet presAssocID="{9CCA2894-73AE-4492-8CE4-153EF9D85E09}" presName="descendantArrow" presStyleCnt="0"/>
      <dgm:spPr/>
    </dgm:pt>
    <dgm:pt modelId="{59F5B956-394B-4457-A9F6-670EC775C391}" type="pres">
      <dgm:prSet presAssocID="{F1EBB206-3E59-45C2-8566-FB89B7EEE9CC}" presName="childTextArrow" presStyleLbl="fgAccFollowNode1" presStyleIdx="0" presStyleCnt="2">
        <dgm:presLayoutVars>
          <dgm:bulletEnabled val="1"/>
        </dgm:presLayoutVars>
      </dgm:prSet>
      <dgm:spPr/>
    </dgm:pt>
    <dgm:pt modelId="{9474FBCD-A667-41C8-8F90-C9A72766D1D9}" type="pres">
      <dgm:prSet presAssocID="{83E7D205-768E-415B-8428-6E0877595C41}" presName="childTextArrow" presStyleLbl="fgAccFollowNode1" presStyleIdx="1" presStyleCnt="2">
        <dgm:presLayoutVars>
          <dgm:bulletEnabled val="1"/>
        </dgm:presLayoutVars>
      </dgm:prSet>
      <dgm:spPr/>
    </dgm:pt>
    <dgm:pt modelId="{07BD8E2D-4338-40DA-861A-F15F0ECECC31}" type="pres">
      <dgm:prSet presAssocID="{AF6A7A53-F249-4BAA-9155-B89700D8B5BA}" presName="sp" presStyleCnt="0"/>
      <dgm:spPr/>
    </dgm:pt>
    <dgm:pt modelId="{AD3A9921-18E0-4BC1-9B24-3CC821B077B8}" type="pres">
      <dgm:prSet presAssocID="{45B9E7F8-A7CF-44E1-A429-00EFBCEBFFB2}" presName="arrowAndChildren" presStyleCnt="0"/>
      <dgm:spPr/>
    </dgm:pt>
    <dgm:pt modelId="{3006BF7A-B0A6-4BA7-BD6C-9D8A3E2319D6}" type="pres">
      <dgm:prSet presAssocID="{45B9E7F8-A7CF-44E1-A429-00EFBCEBFFB2}" presName="parentTextArrow" presStyleLbl="node1" presStyleIdx="2" presStyleCnt="3"/>
      <dgm:spPr/>
    </dgm:pt>
  </dgm:ptLst>
  <dgm:cxnLst>
    <dgm:cxn modelId="{4BFA6123-B63E-4D7D-8347-B57D7B96E2BC}" type="presOf" srcId="{9CCA2894-73AE-4492-8CE4-153EF9D85E09}" destId="{543A5197-688E-44BC-9713-5A156D3A746C}" srcOrd="1" destOrd="0" presId="urn:microsoft.com/office/officeart/2005/8/layout/process4"/>
    <dgm:cxn modelId="{6615B02B-359D-43BF-8CEB-7CB20E3357DE}" type="presOf" srcId="{9CCA2894-73AE-4492-8CE4-153EF9D85E09}" destId="{D6E45E8B-D4C3-41F4-8E31-DD69454B1ED7}" srcOrd="0" destOrd="0" presId="urn:microsoft.com/office/officeart/2005/8/layout/process4"/>
    <dgm:cxn modelId="{C5394330-7D18-4B9B-A872-04ED06D0EA7C}" srcId="{C13CBCEC-F369-484C-99B7-E5EC6AA1008B}" destId="{45B9E7F8-A7CF-44E1-A429-00EFBCEBFFB2}" srcOrd="0" destOrd="0" parTransId="{7F11DBE3-076E-42A2-9610-2141169473FF}" sibTransId="{AF6A7A53-F249-4BAA-9155-B89700D8B5BA}"/>
    <dgm:cxn modelId="{DB8F0443-51CA-46D7-8D4F-201494568F68}" type="presOf" srcId="{185E0DDE-9E12-4E48-B23B-C9A82DD4D10A}" destId="{C6D91802-84EB-4D44-AEF8-F4D12172EEFE}" srcOrd="0" destOrd="0" presId="urn:microsoft.com/office/officeart/2005/8/layout/process4"/>
    <dgm:cxn modelId="{BD4EF771-FB47-49BC-A71E-5DFE2A6C0AF8}" srcId="{C13CBCEC-F369-484C-99B7-E5EC6AA1008B}" destId="{9CCA2894-73AE-4492-8CE4-153EF9D85E09}" srcOrd="1" destOrd="0" parTransId="{B4A6CDA7-443F-4F4F-8EBB-2B7134A4FD14}" sibTransId="{E54A562D-A082-4CA6-A11B-6ABB3FD9556D}"/>
    <dgm:cxn modelId="{EC199857-C5C9-42ED-BC36-BEBC0A075A3A}" srcId="{C13CBCEC-F369-484C-99B7-E5EC6AA1008B}" destId="{185E0DDE-9E12-4E48-B23B-C9A82DD4D10A}" srcOrd="2" destOrd="0" parTransId="{E848C8B3-00A8-48A4-A0D9-BE09ADFD65F8}" sibTransId="{894ADB43-8667-456F-815F-FDE177DDBE24}"/>
    <dgm:cxn modelId="{BF271689-5933-495D-ACCB-3CFDD2CDABFF}" type="presOf" srcId="{C13CBCEC-F369-484C-99B7-E5EC6AA1008B}" destId="{6DB8C5A7-012F-4D09-9EF0-1ACC6241B1D9}" srcOrd="0" destOrd="0" presId="urn:microsoft.com/office/officeart/2005/8/layout/process4"/>
    <dgm:cxn modelId="{D1604593-33E5-4267-80F7-12AC1F477CA5}" type="presOf" srcId="{45B9E7F8-A7CF-44E1-A429-00EFBCEBFFB2}" destId="{3006BF7A-B0A6-4BA7-BD6C-9D8A3E2319D6}" srcOrd="0" destOrd="0" presId="urn:microsoft.com/office/officeart/2005/8/layout/process4"/>
    <dgm:cxn modelId="{4F23649D-D0A1-4111-A322-BFDE0BE073DA}" srcId="{9CCA2894-73AE-4492-8CE4-153EF9D85E09}" destId="{83E7D205-768E-415B-8428-6E0877595C41}" srcOrd="1" destOrd="0" parTransId="{6563C0BA-2DF1-443A-9E1C-CB5712F9C725}" sibTransId="{36488B81-AFDD-4EC5-82BB-45D5EA04BAB2}"/>
    <dgm:cxn modelId="{FD67C8AF-0E59-4082-B19A-D4C5D539F6BB}" srcId="{9CCA2894-73AE-4492-8CE4-153EF9D85E09}" destId="{F1EBB206-3E59-45C2-8566-FB89B7EEE9CC}" srcOrd="0" destOrd="0" parTransId="{02D8E39B-2778-4EF6-AF0F-2A04D0CC0EAC}" sibTransId="{C1FEF9C7-7E4C-4265-BBA4-17930E040D17}"/>
    <dgm:cxn modelId="{DD9DA6B2-F9E5-4B5D-B1B4-EAA120F1A5C6}" type="presOf" srcId="{83E7D205-768E-415B-8428-6E0877595C41}" destId="{9474FBCD-A667-41C8-8F90-C9A72766D1D9}" srcOrd="0" destOrd="0" presId="urn:microsoft.com/office/officeart/2005/8/layout/process4"/>
    <dgm:cxn modelId="{7904BDF7-9974-4BB2-86DD-FA898E7342DB}" type="presOf" srcId="{F1EBB206-3E59-45C2-8566-FB89B7EEE9CC}" destId="{59F5B956-394B-4457-A9F6-670EC775C391}" srcOrd="0" destOrd="0" presId="urn:microsoft.com/office/officeart/2005/8/layout/process4"/>
    <dgm:cxn modelId="{B70E686B-93BD-4B10-A172-DA831590E511}" type="presParOf" srcId="{6DB8C5A7-012F-4D09-9EF0-1ACC6241B1D9}" destId="{31EA63A1-E240-45DF-8BAF-F6DA29A03AC0}" srcOrd="0" destOrd="0" presId="urn:microsoft.com/office/officeart/2005/8/layout/process4"/>
    <dgm:cxn modelId="{C8A0C3C4-E1ED-4D83-8AB5-905D2FCBC22D}" type="presParOf" srcId="{31EA63A1-E240-45DF-8BAF-F6DA29A03AC0}" destId="{C6D91802-84EB-4D44-AEF8-F4D12172EEFE}" srcOrd="0" destOrd="0" presId="urn:microsoft.com/office/officeart/2005/8/layout/process4"/>
    <dgm:cxn modelId="{92822CEF-A222-47E8-8538-7DE92C0711FC}" type="presParOf" srcId="{6DB8C5A7-012F-4D09-9EF0-1ACC6241B1D9}" destId="{CD4DDE98-387B-4F2F-9DBF-ABCB2DC1CB8F}" srcOrd="1" destOrd="0" presId="urn:microsoft.com/office/officeart/2005/8/layout/process4"/>
    <dgm:cxn modelId="{E2C3A408-3B05-4F7B-A69B-18DA2B5D9F08}" type="presParOf" srcId="{6DB8C5A7-012F-4D09-9EF0-1ACC6241B1D9}" destId="{3650C79A-D75E-47A0-B1BB-060BBE167F9D}" srcOrd="2" destOrd="0" presId="urn:microsoft.com/office/officeart/2005/8/layout/process4"/>
    <dgm:cxn modelId="{1E949622-F85A-446F-B8B7-AA9E45B2FBEE}" type="presParOf" srcId="{3650C79A-D75E-47A0-B1BB-060BBE167F9D}" destId="{D6E45E8B-D4C3-41F4-8E31-DD69454B1ED7}" srcOrd="0" destOrd="0" presId="urn:microsoft.com/office/officeart/2005/8/layout/process4"/>
    <dgm:cxn modelId="{43E10E2F-41BE-437C-98BD-3C5D0EED3C82}" type="presParOf" srcId="{3650C79A-D75E-47A0-B1BB-060BBE167F9D}" destId="{543A5197-688E-44BC-9713-5A156D3A746C}" srcOrd="1" destOrd="0" presId="urn:microsoft.com/office/officeart/2005/8/layout/process4"/>
    <dgm:cxn modelId="{E37C06DF-50DA-4BD4-8616-8FDEC33C895C}" type="presParOf" srcId="{3650C79A-D75E-47A0-B1BB-060BBE167F9D}" destId="{8535DA88-BE2D-4C8D-8718-E09502BF89CF}" srcOrd="2" destOrd="0" presId="urn:microsoft.com/office/officeart/2005/8/layout/process4"/>
    <dgm:cxn modelId="{34BF35A5-9D4C-4A62-9F0C-E0EEB357B21B}" type="presParOf" srcId="{8535DA88-BE2D-4C8D-8718-E09502BF89CF}" destId="{59F5B956-394B-4457-A9F6-670EC775C391}" srcOrd="0" destOrd="0" presId="urn:microsoft.com/office/officeart/2005/8/layout/process4"/>
    <dgm:cxn modelId="{31CBCB94-330A-4C85-8ABE-6B46C0B81D57}" type="presParOf" srcId="{8535DA88-BE2D-4C8D-8718-E09502BF89CF}" destId="{9474FBCD-A667-41C8-8F90-C9A72766D1D9}" srcOrd="1" destOrd="0" presId="urn:microsoft.com/office/officeart/2005/8/layout/process4"/>
    <dgm:cxn modelId="{0F271389-D53B-4712-AC3C-851560C4EC0B}" type="presParOf" srcId="{6DB8C5A7-012F-4D09-9EF0-1ACC6241B1D9}" destId="{07BD8E2D-4338-40DA-861A-F15F0ECECC31}" srcOrd="3" destOrd="0" presId="urn:microsoft.com/office/officeart/2005/8/layout/process4"/>
    <dgm:cxn modelId="{16E97397-D591-45FC-9A15-20DB688AA028}" type="presParOf" srcId="{6DB8C5A7-012F-4D09-9EF0-1ACC6241B1D9}" destId="{AD3A9921-18E0-4BC1-9B24-3CC821B077B8}" srcOrd="4" destOrd="0" presId="urn:microsoft.com/office/officeart/2005/8/layout/process4"/>
    <dgm:cxn modelId="{516282D5-2BD4-467C-80B3-D7292C51525C}" type="presParOf" srcId="{AD3A9921-18E0-4BC1-9B24-3CC821B077B8}" destId="{3006BF7A-B0A6-4BA7-BD6C-9D8A3E2319D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C5EF01-B651-4A97-ACBC-BAB5409EB89D}"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0C24A53C-832E-476C-ACC1-B61BD257400A}">
      <dgm:prSet/>
      <dgm:spPr/>
      <dgm:t>
        <a:bodyPr/>
        <a:lstStyle/>
        <a:p>
          <a:r>
            <a:rPr lang="en-US"/>
            <a:t>Clustering variables </a:t>
          </a:r>
          <a:r>
            <a:rPr lang="en-US" b="1"/>
            <a:t>should be standardized </a:t>
          </a:r>
          <a:r>
            <a:rPr lang="en-US"/>
            <a:t>whenever possible to avoid problems resulting from the </a:t>
          </a:r>
          <a:r>
            <a:rPr lang="en-US" u="sng"/>
            <a:t>use of different scale values among clustering variables</a:t>
          </a:r>
          <a:r>
            <a:rPr lang="en-US"/>
            <a:t>.</a:t>
          </a:r>
        </a:p>
      </dgm:t>
    </dgm:pt>
    <dgm:pt modelId="{E18DD4D0-2ED3-4430-921E-8A0ED8B94002}" type="parTrans" cxnId="{294BF709-7E40-46EB-8500-B2DA1AA8A2EB}">
      <dgm:prSet/>
      <dgm:spPr/>
      <dgm:t>
        <a:bodyPr/>
        <a:lstStyle/>
        <a:p>
          <a:endParaRPr lang="en-US"/>
        </a:p>
      </dgm:t>
    </dgm:pt>
    <dgm:pt modelId="{D1B7B139-B8F1-47BD-9B8F-8E074E8DFA5B}" type="sibTrans" cxnId="{294BF709-7E40-46EB-8500-B2DA1AA8A2EB}">
      <dgm:prSet/>
      <dgm:spPr/>
      <dgm:t>
        <a:bodyPr/>
        <a:lstStyle/>
        <a:p>
          <a:endParaRPr lang="en-US"/>
        </a:p>
      </dgm:t>
    </dgm:pt>
    <dgm:pt modelId="{E2312DD0-9B0A-40D8-A993-56C1B4693B3B}">
      <dgm:prSet/>
      <dgm:spPr/>
      <dgm:t>
        <a:bodyPr/>
        <a:lstStyle/>
        <a:p>
          <a:r>
            <a:rPr lang="en-US" b="1"/>
            <a:t>Two approaches to standardization</a:t>
          </a:r>
          <a:endParaRPr lang="en-US"/>
        </a:p>
      </dgm:t>
    </dgm:pt>
    <dgm:pt modelId="{56EEB58D-2143-404F-A024-73C54EF46738}" type="parTrans" cxnId="{EA0D3F3A-227E-4BC8-94B6-AD840AF7AF39}">
      <dgm:prSet/>
      <dgm:spPr/>
      <dgm:t>
        <a:bodyPr/>
        <a:lstStyle/>
        <a:p>
          <a:endParaRPr lang="en-US"/>
        </a:p>
      </dgm:t>
    </dgm:pt>
    <dgm:pt modelId="{77124129-3D46-48AA-8236-3E0B903FA688}" type="sibTrans" cxnId="{EA0D3F3A-227E-4BC8-94B6-AD840AF7AF39}">
      <dgm:prSet/>
      <dgm:spPr/>
      <dgm:t>
        <a:bodyPr/>
        <a:lstStyle/>
        <a:p>
          <a:endParaRPr lang="en-US"/>
        </a:p>
      </dgm:t>
    </dgm:pt>
    <dgm:pt modelId="{586AB120-5E6E-4F52-8F0A-18133214EBDE}">
      <dgm:prSet/>
      <dgm:spPr/>
      <dgm:t>
        <a:bodyPr/>
        <a:lstStyle/>
        <a:p>
          <a:r>
            <a:rPr lang="en-US" u="sng"/>
            <a:t>Relative to other cases</a:t>
          </a:r>
          <a:r>
            <a:rPr lang="en-US"/>
            <a:t>:</a:t>
          </a:r>
        </a:p>
      </dgm:t>
    </dgm:pt>
    <dgm:pt modelId="{B70D0CE6-788A-4A30-B84A-62B0CA125606}" type="parTrans" cxnId="{EF2489C2-7499-4E27-8E4B-987FE90876EB}">
      <dgm:prSet/>
      <dgm:spPr/>
      <dgm:t>
        <a:bodyPr/>
        <a:lstStyle/>
        <a:p>
          <a:endParaRPr lang="en-US"/>
        </a:p>
      </dgm:t>
    </dgm:pt>
    <dgm:pt modelId="{4F8C7175-C191-41CB-884B-F01AA96D763E}" type="sibTrans" cxnId="{EF2489C2-7499-4E27-8E4B-987FE90876EB}">
      <dgm:prSet/>
      <dgm:spPr/>
      <dgm:t>
        <a:bodyPr/>
        <a:lstStyle/>
        <a:p>
          <a:endParaRPr lang="en-US"/>
        </a:p>
      </dgm:t>
    </dgm:pt>
    <dgm:pt modelId="{B1151FB6-3140-4220-9EDA-A3BD35B31EEB}">
      <dgm:prSet/>
      <dgm:spPr/>
      <dgm:t>
        <a:bodyPr/>
        <a:lstStyle/>
        <a:p>
          <a:r>
            <a:rPr lang="en-US"/>
            <a:t>most common standardization is Z scores.</a:t>
          </a:r>
        </a:p>
      </dgm:t>
    </dgm:pt>
    <dgm:pt modelId="{5F1D13BC-3377-47A9-9547-4904379D9648}" type="parTrans" cxnId="{56608338-F0D8-4601-AF62-DD39190EF551}">
      <dgm:prSet/>
      <dgm:spPr/>
      <dgm:t>
        <a:bodyPr/>
        <a:lstStyle/>
        <a:p>
          <a:endParaRPr lang="en-US"/>
        </a:p>
      </dgm:t>
    </dgm:pt>
    <dgm:pt modelId="{A54B31E3-3D14-4786-B69D-6513E531E5D5}" type="sibTrans" cxnId="{56608338-F0D8-4601-AF62-DD39190EF551}">
      <dgm:prSet/>
      <dgm:spPr/>
      <dgm:t>
        <a:bodyPr/>
        <a:lstStyle/>
        <a:p>
          <a:endParaRPr lang="en-US"/>
        </a:p>
      </dgm:t>
    </dgm:pt>
    <dgm:pt modelId="{7DCB9055-E4EE-424B-8CE6-1BD92B17F8F7}">
      <dgm:prSet/>
      <dgm:spPr/>
      <dgm:t>
        <a:bodyPr/>
        <a:lstStyle/>
        <a:p>
          <a:r>
            <a:rPr lang="en-US" u="sng"/>
            <a:t>Relative to other responses within an object</a:t>
          </a:r>
          <a:endParaRPr lang="en-US"/>
        </a:p>
      </dgm:t>
    </dgm:pt>
    <dgm:pt modelId="{2D320E8E-8F60-4486-9886-60050C430CF7}" type="parTrans" cxnId="{19D9213F-48DC-4357-8538-1AD1429DCAD6}">
      <dgm:prSet/>
      <dgm:spPr/>
      <dgm:t>
        <a:bodyPr/>
        <a:lstStyle/>
        <a:p>
          <a:endParaRPr lang="en-US"/>
        </a:p>
      </dgm:t>
    </dgm:pt>
    <dgm:pt modelId="{012F2D44-4DE9-4BDB-8F83-CA10D27D076A}" type="sibTrans" cxnId="{19D9213F-48DC-4357-8538-1AD1429DCAD6}">
      <dgm:prSet/>
      <dgm:spPr/>
      <dgm:t>
        <a:bodyPr/>
        <a:lstStyle/>
        <a:p>
          <a:endParaRPr lang="en-US"/>
        </a:p>
      </dgm:t>
    </dgm:pt>
    <dgm:pt modelId="{57E8F3D2-590F-4A9C-B2E7-A2DC8F5EF4D6}">
      <dgm:prSet/>
      <dgm:spPr/>
      <dgm:t>
        <a:bodyPr/>
        <a:lstStyle/>
        <a:p>
          <a:r>
            <a:rPr lang="en-US"/>
            <a:t>If groups are to be identified according to an individual’s response style, then within-case or row-centering standardization is appropriate.</a:t>
          </a:r>
        </a:p>
      </dgm:t>
    </dgm:pt>
    <dgm:pt modelId="{D021D59D-413D-4A15-B378-167869AFA377}" type="parTrans" cxnId="{68C1301C-8625-4975-95A6-90DB4F6B1F6E}">
      <dgm:prSet/>
      <dgm:spPr/>
      <dgm:t>
        <a:bodyPr/>
        <a:lstStyle/>
        <a:p>
          <a:endParaRPr lang="en-US"/>
        </a:p>
      </dgm:t>
    </dgm:pt>
    <dgm:pt modelId="{1099BF4C-5AD1-4131-91E7-E637D27FC35D}" type="sibTrans" cxnId="{68C1301C-8625-4975-95A6-90DB4F6B1F6E}">
      <dgm:prSet/>
      <dgm:spPr/>
      <dgm:t>
        <a:bodyPr/>
        <a:lstStyle/>
        <a:p>
          <a:endParaRPr lang="en-US"/>
        </a:p>
      </dgm:t>
    </dgm:pt>
    <dgm:pt modelId="{2D4C362F-5C74-4E84-B744-E8777B268116}" type="pres">
      <dgm:prSet presAssocID="{AFC5EF01-B651-4A97-ACBC-BAB5409EB89D}" presName="outerComposite" presStyleCnt="0">
        <dgm:presLayoutVars>
          <dgm:chMax val="5"/>
          <dgm:dir/>
          <dgm:resizeHandles val="exact"/>
        </dgm:presLayoutVars>
      </dgm:prSet>
      <dgm:spPr/>
    </dgm:pt>
    <dgm:pt modelId="{5FFE1398-62FC-41EA-9ED3-D4CBE92A612A}" type="pres">
      <dgm:prSet presAssocID="{AFC5EF01-B651-4A97-ACBC-BAB5409EB89D}" presName="dummyMaxCanvas" presStyleCnt="0">
        <dgm:presLayoutVars/>
      </dgm:prSet>
      <dgm:spPr/>
    </dgm:pt>
    <dgm:pt modelId="{374E7236-E602-4068-AAA1-D7D36F0C2B17}" type="pres">
      <dgm:prSet presAssocID="{AFC5EF01-B651-4A97-ACBC-BAB5409EB89D}" presName="TwoNodes_1" presStyleLbl="node1" presStyleIdx="0" presStyleCnt="2">
        <dgm:presLayoutVars>
          <dgm:bulletEnabled val="1"/>
        </dgm:presLayoutVars>
      </dgm:prSet>
      <dgm:spPr/>
    </dgm:pt>
    <dgm:pt modelId="{DFB22953-6232-4335-8970-BFFAC2082064}" type="pres">
      <dgm:prSet presAssocID="{AFC5EF01-B651-4A97-ACBC-BAB5409EB89D}" presName="TwoNodes_2" presStyleLbl="node1" presStyleIdx="1" presStyleCnt="2">
        <dgm:presLayoutVars>
          <dgm:bulletEnabled val="1"/>
        </dgm:presLayoutVars>
      </dgm:prSet>
      <dgm:spPr/>
    </dgm:pt>
    <dgm:pt modelId="{2A6EF22A-97B0-4578-8C85-4661F430396C}" type="pres">
      <dgm:prSet presAssocID="{AFC5EF01-B651-4A97-ACBC-BAB5409EB89D}" presName="TwoConn_1-2" presStyleLbl="fgAccFollowNode1" presStyleIdx="0" presStyleCnt="1">
        <dgm:presLayoutVars>
          <dgm:bulletEnabled val="1"/>
        </dgm:presLayoutVars>
      </dgm:prSet>
      <dgm:spPr/>
    </dgm:pt>
    <dgm:pt modelId="{4C8F83DC-5CAC-43C9-8135-3921F69660F2}" type="pres">
      <dgm:prSet presAssocID="{AFC5EF01-B651-4A97-ACBC-BAB5409EB89D}" presName="TwoNodes_1_text" presStyleLbl="node1" presStyleIdx="1" presStyleCnt="2">
        <dgm:presLayoutVars>
          <dgm:bulletEnabled val="1"/>
        </dgm:presLayoutVars>
      </dgm:prSet>
      <dgm:spPr/>
    </dgm:pt>
    <dgm:pt modelId="{9A14023D-D36C-4E1B-A49B-16DDE70D179E}" type="pres">
      <dgm:prSet presAssocID="{AFC5EF01-B651-4A97-ACBC-BAB5409EB89D}" presName="TwoNodes_2_text" presStyleLbl="node1" presStyleIdx="1" presStyleCnt="2">
        <dgm:presLayoutVars>
          <dgm:bulletEnabled val="1"/>
        </dgm:presLayoutVars>
      </dgm:prSet>
      <dgm:spPr/>
    </dgm:pt>
  </dgm:ptLst>
  <dgm:cxnLst>
    <dgm:cxn modelId="{294BF709-7E40-46EB-8500-B2DA1AA8A2EB}" srcId="{AFC5EF01-B651-4A97-ACBC-BAB5409EB89D}" destId="{0C24A53C-832E-476C-ACC1-B61BD257400A}" srcOrd="0" destOrd="0" parTransId="{E18DD4D0-2ED3-4430-921E-8A0ED8B94002}" sibTransId="{D1B7B139-B8F1-47BD-9B8F-8E074E8DFA5B}"/>
    <dgm:cxn modelId="{68C1301C-8625-4975-95A6-90DB4F6B1F6E}" srcId="{7DCB9055-E4EE-424B-8CE6-1BD92B17F8F7}" destId="{57E8F3D2-590F-4A9C-B2E7-A2DC8F5EF4D6}" srcOrd="0" destOrd="0" parTransId="{D021D59D-413D-4A15-B378-167869AFA377}" sibTransId="{1099BF4C-5AD1-4131-91E7-E637D27FC35D}"/>
    <dgm:cxn modelId="{56608338-F0D8-4601-AF62-DD39190EF551}" srcId="{586AB120-5E6E-4F52-8F0A-18133214EBDE}" destId="{B1151FB6-3140-4220-9EDA-A3BD35B31EEB}" srcOrd="0" destOrd="0" parTransId="{5F1D13BC-3377-47A9-9547-4904379D9648}" sibTransId="{A54B31E3-3D14-4786-B69D-6513E531E5D5}"/>
    <dgm:cxn modelId="{EA0D3F3A-227E-4BC8-94B6-AD840AF7AF39}" srcId="{AFC5EF01-B651-4A97-ACBC-BAB5409EB89D}" destId="{E2312DD0-9B0A-40D8-A993-56C1B4693B3B}" srcOrd="1" destOrd="0" parTransId="{56EEB58D-2143-404F-A024-73C54EF46738}" sibTransId="{77124129-3D46-48AA-8236-3E0B903FA688}"/>
    <dgm:cxn modelId="{19D9213F-48DC-4357-8538-1AD1429DCAD6}" srcId="{E2312DD0-9B0A-40D8-A993-56C1B4693B3B}" destId="{7DCB9055-E4EE-424B-8CE6-1BD92B17F8F7}" srcOrd="1" destOrd="0" parTransId="{2D320E8E-8F60-4486-9886-60050C430CF7}" sibTransId="{012F2D44-4DE9-4BDB-8F83-CA10D27D076A}"/>
    <dgm:cxn modelId="{DD4B673F-A5AB-45E8-9436-0CB7EEB00ECE}" type="presOf" srcId="{57E8F3D2-590F-4A9C-B2E7-A2DC8F5EF4D6}" destId="{DFB22953-6232-4335-8970-BFFAC2082064}" srcOrd="0" destOrd="4" presId="urn:microsoft.com/office/officeart/2005/8/layout/vProcess5"/>
    <dgm:cxn modelId="{394C1546-0E15-433D-96F1-84C895FEE6D0}" type="presOf" srcId="{7DCB9055-E4EE-424B-8CE6-1BD92B17F8F7}" destId="{DFB22953-6232-4335-8970-BFFAC2082064}" srcOrd="0" destOrd="3" presId="urn:microsoft.com/office/officeart/2005/8/layout/vProcess5"/>
    <dgm:cxn modelId="{782C216C-C6C7-4181-844A-256506DC8990}" type="presOf" srcId="{57E8F3D2-590F-4A9C-B2E7-A2DC8F5EF4D6}" destId="{9A14023D-D36C-4E1B-A49B-16DDE70D179E}" srcOrd="1" destOrd="4" presId="urn:microsoft.com/office/officeart/2005/8/layout/vProcess5"/>
    <dgm:cxn modelId="{FE70547B-7F62-49DE-9547-949089DB7AC8}" type="presOf" srcId="{B1151FB6-3140-4220-9EDA-A3BD35B31EEB}" destId="{9A14023D-D36C-4E1B-A49B-16DDE70D179E}" srcOrd="1" destOrd="2" presId="urn:microsoft.com/office/officeart/2005/8/layout/vProcess5"/>
    <dgm:cxn modelId="{B2FBE484-0877-423F-8D0F-56B93676951D}" type="presOf" srcId="{B1151FB6-3140-4220-9EDA-A3BD35B31EEB}" destId="{DFB22953-6232-4335-8970-BFFAC2082064}" srcOrd="0" destOrd="2" presId="urn:microsoft.com/office/officeart/2005/8/layout/vProcess5"/>
    <dgm:cxn modelId="{F1851B86-F801-49E3-A077-2F863FCA2552}" type="presOf" srcId="{586AB120-5E6E-4F52-8F0A-18133214EBDE}" destId="{9A14023D-D36C-4E1B-A49B-16DDE70D179E}" srcOrd="1" destOrd="1" presId="urn:microsoft.com/office/officeart/2005/8/layout/vProcess5"/>
    <dgm:cxn modelId="{9C170E8E-8B07-4324-A68C-93A65D4A7021}" type="presOf" srcId="{0C24A53C-832E-476C-ACC1-B61BD257400A}" destId="{374E7236-E602-4068-AAA1-D7D36F0C2B17}" srcOrd="0" destOrd="0" presId="urn:microsoft.com/office/officeart/2005/8/layout/vProcess5"/>
    <dgm:cxn modelId="{CC56499F-DC53-4397-9EF1-A89CFA060110}" type="presOf" srcId="{E2312DD0-9B0A-40D8-A993-56C1B4693B3B}" destId="{9A14023D-D36C-4E1B-A49B-16DDE70D179E}" srcOrd="1" destOrd="0" presId="urn:microsoft.com/office/officeart/2005/8/layout/vProcess5"/>
    <dgm:cxn modelId="{D9667DAE-716A-442A-9EDC-E0992284C830}" type="presOf" srcId="{E2312DD0-9B0A-40D8-A993-56C1B4693B3B}" destId="{DFB22953-6232-4335-8970-BFFAC2082064}" srcOrd="0" destOrd="0" presId="urn:microsoft.com/office/officeart/2005/8/layout/vProcess5"/>
    <dgm:cxn modelId="{EF2489C2-7499-4E27-8E4B-987FE90876EB}" srcId="{E2312DD0-9B0A-40D8-A993-56C1B4693B3B}" destId="{586AB120-5E6E-4F52-8F0A-18133214EBDE}" srcOrd="0" destOrd="0" parTransId="{B70D0CE6-788A-4A30-B84A-62B0CA125606}" sibTransId="{4F8C7175-C191-41CB-884B-F01AA96D763E}"/>
    <dgm:cxn modelId="{A501ABD1-10D5-4B13-99ED-89D10D8206E1}" type="presOf" srcId="{AFC5EF01-B651-4A97-ACBC-BAB5409EB89D}" destId="{2D4C362F-5C74-4E84-B744-E8777B268116}" srcOrd="0" destOrd="0" presId="urn:microsoft.com/office/officeart/2005/8/layout/vProcess5"/>
    <dgm:cxn modelId="{BB6DBDD5-1B62-4DAF-88C6-766133BF9C30}" type="presOf" srcId="{D1B7B139-B8F1-47BD-9B8F-8E074E8DFA5B}" destId="{2A6EF22A-97B0-4578-8C85-4661F430396C}" srcOrd="0" destOrd="0" presId="urn:microsoft.com/office/officeart/2005/8/layout/vProcess5"/>
    <dgm:cxn modelId="{FBEF93DA-AA9F-439C-B113-0C3E9E8B3E3B}" type="presOf" srcId="{7DCB9055-E4EE-424B-8CE6-1BD92B17F8F7}" destId="{9A14023D-D36C-4E1B-A49B-16DDE70D179E}" srcOrd="1" destOrd="3" presId="urn:microsoft.com/office/officeart/2005/8/layout/vProcess5"/>
    <dgm:cxn modelId="{FFF84CF6-4859-4CDB-944C-033E25E42D64}" type="presOf" srcId="{586AB120-5E6E-4F52-8F0A-18133214EBDE}" destId="{DFB22953-6232-4335-8970-BFFAC2082064}" srcOrd="0" destOrd="1" presId="urn:microsoft.com/office/officeart/2005/8/layout/vProcess5"/>
    <dgm:cxn modelId="{CC8546FE-D46B-4940-985C-AE5454C0DF53}" type="presOf" srcId="{0C24A53C-832E-476C-ACC1-B61BD257400A}" destId="{4C8F83DC-5CAC-43C9-8135-3921F69660F2}" srcOrd="1" destOrd="0" presId="urn:microsoft.com/office/officeart/2005/8/layout/vProcess5"/>
    <dgm:cxn modelId="{2D13712A-7DA1-41BE-A0DD-352D8249FF20}" type="presParOf" srcId="{2D4C362F-5C74-4E84-B744-E8777B268116}" destId="{5FFE1398-62FC-41EA-9ED3-D4CBE92A612A}" srcOrd="0" destOrd="0" presId="urn:microsoft.com/office/officeart/2005/8/layout/vProcess5"/>
    <dgm:cxn modelId="{FDAE0C57-9FA2-4D6C-A21D-214FBDDB1122}" type="presParOf" srcId="{2D4C362F-5C74-4E84-B744-E8777B268116}" destId="{374E7236-E602-4068-AAA1-D7D36F0C2B17}" srcOrd="1" destOrd="0" presId="urn:microsoft.com/office/officeart/2005/8/layout/vProcess5"/>
    <dgm:cxn modelId="{FA828318-0543-4F8A-9089-3B21359C3693}" type="presParOf" srcId="{2D4C362F-5C74-4E84-B744-E8777B268116}" destId="{DFB22953-6232-4335-8970-BFFAC2082064}" srcOrd="2" destOrd="0" presId="urn:microsoft.com/office/officeart/2005/8/layout/vProcess5"/>
    <dgm:cxn modelId="{87CF02E5-87C9-404D-8ACD-4058D5EB7CD9}" type="presParOf" srcId="{2D4C362F-5C74-4E84-B744-E8777B268116}" destId="{2A6EF22A-97B0-4578-8C85-4661F430396C}" srcOrd="3" destOrd="0" presId="urn:microsoft.com/office/officeart/2005/8/layout/vProcess5"/>
    <dgm:cxn modelId="{08E143A2-E0F7-4946-A25E-13DB09F4946B}" type="presParOf" srcId="{2D4C362F-5C74-4E84-B744-E8777B268116}" destId="{4C8F83DC-5CAC-43C9-8135-3921F69660F2}" srcOrd="4" destOrd="0" presId="urn:microsoft.com/office/officeart/2005/8/layout/vProcess5"/>
    <dgm:cxn modelId="{2B6FE933-4B67-4534-B07E-F417BB57A710}" type="presParOf" srcId="{2D4C362F-5C74-4E84-B744-E8777B268116}" destId="{9A14023D-D36C-4E1B-A49B-16DDE70D179E}"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14B6CCB-4884-4A97-B39B-A9680067D6F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1C2E806-858C-4F9A-8667-1DCBFC00598F}">
      <dgm:prSet/>
      <dgm:spPr/>
      <dgm:t>
        <a:bodyPr/>
        <a:lstStyle/>
        <a:p>
          <a:r>
            <a:rPr lang="en-US"/>
            <a:t>Involves </a:t>
          </a:r>
          <a:r>
            <a:rPr lang="en-US" u="sng"/>
            <a:t>examining each cluster in terms of the cluster variate</a:t>
          </a:r>
          <a:r>
            <a:rPr lang="en-US"/>
            <a:t> to </a:t>
          </a:r>
          <a:r>
            <a:rPr lang="en-US" u="sng"/>
            <a:t>name or assign a label</a:t>
          </a:r>
          <a:r>
            <a:rPr lang="en-US"/>
            <a:t> accurately describing the nature of the clusters. </a:t>
          </a:r>
        </a:p>
      </dgm:t>
    </dgm:pt>
    <dgm:pt modelId="{02FE8986-F4F7-4605-8D46-F0B2C82AC8CA}" type="parTrans" cxnId="{1410F2CD-16FC-4C21-B0E5-34589997D213}">
      <dgm:prSet/>
      <dgm:spPr/>
      <dgm:t>
        <a:bodyPr/>
        <a:lstStyle/>
        <a:p>
          <a:endParaRPr lang="en-US"/>
        </a:p>
      </dgm:t>
    </dgm:pt>
    <dgm:pt modelId="{36C94E35-6EC7-4665-997B-2E01503350BA}" type="sibTrans" cxnId="{1410F2CD-16FC-4C21-B0E5-34589997D213}">
      <dgm:prSet/>
      <dgm:spPr/>
      <dgm:t>
        <a:bodyPr/>
        <a:lstStyle/>
        <a:p>
          <a:endParaRPr lang="en-US"/>
        </a:p>
      </dgm:t>
    </dgm:pt>
    <dgm:pt modelId="{03717599-526D-4DE6-9A6E-848D8291B386}">
      <dgm:prSet/>
      <dgm:spPr/>
      <dgm:t>
        <a:bodyPr/>
        <a:lstStyle/>
        <a:p>
          <a:r>
            <a:rPr lang="en-US"/>
            <a:t>The </a:t>
          </a:r>
          <a:r>
            <a:rPr lang="en-US" u="sng"/>
            <a:t>cluster centroid</a:t>
          </a:r>
          <a:r>
            <a:rPr lang="en-US"/>
            <a:t>, a </a:t>
          </a:r>
          <a:r>
            <a:rPr lang="en-US" u="sng"/>
            <a:t>mean profile of the cluster</a:t>
          </a:r>
          <a:r>
            <a:rPr lang="en-US"/>
            <a:t> on each clustering variable, is particularly useful in the interpretation stage.</a:t>
          </a:r>
        </a:p>
      </dgm:t>
    </dgm:pt>
    <dgm:pt modelId="{00929FDD-5675-445D-9073-21DADCCA9C82}" type="parTrans" cxnId="{F8D41145-4A38-44C2-9139-323DEF1008A3}">
      <dgm:prSet/>
      <dgm:spPr/>
      <dgm:t>
        <a:bodyPr/>
        <a:lstStyle/>
        <a:p>
          <a:endParaRPr lang="en-US"/>
        </a:p>
      </dgm:t>
    </dgm:pt>
    <dgm:pt modelId="{1691CA4B-E40A-4CC8-800D-80B1258261D3}" type="sibTrans" cxnId="{F8D41145-4A38-44C2-9139-323DEF1008A3}">
      <dgm:prSet/>
      <dgm:spPr/>
      <dgm:t>
        <a:bodyPr/>
        <a:lstStyle/>
        <a:p>
          <a:endParaRPr lang="en-US"/>
        </a:p>
      </dgm:t>
    </dgm:pt>
    <dgm:pt modelId="{A072C821-3218-463C-863A-650AAADA73FC}">
      <dgm:prSet/>
      <dgm:spPr/>
      <dgm:t>
        <a:bodyPr/>
        <a:lstStyle/>
        <a:p>
          <a:r>
            <a:rPr lang="en-US"/>
            <a:t>Interpretation involves examining the distinguishing characteristics of each cluster’s profile and identifying  substantial differences between clusters.</a:t>
          </a:r>
        </a:p>
      </dgm:t>
    </dgm:pt>
    <dgm:pt modelId="{2405538B-79E6-4F59-A623-9FA9ACEEED41}" type="parTrans" cxnId="{0E5452FB-CD7F-4C78-829A-648E5F82D379}">
      <dgm:prSet/>
      <dgm:spPr/>
      <dgm:t>
        <a:bodyPr/>
        <a:lstStyle/>
        <a:p>
          <a:endParaRPr lang="en-US"/>
        </a:p>
      </dgm:t>
    </dgm:pt>
    <dgm:pt modelId="{4492E050-3778-4309-B8E9-63665E3263EA}" type="sibTrans" cxnId="{0E5452FB-CD7F-4C78-829A-648E5F82D379}">
      <dgm:prSet/>
      <dgm:spPr/>
      <dgm:t>
        <a:bodyPr/>
        <a:lstStyle/>
        <a:p>
          <a:endParaRPr lang="en-US"/>
        </a:p>
      </dgm:t>
    </dgm:pt>
    <dgm:pt modelId="{1079C1A8-32CE-435D-B47D-36A284076672}">
      <dgm:prSet/>
      <dgm:spPr/>
      <dgm:t>
        <a:bodyPr/>
        <a:lstStyle/>
        <a:p>
          <a:r>
            <a:rPr lang="en-US"/>
            <a:t>Cluster solutions failing to show substantial variation indicate other cluster solutions should be examined.</a:t>
          </a:r>
        </a:p>
      </dgm:t>
    </dgm:pt>
    <dgm:pt modelId="{7FD6DC19-C7B8-45D8-9FC1-44AC9F370CDD}" type="parTrans" cxnId="{EF19059D-8698-404D-B271-AB26DDBA0750}">
      <dgm:prSet/>
      <dgm:spPr/>
      <dgm:t>
        <a:bodyPr/>
        <a:lstStyle/>
        <a:p>
          <a:endParaRPr lang="en-US"/>
        </a:p>
      </dgm:t>
    </dgm:pt>
    <dgm:pt modelId="{3B92BD0A-44C8-4374-9B1A-09B1614383B0}" type="sibTrans" cxnId="{EF19059D-8698-404D-B271-AB26DDBA0750}">
      <dgm:prSet/>
      <dgm:spPr/>
      <dgm:t>
        <a:bodyPr/>
        <a:lstStyle/>
        <a:p>
          <a:endParaRPr lang="en-US"/>
        </a:p>
      </dgm:t>
    </dgm:pt>
    <dgm:pt modelId="{F54043F9-5993-4E7B-8BF9-91D0A2C2BDFB}">
      <dgm:prSet/>
      <dgm:spPr/>
      <dgm:t>
        <a:bodyPr/>
        <a:lstStyle/>
        <a:p>
          <a:r>
            <a:rPr lang="en-US"/>
            <a:t>The cluster centroid should also be </a:t>
          </a:r>
          <a:r>
            <a:rPr lang="en-US" u="sng"/>
            <a:t>assessed for correspondence</a:t>
          </a:r>
          <a:r>
            <a:rPr lang="en-US"/>
            <a:t> with the researcher’s prior expectations based on theory or practical experience.</a:t>
          </a:r>
        </a:p>
      </dgm:t>
    </dgm:pt>
    <dgm:pt modelId="{AD07540D-EB55-4375-BE61-C9F25CA1297E}" type="parTrans" cxnId="{5522F935-89FA-44F7-9873-B1C235D7530E}">
      <dgm:prSet/>
      <dgm:spPr/>
      <dgm:t>
        <a:bodyPr/>
        <a:lstStyle/>
        <a:p>
          <a:endParaRPr lang="en-US"/>
        </a:p>
      </dgm:t>
    </dgm:pt>
    <dgm:pt modelId="{9C4D796D-222D-4BAB-A0AF-E535A9677BFB}" type="sibTrans" cxnId="{5522F935-89FA-44F7-9873-B1C235D7530E}">
      <dgm:prSet/>
      <dgm:spPr/>
      <dgm:t>
        <a:bodyPr/>
        <a:lstStyle/>
        <a:p>
          <a:endParaRPr lang="en-US"/>
        </a:p>
      </dgm:t>
    </dgm:pt>
    <dgm:pt modelId="{1E678AC8-01F3-4123-9F7C-C660D754688D}" type="pres">
      <dgm:prSet presAssocID="{814B6CCB-4884-4A97-B39B-A9680067D6F5}" presName="root" presStyleCnt="0">
        <dgm:presLayoutVars>
          <dgm:dir/>
          <dgm:resizeHandles val="exact"/>
        </dgm:presLayoutVars>
      </dgm:prSet>
      <dgm:spPr/>
    </dgm:pt>
    <dgm:pt modelId="{B6509404-7712-4431-A08D-F8E9B4DF79E3}" type="pres">
      <dgm:prSet presAssocID="{01C2E806-858C-4F9A-8667-1DCBFC00598F}" presName="compNode" presStyleCnt="0"/>
      <dgm:spPr/>
    </dgm:pt>
    <dgm:pt modelId="{569CA796-7786-432D-9E60-FF4E327014C6}" type="pres">
      <dgm:prSet presAssocID="{01C2E806-858C-4F9A-8667-1DCBFC00598F}" presName="bgRect" presStyleLbl="bgShp" presStyleIdx="0" presStyleCnt="3"/>
      <dgm:spPr/>
    </dgm:pt>
    <dgm:pt modelId="{004A6612-60E4-422C-B3D8-423EA05F84FE}" type="pres">
      <dgm:prSet presAssocID="{01C2E806-858C-4F9A-8667-1DCBFC00598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otes"/>
        </a:ext>
      </dgm:extLst>
    </dgm:pt>
    <dgm:pt modelId="{D3730ADD-BD62-4233-A0C4-491A03526127}" type="pres">
      <dgm:prSet presAssocID="{01C2E806-858C-4F9A-8667-1DCBFC00598F}" presName="spaceRect" presStyleCnt="0"/>
      <dgm:spPr/>
    </dgm:pt>
    <dgm:pt modelId="{9F357325-8434-4947-B086-727F0F0D5E9F}" type="pres">
      <dgm:prSet presAssocID="{01C2E806-858C-4F9A-8667-1DCBFC00598F}" presName="parTx" presStyleLbl="revTx" presStyleIdx="0" presStyleCnt="4">
        <dgm:presLayoutVars>
          <dgm:chMax val="0"/>
          <dgm:chPref val="0"/>
        </dgm:presLayoutVars>
      </dgm:prSet>
      <dgm:spPr/>
    </dgm:pt>
    <dgm:pt modelId="{90FAB62B-794B-4F7A-8AE5-82D72AEB24ED}" type="pres">
      <dgm:prSet presAssocID="{36C94E35-6EC7-4665-997B-2E01503350BA}" presName="sibTrans" presStyleCnt="0"/>
      <dgm:spPr/>
    </dgm:pt>
    <dgm:pt modelId="{01E3ABB2-E63F-4EA5-B071-73F444D9BDFA}" type="pres">
      <dgm:prSet presAssocID="{03717599-526D-4DE6-9A6E-848D8291B386}" presName="compNode" presStyleCnt="0"/>
      <dgm:spPr/>
    </dgm:pt>
    <dgm:pt modelId="{3E0F6B33-A84C-4CD4-8131-DB7F21DDC290}" type="pres">
      <dgm:prSet presAssocID="{03717599-526D-4DE6-9A6E-848D8291B386}" presName="bgRect" presStyleLbl="bgShp" presStyleIdx="1" presStyleCnt="3"/>
      <dgm:spPr/>
    </dgm:pt>
    <dgm:pt modelId="{CCB38540-5D65-4857-8119-EB91B447BC60}" type="pres">
      <dgm:prSet presAssocID="{03717599-526D-4DE6-9A6E-848D8291B38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C40F0349-9F43-4916-9070-A5D26FF68DB8}" type="pres">
      <dgm:prSet presAssocID="{03717599-526D-4DE6-9A6E-848D8291B386}" presName="spaceRect" presStyleCnt="0"/>
      <dgm:spPr/>
    </dgm:pt>
    <dgm:pt modelId="{B7D61612-DD17-481C-8A6E-EA7E85329EC8}" type="pres">
      <dgm:prSet presAssocID="{03717599-526D-4DE6-9A6E-848D8291B386}" presName="parTx" presStyleLbl="revTx" presStyleIdx="1" presStyleCnt="4">
        <dgm:presLayoutVars>
          <dgm:chMax val="0"/>
          <dgm:chPref val="0"/>
        </dgm:presLayoutVars>
      </dgm:prSet>
      <dgm:spPr/>
    </dgm:pt>
    <dgm:pt modelId="{B5FDD231-A224-4E0D-9375-D02238B47CC1}" type="pres">
      <dgm:prSet presAssocID="{03717599-526D-4DE6-9A6E-848D8291B386}" presName="desTx" presStyleLbl="revTx" presStyleIdx="2" presStyleCnt="4">
        <dgm:presLayoutVars/>
      </dgm:prSet>
      <dgm:spPr/>
    </dgm:pt>
    <dgm:pt modelId="{9C8BEF2B-2562-4F21-B9EB-1EADE1FEA440}" type="pres">
      <dgm:prSet presAssocID="{1691CA4B-E40A-4CC8-800D-80B1258261D3}" presName="sibTrans" presStyleCnt="0"/>
      <dgm:spPr/>
    </dgm:pt>
    <dgm:pt modelId="{38FAFEC5-AC0D-4B5F-9AC6-42574C91336E}" type="pres">
      <dgm:prSet presAssocID="{F54043F9-5993-4E7B-8BF9-91D0A2C2BDFB}" presName="compNode" presStyleCnt="0"/>
      <dgm:spPr/>
    </dgm:pt>
    <dgm:pt modelId="{B119653C-FEC6-4901-BB33-CA9237B3C017}" type="pres">
      <dgm:prSet presAssocID="{F54043F9-5993-4E7B-8BF9-91D0A2C2BDFB}" presName="bgRect" presStyleLbl="bgShp" presStyleIdx="2" presStyleCnt="3"/>
      <dgm:spPr/>
    </dgm:pt>
    <dgm:pt modelId="{D74CCE3E-E763-4ADF-9872-C97A6C98189B}" type="pres">
      <dgm:prSet presAssocID="{F54043F9-5993-4E7B-8BF9-91D0A2C2BDF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icroscope"/>
        </a:ext>
      </dgm:extLst>
    </dgm:pt>
    <dgm:pt modelId="{B7188645-0BB3-4DEB-AB37-90FF264496BE}" type="pres">
      <dgm:prSet presAssocID="{F54043F9-5993-4E7B-8BF9-91D0A2C2BDFB}" presName="spaceRect" presStyleCnt="0"/>
      <dgm:spPr/>
    </dgm:pt>
    <dgm:pt modelId="{66220C63-EDC6-4EAB-8ED6-3A080993A60D}" type="pres">
      <dgm:prSet presAssocID="{F54043F9-5993-4E7B-8BF9-91D0A2C2BDFB}" presName="parTx" presStyleLbl="revTx" presStyleIdx="3" presStyleCnt="4">
        <dgm:presLayoutVars>
          <dgm:chMax val="0"/>
          <dgm:chPref val="0"/>
        </dgm:presLayoutVars>
      </dgm:prSet>
      <dgm:spPr/>
    </dgm:pt>
  </dgm:ptLst>
  <dgm:cxnLst>
    <dgm:cxn modelId="{D7A0A912-52C0-4C94-8303-1E4879654DED}" type="presOf" srcId="{01C2E806-858C-4F9A-8667-1DCBFC00598F}" destId="{9F357325-8434-4947-B086-727F0F0D5E9F}" srcOrd="0" destOrd="0" presId="urn:microsoft.com/office/officeart/2018/2/layout/IconVerticalSolidList"/>
    <dgm:cxn modelId="{E75FAC16-3D73-4910-98FF-3B61618F709C}" type="presOf" srcId="{F54043F9-5993-4E7B-8BF9-91D0A2C2BDFB}" destId="{66220C63-EDC6-4EAB-8ED6-3A080993A60D}" srcOrd="0" destOrd="0" presId="urn:microsoft.com/office/officeart/2018/2/layout/IconVerticalSolidList"/>
    <dgm:cxn modelId="{5522F935-89FA-44F7-9873-B1C235D7530E}" srcId="{814B6CCB-4884-4A97-B39B-A9680067D6F5}" destId="{F54043F9-5993-4E7B-8BF9-91D0A2C2BDFB}" srcOrd="2" destOrd="0" parTransId="{AD07540D-EB55-4375-BE61-C9F25CA1297E}" sibTransId="{9C4D796D-222D-4BAB-A0AF-E535A9677BFB}"/>
    <dgm:cxn modelId="{E10ADD3B-E131-4512-8675-CFDEC9102674}" type="presOf" srcId="{03717599-526D-4DE6-9A6E-848D8291B386}" destId="{B7D61612-DD17-481C-8A6E-EA7E85329EC8}" srcOrd="0" destOrd="0" presId="urn:microsoft.com/office/officeart/2018/2/layout/IconVerticalSolidList"/>
    <dgm:cxn modelId="{F8D41145-4A38-44C2-9139-323DEF1008A3}" srcId="{814B6CCB-4884-4A97-B39B-A9680067D6F5}" destId="{03717599-526D-4DE6-9A6E-848D8291B386}" srcOrd="1" destOrd="0" parTransId="{00929FDD-5675-445D-9073-21DADCCA9C82}" sibTransId="{1691CA4B-E40A-4CC8-800D-80B1258261D3}"/>
    <dgm:cxn modelId="{36FB8E54-F0A9-4E14-AFC8-6875C6BF3759}" type="presOf" srcId="{1079C1A8-32CE-435D-B47D-36A284076672}" destId="{B5FDD231-A224-4E0D-9375-D02238B47CC1}" srcOrd="0" destOrd="1" presId="urn:microsoft.com/office/officeart/2018/2/layout/IconVerticalSolidList"/>
    <dgm:cxn modelId="{8476BC7D-77FB-4644-980A-AAFF0DC09B88}" type="presOf" srcId="{A072C821-3218-463C-863A-650AAADA73FC}" destId="{B5FDD231-A224-4E0D-9375-D02238B47CC1}" srcOrd="0" destOrd="0" presId="urn:microsoft.com/office/officeart/2018/2/layout/IconVerticalSolidList"/>
    <dgm:cxn modelId="{EF19059D-8698-404D-B271-AB26DDBA0750}" srcId="{03717599-526D-4DE6-9A6E-848D8291B386}" destId="{1079C1A8-32CE-435D-B47D-36A284076672}" srcOrd="1" destOrd="0" parTransId="{7FD6DC19-C7B8-45D8-9FC1-44AC9F370CDD}" sibTransId="{3B92BD0A-44C8-4374-9B1A-09B1614383B0}"/>
    <dgm:cxn modelId="{1410F2CD-16FC-4C21-B0E5-34589997D213}" srcId="{814B6CCB-4884-4A97-B39B-A9680067D6F5}" destId="{01C2E806-858C-4F9A-8667-1DCBFC00598F}" srcOrd="0" destOrd="0" parTransId="{02FE8986-F4F7-4605-8D46-F0B2C82AC8CA}" sibTransId="{36C94E35-6EC7-4665-997B-2E01503350BA}"/>
    <dgm:cxn modelId="{F0849BEB-DD69-458B-B9E4-A3BBAE666024}" type="presOf" srcId="{814B6CCB-4884-4A97-B39B-A9680067D6F5}" destId="{1E678AC8-01F3-4123-9F7C-C660D754688D}" srcOrd="0" destOrd="0" presId="urn:microsoft.com/office/officeart/2018/2/layout/IconVerticalSolidList"/>
    <dgm:cxn modelId="{0E5452FB-CD7F-4C78-829A-648E5F82D379}" srcId="{03717599-526D-4DE6-9A6E-848D8291B386}" destId="{A072C821-3218-463C-863A-650AAADA73FC}" srcOrd="0" destOrd="0" parTransId="{2405538B-79E6-4F59-A623-9FA9ACEEED41}" sibTransId="{4492E050-3778-4309-B8E9-63665E3263EA}"/>
    <dgm:cxn modelId="{42805CBD-F0C6-4983-85DB-B5C87F7055F9}" type="presParOf" srcId="{1E678AC8-01F3-4123-9F7C-C660D754688D}" destId="{B6509404-7712-4431-A08D-F8E9B4DF79E3}" srcOrd="0" destOrd="0" presId="urn:microsoft.com/office/officeart/2018/2/layout/IconVerticalSolidList"/>
    <dgm:cxn modelId="{B2D6CD19-3DE0-482D-B672-B3863A10345F}" type="presParOf" srcId="{B6509404-7712-4431-A08D-F8E9B4DF79E3}" destId="{569CA796-7786-432D-9E60-FF4E327014C6}" srcOrd="0" destOrd="0" presId="urn:microsoft.com/office/officeart/2018/2/layout/IconVerticalSolidList"/>
    <dgm:cxn modelId="{E8C78EF0-6F8B-4C91-9DF3-E276EA723CCD}" type="presParOf" srcId="{B6509404-7712-4431-A08D-F8E9B4DF79E3}" destId="{004A6612-60E4-422C-B3D8-423EA05F84FE}" srcOrd="1" destOrd="0" presId="urn:microsoft.com/office/officeart/2018/2/layout/IconVerticalSolidList"/>
    <dgm:cxn modelId="{69566F52-0800-46E8-B6FB-D53578CC8C90}" type="presParOf" srcId="{B6509404-7712-4431-A08D-F8E9B4DF79E3}" destId="{D3730ADD-BD62-4233-A0C4-491A03526127}" srcOrd="2" destOrd="0" presId="urn:microsoft.com/office/officeart/2018/2/layout/IconVerticalSolidList"/>
    <dgm:cxn modelId="{944BD1B5-1141-4698-99FC-26BEDF210684}" type="presParOf" srcId="{B6509404-7712-4431-A08D-F8E9B4DF79E3}" destId="{9F357325-8434-4947-B086-727F0F0D5E9F}" srcOrd="3" destOrd="0" presId="urn:microsoft.com/office/officeart/2018/2/layout/IconVerticalSolidList"/>
    <dgm:cxn modelId="{3EC52B4A-8548-421B-9E6C-C56C79F867FD}" type="presParOf" srcId="{1E678AC8-01F3-4123-9F7C-C660D754688D}" destId="{90FAB62B-794B-4F7A-8AE5-82D72AEB24ED}" srcOrd="1" destOrd="0" presId="urn:microsoft.com/office/officeart/2018/2/layout/IconVerticalSolidList"/>
    <dgm:cxn modelId="{3F0BC901-F581-4792-A435-FEA949F85878}" type="presParOf" srcId="{1E678AC8-01F3-4123-9F7C-C660D754688D}" destId="{01E3ABB2-E63F-4EA5-B071-73F444D9BDFA}" srcOrd="2" destOrd="0" presId="urn:microsoft.com/office/officeart/2018/2/layout/IconVerticalSolidList"/>
    <dgm:cxn modelId="{C10F0D49-1D8E-4445-AA98-2BE69099142A}" type="presParOf" srcId="{01E3ABB2-E63F-4EA5-B071-73F444D9BDFA}" destId="{3E0F6B33-A84C-4CD4-8131-DB7F21DDC290}" srcOrd="0" destOrd="0" presId="urn:microsoft.com/office/officeart/2018/2/layout/IconVerticalSolidList"/>
    <dgm:cxn modelId="{76C1AC7A-C065-47A3-892A-57CA727B4E5E}" type="presParOf" srcId="{01E3ABB2-E63F-4EA5-B071-73F444D9BDFA}" destId="{CCB38540-5D65-4857-8119-EB91B447BC60}" srcOrd="1" destOrd="0" presId="urn:microsoft.com/office/officeart/2018/2/layout/IconVerticalSolidList"/>
    <dgm:cxn modelId="{6C8B53FC-F8EE-470E-A403-DC7AA7977D7D}" type="presParOf" srcId="{01E3ABB2-E63F-4EA5-B071-73F444D9BDFA}" destId="{C40F0349-9F43-4916-9070-A5D26FF68DB8}" srcOrd="2" destOrd="0" presId="urn:microsoft.com/office/officeart/2018/2/layout/IconVerticalSolidList"/>
    <dgm:cxn modelId="{44D10580-39C0-47B9-9811-81CBC4BDAD7A}" type="presParOf" srcId="{01E3ABB2-E63F-4EA5-B071-73F444D9BDFA}" destId="{B7D61612-DD17-481C-8A6E-EA7E85329EC8}" srcOrd="3" destOrd="0" presId="urn:microsoft.com/office/officeart/2018/2/layout/IconVerticalSolidList"/>
    <dgm:cxn modelId="{575CCA4E-A37B-4A2E-B8D2-43EC79A016B8}" type="presParOf" srcId="{01E3ABB2-E63F-4EA5-B071-73F444D9BDFA}" destId="{B5FDD231-A224-4E0D-9375-D02238B47CC1}" srcOrd="4" destOrd="0" presId="urn:microsoft.com/office/officeart/2018/2/layout/IconVerticalSolidList"/>
    <dgm:cxn modelId="{76F0D57E-025A-4A33-BAD1-AA22CB40CCD5}" type="presParOf" srcId="{1E678AC8-01F3-4123-9F7C-C660D754688D}" destId="{9C8BEF2B-2562-4F21-B9EB-1EADE1FEA440}" srcOrd="3" destOrd="0" presId="urn:microsoft.com/office/officeart/2018/2/layout/IconVerticalSolidList"/>
    <dgm:cxn modelId="{5C62F27C-C46C-46EF-A043-EFD4FE39B002}" type="presParOf" srcId="{1E678AC8-01F3-4123-9F7C-C660D754688D}" destId="{38FAFEC5-AC0D-4B5F-9AC6-42574C91336E}" srcOrd="4" destOrd="0" presId="urn:microsoft.com/office/officeart/2018/2/layout/IconVerticalSolidList"/>
    <dgm:cxn modelId="{6363556D-92B7-4770-87BF-684CC23A7657}" type="presParOf" srcId="{38FAFEC5-AC0D-4B5F-9AC6-42574C91336E}" destId="{B119653C-FEC6-4901-BB33-CA9237B3C017}" srcOrd="0" destOrd="0" presId="urn:microsoft.com/office/officeart/2018/2/layout/IconVerticalSolidList"/>
    <dgm:cxn modelId="{2F916B78-2EFC-4CD6-A1A3-BC9C3D4AB653}" type="presParOf" srcId="{38FAFEC5-AC0D-4B5F-9AC6-42574C91336E}" destId="{D74CCE3E-E763-4ADF-9872-C97A6C98189B}" srcOrd="1" destOrd="0" presId="urn:microsoft.com/office/officeart/2018/2/layout/IconVerticalSolidList"/>
    <dgm:cxn modelId="{B514F178-07D9-4E43-AD50-02A0F610A21D}" type="presParOf" srcId="{38FAFEC5-AC0D-4B5F-9AC6-42574C91336E}" destId="{B7188645-0BB3-4DEB-AB37-90FF264496BE}" srcOrd="2" destOrd="0" presId="urn:microsoft.com/office/officeart/2018/2/layout/IconVerticalSolidList"/>
    <dgm:cxn modelId="{F69E9089-C5AA-409D-B577-1BDA9FF7DAD1}" type="presParOf" srcId="{38FAFEC5-AC0D-4B5F-9AC6-42574C91336E}" destId="{66220C63-EDC6-4EAB-8ED6-3A080993A6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3BE8F7B-DF76-44FD-ADAD-916BA3BB50C3}" type="doc">
      <dgm:prSet loTypeId="urn:microsoft.com/office/officeart/2005/8/layout/hList1" loCatId="list" qsTypeId="urn:microsoft.com/office/officeart/2005/8/quickstyle/simple1" qsCatId="simple" csTypeId="urn:microsoft.com/office/officeart/2005/8/colors/colorful1" csCatId="colorful"/>
      <dgm:spPr/>
      <dgm:t>
        <a:bodyPr/>
        <a:lstStyle/>
        <a:p>
          <a:endParaRPr lang="en-US"/>
        </a:p>
      </dgm:t>
    </dgm:pt>
    <dgm:pt modelId="{12E669A8-4F03-41E2-A7CF-657109DCEE85}">
      <dgm:prSet/>
      <dgm:spPr/>
      <dgm:t>
        <a:bodyPr/>
        <a:lstStyle/>
        <a:p>
          <a:r>
            <a:rPr lang="en-US"/>
            <a:t>Describing the characteristics of each cluster on a set of </a:t>
          </a:r>
          <a:r>
            <a:rPr lang="en-US" u="sng"/>
            <a:t>additional variables (not the clustering variables)</a:t>
          </a:r>
          <a:r>
            <a:rPr lang="en-US"/>
            <a:t> to further understand the differences between clusters</a:t>
          </a:r>
        </a:p>
      </dgm:t>
    </dgm:pt>
    <dgm:pt modelId="{E4035A9E-903A-4863-A909-2CF5A8D37D84}" type="parTrans" cxnId="{3591A889-A15E-4DC1-A0D9-1C08B5B474BB}">
      <dgm:prSet/>
      <dgm:spPr/>
      <dgm:t>
        <a:bodyPr/>
        <a:lstStyle/>
        <a:p>
          <a:endParaRPr lang="en-US"/>
        </a:p>
      </dgm:t>
    </dgm:pt>
    <dgm:pt modelId="{2BAFAED5-B624-457D-A881-2D25F0D3F583}" type="sibTrans" cxnId="{3591A889-A15E-4DC1-A0D9-1C08B5B474BB}">
      <dgm:prSet/>
      <dgm:spPr/>
      <dgm:t>
        <a:bodyPr/>
        <a:lstStyle/>
        <a:p>
          <a:endParaRPr lang="en-US"/>
        </a:p>
      </dgm:t>
    </dgm:pt>
    <dgm:pt modelId="{D4F79FE3-3709-42D6-92D0-DFB5DBCDC304}">
      <dgm:prSet/>
      <dgm:spPr/>
      <dgm:t>
        <a:bodyPr/>
        <a:lstStyle/>
        <a:p>
          <a:r>
            <a:rPr lang="en-US"/>
            <a:t>Examples include descriptive variables (e.g., demographics) as well as other outcome-related measures.</a:t>
          </a:r>
        </a:p>
      </dgm:t>
    </dgm:pt>
    <dgm:pt modelId="{4EE0CC03-A6E1-439F-A45E-90791B855BDC}" type="parTrans" cxnId="{0EA425C1-7009-47BF-A46A-7EDF81E63CED}">
      <dgm:prSet/>
      <dgm:spPr/>
      <dgm:t>
        <a:bodyPr/>
        <a:lstStyle/>
        <a:p>
          <a:endParaRPr lang="en-US"/>
        </a:p>
      </dgm:t>
    </dgm:pt>
    <dgm:pt modelId="{2F0003CC-1F06-46BB-AB75-B75EC8F0E505}" type="sibTrans" cxnId="{0EA425C1-7009-47BF-A46A-7EDF81E63CED}">
      <dgm:prSet/>
      <dgm:spPr/>
      <dgm:t>
        <a:bodyPr/>
        <a:lstStyle/>
        <a:p>
          <a:endParaRPr lang="en-US"/>
        </a:p>
      </dgm:t>
    </dgm:pt>
    <dgm:pt modelId="{F29B5504-A933-485C-88FF-5A477E6161B1}">
      <dgm:prSet/>
      <dgm:spPr/>
      <dgm:t>
        <a:bodyPr/>
        <a:lstStyle/>
        <a:p>
          <a:r>
            <a:rPr lang="en-US"/>
            <a:t>Provides insight to researchers as to nature and character of the clusters.</a:t>
          </a:r>
        </a:p>
      </dgm:t>
    </dgm:pt>
    <dgm:pt modelId="{EEBB6F9E-3896-4FBD-9436-1B071955F90B}" type="parTrans" cxnId="{727D8E85-C4FA-48B2-AAA0-081B4302A2C9}">
      <dgm:prSet/>
      <dgm:spPr/>
      <dgm:t>
        <a:bodyPr/>
        <a:lstStyle/>
        <a:p>
          <a:endParaRPr lang="en-US"/>
        </a:p>
      </dgm:t>
    </dgm:pt>
    <dgm:pt modelId="{57ADDF61-0A70-4100-BBF4-5749EF9CC33D}" type="sibTrans" cxnId="{727D8E85-C4FA-48B2-AAA0-081B4302A2C9}">
      <dgm:prSet/>
      <dgm:spPr/>
      <dgm:t>
        <a:bodyPr/>
        <a:lstStyle/>
        <a:p>
          <a:endParaRPr lang="en-US"/>
        </a:p>
      </dgm:t>
    </dgm:pt>
    <dgm:pt modelId="{CC02FF48-EACB-4AA8-A819-AD4707A8EAD4}">
      <dgm:prSet/>
      <dgm:spPr/>
      <dgm:t>
        <a:bodyPr/>
        <a:lstStyle/>
        <a:p>
          <a:r>
            <a:rPr lang="en-US"/>
            <a:t>Clusters should differ on these relevant dimensions. This typically involves the use of discriminant analysis or ANOVA. </a:t>
          </a:r>
        </a:p>
      </dgm:t>
    </dgm:pt>
    <dgm:pt modelId="{E301E739-0752-41F0-9490-67E0AD15EEE5}" type="parTrans" cxnId="{261DAE59-C8C9-4449-AC63-B4AC7789F548}">
      <dgm:prSet/>
      <dgm:spPr/>
      <dgm:t>
        <a:bodyPr/>
        <a:lstStyle/>
        <a:p>
          <a:endParaRPr lang="en-US"/>
        </a:p>
      </dgm:t>
    </dgm:pt>
    <dgm:pt modelId="{E1325DF0-5EEC-410E-8499-0C8FD3116996}" type="sibTrans" cxnId="{261DAE59-C8C9-4449-AC63-B4AC7789F548}">
      <dgm:prSet/>
      <dgm:spPr/>
      <dgm:t>
        <a:bodyPr/>
        <a:lstStyle/>
        <a:p>
          <a:endParaRPr lang="en-US"/>
        </a:p>
      </dgm:t>
    </dgm:pt>
    <dgm:pt modelId="{EEDF1C76-18FC-4699-B432-9FE46BD6E3B2}" type="pres">
      <dgm:prSet presAssocID="{53BE8F7B-DF76-44FD-ADAD-916BA3BB50C3}" presName="Name0" presStyleCnt="0">
        <dgm:presLayoutVars>
          <dgm:dir/>
          <dgm:animLvl val="lvl"/>
          <dgm:resizeHandles val="exact"/>
        </dgm:presLayoutVars>
      </dgm:prSet>
      <dgm:spPr/>
    </dgm:pt>
    <dgm:pt modelId="{8C9C7277-B244-4EE0-8FAD-5365ADAD4A79}" type="pres">
      <dgm:prSet presAssocID="{12E669A8-4F03-41E2-A7CF-657109DCEE85}" presName="composite" presStyleCnt="0"/>
      <dgm:spPr/>
    </dgm:pt>
    <dgm:pt modelId="{1EE3C84E-9E6B-47CB-A29E-5CC01BBEB8EF}" type="pres">
      <dgm:prSet presAssocID="{12E669A8-4F03-41E2-A7CF-657109DCEE85}" presName="parTx" presStyleLbl="alignNode1" presStyleIdx="0" presStyleCnt="2">
        <dgm:presLayoutVars>
          <dgm:chMax val="0"/>
          <dgm:chPref val="0"/>
          <dgm:bulletEnabled val="1"/>
        </dgm:presLayoutVars>
      </dgm:prSet>
      <dgm:spPr/>
    </dgm:pt>
    <dgm:pt modelId="{09253766-5DFF-4FE5-8C47-D672D5EE0AC9}" type="pres">
      <dgm:prSet presAssocID="{12E669A8-4F03-41E2-A7CF-657109DCEE85}" presName="desTx" presStyleLbl="alignAccFollowNode1" presStyleIdx="0" presStyleCnt="2">
        <dgm:presLayoutVars>
          <dgm:bulletEnabled val="1"/>
        </dgm:presLayoutVars>
      </dgm:prSet>
      <dgm:spPr/>
    </dgm:pt>
    <dgm:pt modelId="{AB021683-C4B3-42DE-A00F-62953C2E2F7B}" type="pres">
      <dgm:prSet presAssocID="{2BAFAED5-B624-457D-A881-2D25F0D3F583}" presName="space" presStyleCnt="0"/>
      <dgm:spPr/>
    </dgm:pt>
    <dgm:pt modelId="{3F53B008-1AB3-4014-B11B-CFF869D634B6}" type="pres">
      <dgm:prSet presAssocID="{CC02FF48-EACB-4AA8-A819-AD4707A8EAD4}" presName="composite" presStyleCnt="0"/>
      <dgm:spPr/>
    </dgm:pt>
    <dgm:pt modelId="{A38BDF9B-3144-4628-BF40-5CE50A18BF84}" type="pres">
      <dgm:prSet presAssocID="{CC02FF48-EACB-4AA8-A819-AD4707A8EAD4}" presName="parTx" presStyleLbl="alignNode1" presStyleIdx="1" presStyleCnt="2">
        <dgm:presLayoutVars>
          <dgm:chMax val="0"/>
          <dgm:chPref val="0"/>
          <dgm:bulletEnabled val="1"/>
        </dgm:presLayoutVars>
      </dgm:prSet>
      <dgm:spPr/>
    </dgm:pt>
    <dgm:pt modelId="{D7F186C1-6DC0-46DA-92D6-5BE92DAF2C0C}" type="pres">
      <dgm:prSet presAssocID="{CC02FF48-EACB-4AA8-A819-AD4707A8EAD4}" presName="desTx" presStyleLbl="alignAccFollowNode1" presStyleIdx="1" presStyleCnt="2">
        <dgm:presLayoutVars>
          <dgm:bulletEnabled val="1"/>
        </dgm:presLayoutVars>
      </dgm:prSet>
      <dgm:spPr/>
    </dgm:pt>
  </dgm:ptLst>
  <dgm:cxnLst>
    <dgm:cxn modelId="{AF7E9639-B757-452D-8D94-FDB665913F9F}" type="presOf" srcId="{D4F79FE3-3709-42D6-92D0-DFB5DBCDC304}" destId="{09253766-5DFF-4FE5-8C47-D672D5EE0AC9}" srcOrd="0" destOrd="0" presId="urn:microsoft.com/office/officeart/2005/8/layout/hList1"/>
    <dgm:cxn modelId="{F78C7B6B-5E99-4798-9473-0CE7AB67DBD8}" type="presOf" srcId="{CC02FF48-EACB-4AA8-A819-AD4707A8EAD4}" destId="{A38BDF9B-3144-4628-BF40-5CE50A18BF84}" srcOrd="0" destOrd="0" presId="urn:microsoft.com/office/officeart/2005/8/layout/hList1"/>
    <dgm:cxn modelId="{B15A6855-88C3-42F5-9933-AEEFCDCA8ADA}" type="presOf" srcId="{F29B5504-A933-485C-88FF-5A477E6161B1}" destId="{09253766-5DFF-4FE5-8C47-D672D5EE0AC9}" srcOrd="0" destOrd="1" presId="urn:microsoft.com/office/officeart/2005/8/layout/hList1"/>
    <dgm:cxn modelId="{261DAE59-C8C9-4449-AC63-B4AC7789F548}" srcId="{53BE8F7B-DF76-44FD-ADAD-916BA3BB50C3}" destId="{CC02FF48-EACB-4AA8-A819-AD4707A8EAD4}" srcOrd="1" destOrd="0" parTransId="{E301E739-0752-41F0-9490-67E0AD15EEE5}" sibTransId="{E1325DF0-5EEC-410E-8499-0C8FD3116996}"/>
    <dgm:cxn modelId="{727D8E85-C4FA-48B2-AAA0-081B4302A2C9}" srcId="{12E669A8-4F03-41E2-A7CF-657109DCEE85}" destId="{F29B5504-A933-485C-88FF-5A477E6161B1}" srcOrd="1" destOrd="0" parTransId="{EEBB6F9E-3896-4FBD-9436-1B071955F90B}" sibTransId="{57ADDF61-0A70-4100-BBF4-5749EF9CC33D}"/>
    <dgm:cxn modelId="{3591A889-A15E-4DC1-A0D9-1C08B5B474BB}" srcId="{53BE8F7B-DF76-44FD-ADAD-916BA3BB50C3}" destId="{12E669A8-4F03-41E2-A7CF-657109DCEE85}" srcOrd="0" destOrd="0" parTransId="{E4035A9E-903A-4863-A909-2CF5A8D37D84}" sibTransId="{2BAFAED5-B624-457D-A881-2D25F0D3F583}"/>
    <dgm:cxn modelId="{22D0408C-B298-4316-8872-F82B2E5F792E}" type="presOf" srcId="{12E669A8-4F03-41E2-A7CF-657109DCEE85}" destId="{1EE3C84E-9E6B-47CB-A29E-5CC01BBEB8EF}" srcOrd="0" destOrd="0" presId="urn:microsoft.com/office/officeart/2005/8/layout/hList1"/>
    <dgm:cxn modelId="{0EA425C1-7009-47BF-A46A-7EDF81E63CED}" srcId="{12E669A8-4F03-41E2-A7CF-657109DCEE85}" destId="{D4F79FE3-3709-42D6-92D0-DFB5DBCDC304}" srcOrd="0" destOrd="0" parTransId="{4EE0CC03-A6E1-439F-A45E-90791B855BDC}" sibTransId="{2F0003CC-1F06-46BB-AB75-B75EC8F0E505}"/>
    <dgm:cxn modelId="{E3DDF9F2-6144-4595-9AB7-82CD6F210FA4}" type="presOf" srcId="{53BE8F7B-DF76-44FD-ADAD-916BA3BB50C3}" destId="{EEDF1C76-18FC-4699-B432-9FE46BD6E3B2}" srcOrd="0" destOrd="0" presId="urn:microsoft.com/office/officeart/2005/8/layout/hList1"/>
    <dgm:cxn modelId="{11695231-880C-4393-BAD3-853D189A3C82}" type="presParOf" srcId="{EEDF1C76-18FC-4699-B432-9FE46BD6E3B2}" destId="{8C9C7277-B244-4EE0-8FAD-5365ADAD4A79}" srcOrd="0" destOrd="0" presId="urn:microsoft.com/office/officeart/2005/8/layout/hList1"/>
    <dgm:cxn modelId="{237D9323-08CC-40A6-9693-72660B267AFF}" type="presParOf" srcId="{8C9C7277-B244-4EE0-8FAD-5365ADAD4A79}" destId="{1EE3C84E-9E6B-47CB-A29E-5CC01BBEB8EF}" srcOrd="0" destOrd="0" presId="urn:microsoft.com/office/officeart/2005/8/layout/hList1"/>
    <dgm:cxn modelId="{29C7E6DF-D2FD-467A-BD2A-CF7FC2B404CD}" type="presParOf" srcId="{8C9C7277-B244-4EE0-8FAD-5365ADAD4A79}" destId="{09253766-5DFF-4FE5-8C47-D672D5EE0AC9}" srcOrd="1" destOrd="0" presId="urn:microsoft.com/office/officeart/2005/8/layout/hList1"/>
    <dgm:cxn modelId="{D5810F6A-8CCD-4310-ABA1-DB6466016E51}" type="presParOf" srcId="{EEDF1C76-18FC-4699-B432-9FE46BD6E3B2}" destId="{AB021683-C4B3-42DE-A00F-62953C2E2F7B}" srcOrd="1" destOrd="0" presId="urn:microsoft.com/office/officeart/2005/8/layout/hList1"/>
    <dgm:cxn modelId="{6B776AD5-2542-443A-A958-166F0312290F}" type="presParOf" srcId="{EEDF1C76-18FC-4699-B432-9FE46BD6E3B2}" destId="{3F53B008-1AB3-4014-B11B-CFF869D634B6}" srcOrd="2" destOrd="0" presId="urn:microsoft.com/office/officeart/2005/8/layout/hList1"/>
    <dgm:cxn modelId="{626AE534-EFD3-4F4D-816E-27AF9BE4B7D6}" type="presParOf" srcId="{3F53B008-1AB3-4014-B11B-CFF869D634B6}" destId="{A38BDF9B-3144-4628-BF40-5CE50A18BF84}" srcOrd="0" destOrd="0" presId="urn:microsoft.com/office/officeart/2005/8/layout/hList1"/>
    <dgm:cxn modelId="{1B333189-E3B5-4C8D-9BF6-FE4B428BE77D}" type="presParOf" srcId="{3F53B008-1AB3-4014-B11B-CFF869D634B6}" destId="{D7F186C1-6DC0-46DA-92D6-5BE92DAF2C0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95751F0-5571-4587-9029-0FD8C14E67C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2ABDEF5-72DE-4BDC-9A1D-ACC01D08B580}">
      <dgm:prSet/>
      <dgm:spPr/>
      <dgm:t>
        <a:bodyPr/>
        <a:lstStyle/>
        <a:p>
          <a:pPr>
            <a:lnSpc>
              <a:spcPct val="100000"/>
            </a:lnSpc>
          </a:pPr>
          <a:r>
            <a:rPr lang="en-US"/>
            <a:t>Regression </a:t>
          </a:r>
          <a:r>
            <a:rPr lang="en-US" b="1"/>
            <a:t>analysis</a:t>
          </a:r>
          <a:r>
            <a:rPr lang="en-US"/>
            <a:t> is a statistical method to model the </a:t>
          </a:r>
          <a:r>
            <a:rPr lang="en-US" b="1"/>
            <a:t>relationship/correlation between a dependent (target) and independent (predictor) variables with one or more independent variables.</a:t>
          </a:r>
          <a:r>
            <a:rPr lang="en-US"/>
            <a:t> </a:t>
          </a:r>
        </a:p>
      </dgm:t>
    </dgm:pt>
    <dgm:pt modelId="{DDCB6F70-E458-4A14-AE49-74A36250C5FB}" type="parTrans" cxnId="{F6DC76E9-821B-432A-BCB3-FD912F3F3848}">
      <dgm:prSet/>
      <dgm:spPr/>
      <dgm:t>
        <a:bodyPr/>
        <a:lstStyle/>
        <a:p>
          <a:endParaRPr lang="en-US"/>
        </a:p>
      </dgm:t>
    </dgm:pt>
    <dgm:pt modelId="{E4B36DAC-08A6-424E-8676-36CCCDCE132C}" type="sibTrans" cxnId="{F6DC76E9-821B-432A-BCB3-FD912F3F3848}">
      <dgm:prSet/>
      <dgm:spPr/>
      <dgm:t>
        <a:bodyPr/>
        <a:lstStyle/>
        <a:p>
          <a:endParaRPr lang="en-US"/>
        </a:p>
      </dgm:t>
    </dgm:pt>
    <dgm:pt modelId="{9ADCBF62-CD4A-4C1A-A2EF-EF8D20F141A8}">
      <dgm:prSet/>
      <dgm:spPr/>
      <dgm:t>
        <a:bodyPr/>
        <a:lstStyle/>
        <a:p>
          <a:pPr>
            <a:lnSpc>
              <a:spcPct val="100000"/>
            </a:lnSpc>
          </a:pPr>
          <a:r>
            <a:rPr lang="en-US"/>
            <a:t>Regression analysis helps us to understand </a:t>
          </a:r>
          <a:r>
            <a:rPr lang="en-US" b="1"/>
            <a:t>how the value of the dependent variable is changing corresponding to an independent variable when other independent variables are held fixed</a:t>
          </a:r>
          <a:r>
            <a:rPr lang="en-US"/>
            <a:t>. </a:t>
          </a:r>
        </a:p>
      </dgm:t>
    </dgm:pt>
    <dgm:pt modelId="{077C0EDD-5F41-4C91-BEDF-2BDAB1DBBBB3}" type="parTrans" cxnId="{3C1F8AFF-FF65-4B9C-B7F1-C1F9872297B4}">
      <dgm:prSet/>
      <dgm:spPr/>
      <dgm:t>
        <a:bodyPr/>
        <a:lstStyle/>
        <a:p>
          <a:endParaRPr lang="en-US"/>
        </a:p>
      </dgm:t>
    </dgm:pt>
    <dgm:pt modelId="{55B9DE25-3261-47D4-AF51-2158A349535B}" type="sibTrans" cxnId="{3C1F8AFF-FF65-4B9C-B7F1-C1F9872297B4}">
      <dgm:prSet/>
      <dgm:spPr/>
      <dgm:t>
        <a:bodyPr/>
        <a:lstStyle/>
        <a:p>
          <a:endParaRPr lang="en-US"/>
        </a:p>
      </dgm:t>
    </dgm:pt>
    <dgm:pt modelId="{12B4D7E3-4A79-455B-816A-DD5D358CD5F8}" type="pres">
      <dgm:prSet presAssocID="{995751F0-5571-4587-9029-0FD8C14E67CF}" presName="root" presStyleCnt="0">
        <dgm:presLayoutVars>
          <dgm:dir/>
          <dgm:resizeHandles val="exact"/>
        </dgm:presLayoutVars>
      </dgm:prSet>
      <dgm:spPr/>
    </dgm:pt>
    <dgm:pt modelId="{5BDB833D-136A-40F5-AB03-78A0E08ADD76}" type="pres">
      <dgm:prSet presAssocID="{42ABDEF5-72DE-4BDC-9A1D-ACC01D08B580}" presName="compNode" presStyleCnt="0"/>
      <dgm:spPr/>
    </dgm:pt>
    <dgm:pt modelId="{B5290DA9-2FA0-4013-8D7D-B530B6A000E3}" type="pres">
      <dgm:prSet presAssocID="{42ABDEF5-72DE-4BDC-9A1D-ACC01D08B580}" presName="bgRect" presStyleLbl="bgShp" presStyleIdx="0" presStyleCnt="2"/>
      <dgm:spPr/>
    </dgm:pt>
    <dgm:pt modelId="{5CD263E1-0927-41DD-94F9-A850C02CC8BB}" type="pres">
      <dgm:prSet presAssocID="{42ABDEF5-72DE-4BDC-9A1D-ACC01D08B58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atistics"/>
        </a:ext>
      </dgm:extLst>
    </dgm:pt>
    <dgm:pt modelId="{F53D711D-6366-4C30-A91D-4DE132243ABA}" type="pres">
      <dgm:prSet presAssocID="{42ABDEF5-72DE-4BDC-9A1D-ACC01D08B580}" presName="spaceRect" presStyleCnt="0"/>
      <dgm:spPr/>
    </dgm:pt>
    <dgm:pt modelId="{CD90E113-0B77-4EEA-9045-21BFF3722D15}" type="pres">
      <dgm:prSet presAssocID="{42ABDEF5-72DE-4BDC-9A1D-ACC01D08B580}" presName="parTx" presStyleLbl="revTx" presStyleIdx="0" presStyleCnt="2">
        <dgm:presLayoutVars>
          <dgm:chMax val="0"/>
          <dgm:chPref val="0"/>
        </dgm:presLayoutVars>
      </dgm:prSet>
      <dgm:spPr/>
    </dgm:pt>
    <dgm:pt modelId="{94D21EC4-7826-4593-B92C-51E35FC44109}" type="pres">
      <dgm:prSet presAssocID="{E4B36DAC-08A6-424E-8676-36CCCDCE132C}" presName="sibTrans" presStyleCnt="0"/>
      <dgm:spPr/>
    </dgm:pt>
    <dgm:pt modelId="{94977BC9-BD1D-45D5-871D-36343363CE5D}" type="pres">
      <dgm:prSet presAssocID="{9ADCBF62-CD4A-4C1A-A2EF-EF8D20F141A8}" presName="compNode" presStyleCnt="0"/>
      <dgm:spPr/>
    </dgm:pt>
    <dgm:pt modelId="{3943E6E3-0DA8-44E1-87F0-7DFF35B8C9C1}" type="pres">
      <dgm:prSet presAssocID="{9ADCBF62-CD4A-4C1A-A2EF-EF8D20F141A8}" presName="bgRect" presStyleLbl="bgShp" presStyleIdx="1" presStyleCnt="2"/>
      <dgm:spPr/>
    </dgm:pt>
    <dgm:pt modelId="{4EE3C2DC-26F8-420B-8CED-5E2B1C12C7EE}" type="pres">
      <dgm:prSet presAssocID="{9ADCBF62-CD4A-4C1A-A2EF-EF8D20F141A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lculator"/>
        </a:ext>
      </dgm:extLst>
    </dgm:pt>
    <dgm:pt modelId="{D23AC1DD-56DF-4F79-BECF-E84F5119802C}" type="pres">
      <dgm:prSet presAssocID="{9ADCBF62-CD4A-4C1A-A2EF-EF8D20F141A8}" presName="spaceRect" presStyleCnt="0"/>
      <dgm:spPr/>
    </dgm:pt>
    <dgm:pt modelId="{68F6CD65-D712-4071-BEA3-39F4B9FF7F68}" type="pres">
      <dgm:prSet presAssocID="{9ADCBF62-CD4A-4C1A-A2EF-EF8D20F141A8}" presName="parTx" presStyleLbl="revTx" presStyleIdx="1" presStyleCnt="2">
        <dgm:presLayoutVars>
          <dgm:chMax val="0"/>
          <dgm:chPref val="0"/>
        </dgm:presLayoutVars>
      </dgm:prSet>
      <dgm:spPr/>
    </dgm:pt>
  </dgm:ptLst>
  <dgm:cxnLst>
    <dgm:cxn modelId="{39121E3B-84AF-481E-AFEE-7FA9D3164CDE}" type="presOf" srcId="{9ADCBF62-CD4A-4C1A-A2EF-EF8D20F141A8}" destId="{68F6CD65-D712-4071-BEA3-39F4B9FF7F68}" srcOrd="0" destOrd="0" presId="urn:microsoft.com/office/officeart/2018/2/layout/IconVerticalSolidList"/>
    <dgm:cxn modelId="{A236F13F-64FA-4394-B5AA-FAB6AE43D948}" type="presOf" srcId="{42ABDEF5-72DE-4BDC-9A1D-ACC01D08B580}" destId="{CD90E113-0B77-4EEA-9045-21BFF3722D15}" srcOrd="0" destOrd="0" presId="urn:microsoft.com/office/officeart/2018/2/layout/IconVerticalSolidList"/>
    <dgm:cxn modelId="{A3024467-EE1F-4816-8317-EA40BD4F4C64}" type="presOf" srcId="{995751F0-5571-4587-9029-0FD8C14E67CF}" destId="{12B4D7E3-4A79-455B-816A-DD5D358CD5F8}" srcOrd="0" destOrd="0" presId="urn:microsoft.com/office/officeart/2018/2/layout/IconVerticalSolidList"/>
    <dgm:cxn modelId="{F6DC76E9-821B-432A-BCB3-FD912F3F3848}" srcId="{995751F0-5571-4587-9029-0FD8C14E67CF}" destId="{42ABDEF5-72DE-4BDC-9A1D-ACC01D08B580}" srcOrd="0" destOrd="0" parTransId="{DDCB6F70-E458-4A14-AE49-74A36250C5FB}" sibTransId="{E4B36DAC-08A6-424E-8676-36CCCDCE132C}"/>
    <dgm:cxn modelId="{3C1F8AFF-FF65-4B9C-B7F1-C1F9872297B4}" srcId="{995751F0-5571-4587-9029-0FD8C14E67CF}" destId="{9ADCBF62-CD4A-4C1A-A2EF-EF8D20F141A8}" srcOrd="1" destOrd="0" parTransId="{077C0EDD-5F41-4C91-BEDF-2BDAB1DBBBB3}" sibTransId="{55B9DE25-3261-47D4-AF51-2158A349535B}"/>
    <dgm:cxn modelId="{3B15E52E-AAB5-49CF-95B6-E3C4CD85FDDF}" type="presParOf" srcId="{12B4D7E3-4A79-455B-816A-DD5D358CD5F8}" destId="{5BDB833D-136A-40F5-AB03-78A0E08ADD76}" srcOrd="0" destOrd="0" presId="urn:microsoft.com/office/officeart/2018/2/layout/IconVerticalSolidList"/>
    <dgm:cxn modelId="{05320168-41CA-48EC-B221-7C09B5A4ABF1}" type="presParOf" srcId="{5BDB833D-136A-40F5-AB03-78A0E08ADD76}" destId="{B5290DA9-2FA0-4013-8D7D-B530B6A000E3}" srcOrd="0" destOrd="0" presId="urn:microsoft.com/office/officeart/2018/2/layout/IconVerticalSolidList"/>
    <dgm:cxn modelId="{0F108ABA-70B1-4548-BB92-C67D272D0420}" type="presParOf" srcId="{5BDB833D-136A-40F5-AB03-78A0E08ADD76}" destId="{5CD263E1-0927-41DD-94F9-A850C02CC8BB}" srcOrd="1" destOrd="0" presId="urn:microsoft.com/office/officeart/2018/2/layout/IconVerticalSolidList"/>
    <dgm:cxn modelId="{62E070C0-3B25-439C-B453-82955BBDD8FF}" type="presParOf" srcId="{5BDB833D-136A-40F5-AB03-78A0E08ADD76}" destId="{F53D711D-6366-4C30-A91D-4DE132243ABA}" srcOrd="2" destOrd="0" presId="urn:microsoft.com/office/officeart/2018/2/layout/IconVerticalSolidList"/>
    <dgm:cxn modelId="{B4F2042D-21DA-42EC-ABC2-B6C1BF3C64EB}" type="presParOf" srcId="{5BDB833D-136A-40F5-AB03-78A0E08ADD76}" destId="{CD90E113-0B77-4EEA-9045-21BFF3722D15}" srcOrd="3" destOrd="0" presId="urn:microsoft.com/office/officeart/2018/2/layout/IconVerticalSolidList"/>
    <dgm:cxn modelId="{A5907236-87A9-4192-910F-D30E126F911F}" type="presParOf" srcId="{12B4D7E3-4A79-455B-816A-DD5D358CD5F8}" destId="{94D21EC4-7826-4593-B92C-51E35FC44109}" srcOrd="1" destOrd="0" presId="urn:microsoft.com/office/officeart/2018/2/layout/IconVerticalSolidList"/>
    <dgm:cxn modelId="{720D6679-0DF1-46B3-B131-C1EDD9539282}" type="presParOf" srcId="{12B4D7E3-4A79-455B-816A-DD5D358CD5F8}" destId="{94977BC9-BD1D-45D5-871D-36343363CE5D}" srcOrd="2" destOrd="0" presId="urn:microsoft.com/office/officeart/2018/2/layout/IconVerticalSolidList"/>
    <dgm:cxn modelId="{750546E4-0FF3-48E4-BC7A-E09924F11538}" type="presParOf" srcId="{94977BC9-BD1D-45D5-871D-36343363CE5D}" destId="{3943E6E3-0DA8-44E1-87F0-7DFF35B8C9C1}" srcOrd="0" destOrd="0" presId="urn:microsoft.com/office/officeart/2018/2/layout/IconVerticalSolidList"/>
    <dgm:cxn modelId="{2908C733-3DCB-4F30-BD98-3FD57C71CAAA}" type="presParOf" srcId="{94977BC9-BD1D-45D5-871D-36343363CE5D}" destId="{4EE3C2DC-26F8-420B-8CED-5E2B1C12C7EE}" srcOrd="1" destOrd="0" presId="urn:microsoft.com/office/officeart/2018/2/layout/IconVerticalSolidList"/>
    <dgm:cxn modelId="{01ECC9AD-1E11-41EE-B467-29A8CC2363E4}" type="presParOf" srcId="{94977BC9-BD1D-45D5-871D-36343363CE5D}" destId="{D23AC1DD-56DF-4F79-BECF-E84F5119802C}" srcOrd="2" destOrd="0" presId="urn:microsoft.com/office/officeart/2018/2/layout/IconVerticalSolidList"/>
    <dgm:cxn modelId="{6E03F876-8DE9-4FAA-9F0B-56BD727C4916}" type="presParOf" srcId="{94977BC9-BD1D-45D5-871D-36343363CE5D}" destId="{68F6CD65-D712-4071-BEA3-39F4B9FF7F6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8608CF3-8332-4986-B0B1-0DC06CE933B9}"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D87B8EE6-B4CE-465C-AAA1-F1439C7D91BF}">
      <dgm:prSet/>
      <dgm:spPr/>
      <dgm:t>
        <a:bodyPr/>
        <a:lstStyle/>
        <a:p>
          <a:r>
            <a:rPr lang="en-US"/>
            <a:t>Clustering explores natural groupings within data, while regression predicts a specific outcome based on input variables.</a:t>
          </a:r>
        </a:p>
      </dgm:t>
    </dgm:pt>
    <dgm:pt modelId="{1B43DE25-CF64-4077-B08C-6B5DB136B442}" type="parTrans" cxnId="{8EABC862-A0DB-4497-86A7-6238608CD7F1}">
      <dgm:prSet/>
      <dgm:spPr/>
      <dgm:t>
        <a:bodyPr/>
        <a:lstStyle/>
        <a:p>
          <a:endParaRPr lang="en-US"/>
        </a:p>
      </dgm:t>
    </dgm:pt>
    <dgm:pt modelId="{F92C7AB1-FF78-4F6A-A7B5-21FAA0C8E572}" type="sibTrans" cxnId="{8EABC862-A0DB-4497-86A7-6238608CD7F1}">
      <dgm:prSet/>
      <dgm:spPr/>
      <dgm:t>
        <a:bodyPr/>
        <a:lstStyle/>
        <a:p>
          <a:endParaRPr lang="en-US"/>
        </a:p>
      </dgm:t>
    </dgm:pt>
    <dgm:pt modelId="{7F818AA2-785F-45B6-B5E7-6A4CF4B12BB6}">
      <dgm:prSet/>
      <dgm:spPr/>
      <dgm:t>
        <a:bodyPr/>
        <a:lstStyle/>
        <a:p>
          <a:r>
            <a:rPr lang="en-US"/>
            <a:t>Clustering is </a:t>
          </a:r>
          <a:r>
            <a:rPr lang="en-US" i="1"/>
            <a:t>unsupervised</a:t>
          </a:r>
          <a:r>
            <a:rPr lang="en-US"/>
            <a:t> it finds structure without predefined labels. Regression is </a:t>
          </a:r>
          <a:r>
            <a:rPr lang="en-US" i="1"/>
            <a:t>supervised</a:t>
          </a:r>
          <a:r>
            <a:rPr lang="en-US"/>
            <a:t> it learns from known outcomes.</a:t>
          </a:r>
        </a:p>
      </dgm:t>
    </dgm:pt>
    <dgm:pt modelId="{8F082A9F-AD46-4551-BF9C-FEE5D2BF4311}" type="parTrans" cxnId="{1C1E32E3-B979-4662-B092-BC78E92C26D2}">
      <dgm:prSet/>
      <dgm:spPr/>
      <dgm:t>
        <a:bodyPr/>
        <a:lstStyle/>
        <a:p>
          <a:endParaRPr lang="en-US"/>
        </a:p>
      </dgm:t>
    </dgm:pt>
    <dgm:pt modelId="{B579A593-51CA-46EB-B599-336138F0FC2D}" type="sibTrans" cxnId="{1C1E32E3-B979-4662-B092-BC78E92C26D2}">
      <dgm:prSet/>
      <dgm:spPr/>
      <dgm:t>
        <a:bodyPr/>
        <a:lstStyle/>
        <a:p>
          <a:endParaRPr lang="en-US"/>
        </a:p>
      </dgm:t>
    </dgm:pt>
    <dgm:pt modelId="{97579FF7-8049-464D-8B14-7FEF96467734}">
      <dgm:prSet/>
      <dgm:spPr/>
      <dgm:t>
        <a:bodyPr/>
        <a:lstStyle/>
        <a:p>
          <a:r>
            <a:rPr lang="en-US"/>
            <a:t>Clustering produces </a:t>
          </a:r>
          <a:r>
            <a:rPr lang="en-US" b="1"/>
            <a:t>segments or profiles</a:t>
          </a:r>
          <a:r>
            <a:rPr lang="en-US"/>
            <a:t> (e.g., Active, Moderate, Casual users). Regression produces a </a:t>
          </a:r>
          <a:r>
            <a:rPr lang="en-US" b="1"/>
            <a:t>mathematical relationship</a:t>
          </a:r>
          <a:r>
            <a:rPr lang="en-US"/>
            <a:t> (e.g., how Steps predict Duration).</a:t>
          </a:r>
        </a:p>
      </dgm:t>
    </dgm:pt>
    <dgm:pt modelId="{F87829E9-3ABD-471C-BB50-A7FC2E110D75}" type="parTrans" cxnId="{288D1B84-8EDE-4B6E-BF5B-59C6FF1196C5}">
      <dgm:prSet/>
      <dgm:spPr/>
      <dgm:t>
        <a:bodyPr/>
        <a:lstStyle/>
        <a:p>
          <a:endParaRPr lang="en-US"/>
        </a:p>
      </dgm:t>
    </dgm:pt>
    <dgm:pt modelId="{69E3C051-018A-4210-BCF9-43959407D429}" type="sibTrans" cxnId="{288D1B84-8EDE-4B6E-BF5B-59C6FF1196C5}">
      <dgm:prSet/>
      <dgm:spPr/>
      <dgm:t>
        <a:bodyPr/>
        <a:lstStyle/>
        <a:p>
          <a:endParaRPr lang="en-US"/>
        </a:p>
      </dgm:t>
    </dgm:pt>
    <dgm:pt modelId="{8595CA3C-CDE2-4C2D-957D-458216BEED3F}">
      <dgm:prSet/>
      <dgm:spPr/>
      <dgm:t>
        <a:bodyPr/>
        <a:lstStyle/>
        <a:p>
          <a:r>
            <a:rPr lang="en-US"/>
            <a:t>Clustering answers </a:t>
          </a:r>
          <a:r>
            <a:rPr lang="en-US" i="1"/>
            <a:t>“Who are the similar users?”</a:t>
          </a:r>
          <a:r>
            <a:rPr lang="en-US"/>
            <a:t>; regression answers </a:t>
          </a:r>
          <a:r>
            <a:rPr lang="en-US" i="1"/>
            <a:t>“How much does one variable affect another?”</a:t>
          </a:r>
          <a:endParaRPr lang="en-US"/>
        </a:p>
      </dgm:t>
    </dgm:pt>
    <dgm:pt modelId="{9103484D-B314-4778-B0E9-BEE45A4E1927}" type="parTrans" cxnId="{80399C08-A5CB-415D-9D67-75188370A969}">
      <dgm:prSet/>
      <dgm:spPr/>
      <dgm:t>
        <a:bodyPr/>
        <a:lstStyle/>
        <a:p>
          <a:endParaRPr lang="en-US"/>
        </a:p>
      </dgm:t>
    </dgm:pt>
    <dgm:pt modelId="{27A98909-3392-497B-A735-B75BE807B50C}" type="sibTrans" cxnId="{80399C08-A5CB-415D-9D67-75188370A969}">
      <dgm:prSet/>
      <dgm:spPr/>
      <dgm:t>
        <a:bodyPr/>
        <a:lstStyle/>
        <a:p>
          <a:endParaRPr lang="en-US"/>
        </a:p>
      </dgm:t>
    </dgm:pt>
    <dgm:pt modelId="{96253174-E7E3-4770-BEC0-139E51F5A519}">
      <dgm:prSet/>
      <dgm:spPr/>
      <dgm:t>
        <a:bodyPr/>
        <a:lstStyle/>
        <a:p>
          <a:r>
            <a:rPr lang="en-US"/>
            <a:t>Both can use the same dataset (Steps, Duration, Workouts), but clustering finds hidden patterns; regression quantifies relationships.</a:t>
          </a:r>
        </a:p>
      </dgm:t>
    </dgm:pt>
    <dgm:pt modelId="{2F8ACAD5-083E-4111-BDC2-9BB391213353}" type="parTrans" cxnId="{A07C0FF1-D527-49DF-81C8-CDD60411C021}">
      <dgm:prSet/>
      <dgm:spPr/>
      <dgm:t>
        <a:bodyPr/>
        <a:lstStyle/>
        <a:p>
          <a:endParaRPr lang="en-US"/>
        </a:p>
      </dgm:t>
    </dgm:pt>
    <dgm:pt modelId="{7E221A2D-C892-40AD-9D6B-3746BCEB99AB}" type="sibTrans" cxnId="{A07C0FF1-D527-49DF-81C8-CDD60411C021}">
      <dgm:prSet/>
      <dgm:spPr/>
      <dgm:t>
        <a:bodyPr/>
        <a:lstStyle/>
        <a:p>
          <a:endParaRPr lang="en-US"/>
        </a:p>
      </dgm:t>
    </dgm:pt>
    <dgm:pt modelId="{8FD7EDE6-5011-4342-8892-B1ABC7537F56}">
      <dgm:prSet/>
      <dgm:spPr/>
      <dgm:t>
        <a:bodyPr/>
        <a:lstStyle/>
        <a:p>
          <a:r>
            <a:rPr lang="en-US"/>
            <a:t>Clustering can identify user groups first, and regression can then analyze what drives behavior within each group giving both strategic and predictive insights.</a:t>
          </a:r>
        </a:p>
      </dgm:t>
    </dgm:pt>
    <dgm:pt modelId="{CEC5C276-8B98-431A-A938-3F9CE369E36C}" type="parTrans" cxnId="{C217D10C-5A52-4CBF-B968-B599570D7258}">
      <dgm:prSet/>
      <dgm:spPr/>
      <dgm:t>
        <a:bodyPr/>
        <a:lstStyle/>
        <a:p>
          <a:endParaRPr lang="en-US"/>
        </a:p>
      </dgm:t>
    </dgm:pt>
    <dgm:pt modelId="{1C627517-DE75-436E-BEF5-9A6B341AFD8D}" type="sibTrans" cxnId="{C217D10C-5A52-4CBF-B968-B599570D7258}">
      <dgm:prSet/>
      <dgm:spPr/>
      <dgm:t>
        <a:bodyPr/>
        <a:lstStyle/>
        <a:p>
          <a:endParaRPr lang="en-US"/>
        </a:p>
      </dgm:t>
    </dgm:pt>
    <dgm:pt modelId="{DB9E424C-BF03-438A-A4BF-F93449B36274}">
      <dgm:prSet/>
      <dgm:spPr/>
      <dgm:t>
        <a:bodyPr/>
        <a:lstStyle/>
        <a:p>
          <a:r>
            <a:rPr lang="en-US"/>
            <a:t>In the fitness dataset, clustering helps define user segments for engagement strategy, while regression helps forecast outcomes like session duration from daily steps.</a:t>
          </a:r>
        </a:p>
      </dgm:t>
    </dgm:pt>
    <dgm:pt modelId="{AAB9B715-A52C-4FE5-8BC2-F6D0FACE8857}" type="parTrans" cxnId="{B1D637C3-86B4-450E-9E99-470DD886435B}">
      <dgm:prSet/>
      <dgm:spPr/>
      <dgm:t>
        <a:bodyPr/>
        <a:lstStyle/>
        <a:p>
          <a:endParaRPr lang="en-US"/>
        </a:p>
      </dgm:t>
    </dgm:pt>
    <dgm:pt modelId="{0AC37B11-932C-4C00-B396-3F9A54A0477D}" type="sibTrans" cxnId="{B1D637C3-86B4-450E-9E99-470DD886435B}">
      <dgm:prSet/>
      <dgm:spPr/>
      <dgm:t>
        <a:bodyPr/>
        <a:lstStyle/>
        <a:p>
          <a:endParaRPr lang="en-US"/>
        </a:p>
      </dgm:t>
    </dgm:pt>
    <dgm:pt modelId="{BB72D88A-49E5-46BA-B7C8-BB991167C7A6}" type="pres">
      <dgm:prSet presAssocID="{B8608CF3-8332-4986-B0B1-0DC06CE933B9}" presName="vert0" presStyleCnt="0">
        <dgm:presLayoutVars>
          <dgm:dir/>
          <dgm:animOne val="branch"/>
          <dgm:animLvl val="lvl"/>
        </dgm:presLayoutVars>
      </dgm:prSet>
      <dgm:spPr/>
    </dgm:pt>
    <dgm:pt modelId="{4256755E-FFA8-41F4-9E3A-5D215EF66831}" type="pres">
      <dgm:prSet presAssocID="{D87B8EE6-B4CE-465C-AAA1-F1439C7D91BF}" presName="thickLine" presStyleLbl="alignNode1" presStyleIdx="0" presStyleCnt="7"/>
      <dgm:spPr/>
    </dgm:pt>
    <dgm:pt modelId="{1F63F2DF-B54C-4EA2-83ED-4B94197ECC78}" type="pres">
      <dgm:prSet presAssocID="{D87B8EE6-B4CE-465C-AAA1-F1439C7D91BF}" presName="horz1" presStyleCnt="0"/>
      <dgm:spPr/>
    </dgm:pt>
    <dgm:pt modelId="{E9B9F494-BDB3-419E-BFAB-ACF249FAF591}" type="pres">
      <dgm:prSet presAssocID="{D87B8EE6-B4CE-465C-AAA1-F1439C7D91BF}" presName="tx1" presStyleLbl="revTx" presStyleIdx="0" presStyleCnt="7"/>
      <dgm:spPr/>
    </dgm:pt>
    <dgm:pt modelId="{2F727A12-23BE-43DE-A878-42939928405D}" type="pres">
      <dgm:prSet presAssocID="{D87B8EE6-B4CE-465C-AAA1-F1439C7D91BF}" presName="vert1" presStyleCnt="0"/>
      <dgm:spPr/>
    </dgm:pt>
    <dgm:pt modelId="{E710B383-279F-4A43-BF1B-E9191A4AC70A}" type="pres">
      <dgm:prSet presAssocID="{7F818AA2-785F-45B6-B5E7-6A4CF4B12BB6}" presName="thickLine" presStyleLbl="alignNode1" presStyleIdx="1" presStyleCnt="7"/>
      <dgm:spPr/>
    </dgm:pt>
    <dgm:pt modelId="{61D811C3-1ED5-4EB5-B212-B51FEDC72CB5}" type="pres">
      <dgm:prSet presAssocID="{7F818AA2-785F-45B6-B5E7-6A4CF4B12BB6}" presName="horz1" presStyleCnt="0"/>
      <dgm:spPr/>
    </dgm:pt>
    <dgm:pt modelId="{4BB06CFF-9D3F-4004-BDA1-880349407B4C}" type="pres">
      <dgm:prSet presAssocID="{7F818AA2-785F-45B6-B5E7-6A4CF4B12BB6}" presName="tx1" presStyleLbl="revTx" presStyleIdx="1" presStyleCnt="7"/>
      <dgm:spPr/>
    </dgm:pt>
    <dgm:pt modelId="{9E173334-C605-467E-9297-58C0D3A004F4}" type="pres">
      <dgm:prSet presAssocID="{7F818AA2-785F-45B6-B5E7-6A4CF4B12BB6}" presName="vert1" presStyleCnt="0"/>
      <dgm:spPr/>
    </dgm:pt>
    <dgm:pt modelId="{6043566F-591F-4FA0-8FF3-393AC23B0837}" type="pres">
      <dgm:prSet presAssocID="{97579FF7-8049-464D-8B14-7FEF96467734}" presName="thickLine" presStyleLbl="alignNode1" presStyleIdx="2" presStyleCnt="7"/>
      <dgm:spPr/>
    </dgm:pt>
    <dgm:pt modelId="{3F3154A0-87C1-434A-BDD2-E0F9436F49D7}" type="pres">
      <dgm:prSet presAssocID="{97579FF7-8049-464D-8B14-7FEF96467734}" presName="horz1" presStyleCnt="0"/>
      <dgm:spPr/>
    </dgm:pt>
    <dgm:pt modelId="{1421E570-1485-43A8-8F1E-97FC9AB0DCEB}" type="pres">
      <dgm:prSet presAssocID="{97579FF7-8049-464D-8B14-7FEF96467734}" presName="tx1" presStyleLbl="revTx" presStyleIdx="2" presStyleCnt="7"/>
      <dgm:spPr/>
    </dgm:pt>
    <dgm:pt modelId="{E02E21AD-E008-4D33-BA25-64E1DC139E9F}" type="pres">
      <dgm:prSet presAssocID="{97579FF7-8049-464D-8B14-7FEF96467734}" presName="vert1" presStyleCnt="0"/>
      <dgm:spPr/>
    </dgm:pt>
    <dgm:pt modelId="{5491D1E4-75DE-4BD4-B4AD-535257136A0B}" type="pres">
      <dgm:prSet presAssocID="{8595CA3C-CDE2-4C2D-957D-458216BEED3F}" presName="thickLine" presStyleLbl="alignNode1" presStyleIdx="3" presStyleCnt="7"/>
      <dgm:spPr/>
    </dgm:pt>
    <dgm:pt modelId="{77CD470D-33C5-46AE-8F08-605A55FFAA10}" type="pres">
      <dgm:prSet presAssocID="{8595CA3C-CDE2-4C2D-957D-458216BEED3F}" presName="horz1" presStyleCnt="0"/>
      <dgm:spPr/>
    </dgm:pt>
    <dgm:pt modelId="{1698A64B-FFB8-4161-9324-F83346606DDD}" type="pres">
      <dgm:prSet presAssocID="{8595CA3C-CDE2-4C2D-957D-458216BEED3F}" presName="tx1" presStyleLbl="revTx" presStyleIdx="3" presStyleCnt="7"/>
      <dgm:spPr/>
    </dgm:pt>
    <dgm:pt modelId="{97432A5B-D5B0-4DBB-8E85-3E9A4F305CD8}" type="pres">
      <dgm:prSet presAssocID="{8595CA3C-CDE2-4C2D-957D-458216BEED3F}" presName="vert1" presStyleCnt="0"/>
      <dgm:spPr/>
    </dgm:pt>
    <dgm:pt modelId="{C03F166B-AFBF-4ACD-8D2E-E606B003FF20}" type="pres">
      <dgm:prSet presAssocID="{96253174-E7E3-4770-BEC0-139E51F5A519}" presName="thickLine" presStyleLbl="alignNode1" presStyleIdx="4" presStyleCnt="7"/>
      <dgm:spPr/>
    </dgm:pt>
    <dgm:pt modelId="{49F90EDF-6AA3-4DC1-B6CA-4873D3E0B3AD}" type="pres">
      <dgm:prSet presAssocID="{96253174-E7E3-4770-BEC0-139E51F5A519}" presName="horz1" presStyleCnt="0"/>
      <dgm:spPr/>
    </dgm:pt>
    <dgm:pt modelId="{18A2F83C-741A-49E7-AA78-A8DFED00CA1C}" type="pres">
      <dgm:prSet presAssocID="{96253174-E7E3-4770-BEC0-139E51F5A519}" presName="tx1" presStyleLbl="revTx" presStyleIdx="4" presStyleCnt="7"/>
      <dgm:spPr/>
    </dgm:pt>
    <dgm:pt modelId="{2AD530C7-59D2-458F-BE74-86CC4F55B054}" type="pres">
      <dgm:prSet presAssocID="{96253174-E7E3-4770-BEC0-139E51F5A519}" presName="vert1" presStyleCnt="0"/>
      <dgm:spPr/>
    </dgm:pt>
    <dgm:pt modelId="{928E9CB5-8312-4D88-ACD5-D30A73769AF8}" type="pres">
      <dgm:prSet presAssocID="{8FD7EDE6-5011-4342-8892-B1ABC7537F56}" presName="thickLine" presStyleLbl="alignNode1" presStyleIdx="5" presStyleCnt="7"/>
      <dgm:spPr/>
    </dgm:pt>
    <dgm:pt modelId="{DB021C35-1AFC-476F-B290-A3022FF2D949}" type="pres">
      <dgm:prSet presAssocID="{8FD7EDE6-5011-4342-8892-B1ABC7537F56}" presName="horz1" presStyleCnt="0"/>
      <dgm:spPr/>
    </dgm:pt>
    <dgm:pt modelId="{23099C85-304B-49EE-B6EA-51BFEEE4907D}" type="pres">
      <dgm:prSet presAssocID="{8FD7EDE6-5011-4342-8892-B1ABC7537F56}" presName="tx1" presStyleLbl="revTx" presStyleIdx="5" presStyleCnt="7"/>
      <dgm:spPr/>
    </dgm:pt>
    <dgm:pt modelId="{59E33A11-AB0E-4A92-B646-A98219C0AC8F}" type="pres">
      <dgm:prSet presAssocID="{8FD7EDE6-5011-4342-8892-B1ABC7537F56}" presName="vert1" presStyleCnt="0"/>
      <dgm:spPr/>
    </dgm:pt>
    <dgm:pt modelId="{7C531206-253E-4E2C-83C7-F8B31E070C8E}" type="pres">
      <dgm:prSet presAssocID="{DB9E424C-BF03-438A-A4BF-F93449B36274}" presName="thickLine" presStyleLbl="alignNode1" presStyleIdx="6" presStyleCnt="7"/>
      <dgm:spPr/>
    </dgm:pt>
    <dgm:pt modelId="{A608F2C0-5430-4375-94E6-12681DADA994}" type="pres">
      <dgm:prSet presAssocID="{DB9E424C-BF03-438A-A4BF-F93449B36274}" presName="horz1" presStyleCnt="0"/>
      <dgm:spPr/>
    </dgm:pt>
    <dgm:pt modelId="{4C698932-C30C-4C0E-9392-3B2C90F110E6}" type="pres">
      <dgm:prSet presAssocID="{DB9E424C-BF03-438A-A4BF-F93449B36274}" presName="tx1" presStyleLbl="revTx" presStyleIdx="6" presStyleCnt="7"/>
      <dgm:spPr/>
    </dgm:pt>
    <dgm:pt modelId="{A0F1B6F8-244A-4E8B-ADF6-A233E0FAE76E}" type="pres">
      <dgm:prSet presAssocID="{DB9E424C-BF03-438A-A4BF-F93449B36274}" presName="vert1" presStyleCnt="0"/>
      <dgm:spPr/>
    </dgm:pt>
  </dgm:ptLst>
  <dgm:cxnLst>
    <dgm:cxn modelId="{80399C08-A5CB-415D-9D67-75188370A969}" srcId="{B8608CF3-8332-4986-B0B1-0DC06CE933B9}" destId="{8595CA3C-CDE2-4C2D-957D-458216BEED3F}" srcOrd="3" destOrd="0" parTransId="{9103484D-B314-4778-B0E9-BEE45A4E1927}" sibTransId="{27A98909-3392-497B-A735-B75BE807B50C}"/>
    <dgm:cxn modelId="{EECC4209-92D4-43A7-ADFE-61EC2C4D933A}" type="presOf" srcId="{8595CA3C-CDE2-4C2D-957D-458216BEED3F}" destId="{1698A64B-FFB8-4161-9324-F83346606DDD}" srcOrd="0" destOrd="0" presId="urn:microsoft.com/office/officeart/2008/layout/LinedList"/>
    <dgm:cxn modelId="{C217D10C-5A52-4CBF-B968-B599570D7258}" srcId="{B8608CF3-8332-4986-B0B1-0DC06CE933B9}" destId="{8FD7EDE6-5011-4342-8892-B1ABC7537F56}" srcOrd="5" destOrd="0" parTransId="{CEC5C276-8B98-431A-A938-3F9CE369E36C}" sibTransId="{1C627517-DE75-436E-BEF5-9A6B341AFD8D}"/>
    <dgm:cxn modelId="{67F44E1B-3364-4A3A-91A3-EC92BD24A18A}" type="presOf" srcId="{DB9E424C-BF03-438A-A4BF-F93449B36274}" destId="{4C698932-C30C-4C0E-9392-3B2C90F110E6}" srcOrd="0" destOrd="0" presId="urn:microsoft.com/office/officeart/2008/layout/LinedList"/>
    <dgm:cxn modelId="{8EABC862-A0DB-4497-86A7-6238608CD7F1}" srcId="{B8608CF3-8332-4986-B0B1-0DC06CE933B9}" destId="{D87B8EE6-B4CE-465C-AAA1-F1439C7D91BF}" srcOrd="0" destOrd="0" parTransId="{1B43DE25-CF64-4077-B08C-6B5DB136B442}" sibTransId="{F92C7AB1-FF78-4F6A-A7B5-21FAA0C8E572}"/>
    <dgm:cxn modelId="{288D1B84-8EDE-4B6E-BF5B-59C6FF1196C5}" srcId="{B8608CF3-8332-4986-B0B1-0DC06CE933B9}" destId="{97579FF7-8049-464D-8B14-7FEF96467734}" srcOrd="2" destOrd="0" parTransId="{F87829E9-3ABD-471C-BB50-A7FC2E110D75}" sibTransId="{69E3C051-018A-4210-BCF9-43959407D429}"/>
    <dgm:cxn modelId="{DD1F0CB7-3258-46F1-B393-B74D0482C305}" type="presOf" srcId="{8FD7EDE6-5011-4342-8892-B1ABC7537F56}" destId="{23099C85-304B-49EE-B6EA-51BFEEE4907D}" srcOrd="0" destOrd="0" presId="urn:microsoft.com/office/officeart/2008/layout/LinedList"/>
    <dgm:cxn modelId="{B1D637C3-86B4-450E-9E99-470DD886435B}" srcId="{B8608CF3-8332-4986-B0B1-0DC06CE933B9}" destId="{DB9E424C-BF03-438A-A4BF-F93449B36274}" srcOrd="6" destOrd="0" parTransId="{AAB9B715-A52C-4FE5-8BC2-F6D0FACE8857}" sibTransId="{0AC37B11-932C-4C00-B396-3F9A54A0477D}"/>
    <dgm:cxn modelId="{1D4474CD-0255-4A05-B211-6BF09230595B}" type="presOf" srcId="{D87B8EE6-B4CE-465C-AAA1-F1439C7D91BF}" destId="{E9B9F494-BDB3-419E-BFAB-ACF249FAF591}" srcOrd="0" destOrd="0" presId="urn:microsoft.com/office/officeart/2008/layout/LinedList"/>
    <dgm:cxn modelId="{1B287BD5-F74F-442B-AFCE-CC6B499AD6C4}" type="presOf" srcId="{B8608CF3-8332-4986-B0B1-0DC06CE933B9}" destId="{BB72D88A-49E5-46BA-B7C8-BB991167C7A6}" srcOrd="0" destOrd="0" presId="urn:microsoft.com/office/officeart/2008/layout/LinedList"/>
    <dgm:cxn modelId="{1C1E32E3-B979-4662-B092-BC78E92C26D2}" srcId="{B8608CF3-8332-4986-B0B1-0DC06CE933B9}" destId="{7F818AA2-785F-45B6-B5E7-6A4CF4B12BB6}" srcOrd="1" destOrd="0" parTransId="{8F082A9F-AD46-4551-BF9C-FEE5D2BF4311}" sibTransId="{B579A593-51CA-46EB-B599-336138F0FC2D}"/>
    <dgm:cxn modelId="{E5DDA2EC-9D87-4311-9AAE-CAA0A90CDD13}" type="presOf" srcId="{7F818AA2-785F-45B6-B5E7-6A4CF4B12BB6}" destId="{4BB06CFF-9D3F-4004-BDA1-880349407B4C}" srcOrd="0" destOrd="0" presId="urn:microsoft.com/office/officeart/2008/layout/LinedList"/>
    <dgm:cxn modelId="{A07C0FF1-D527-49DF-81C8-CDD60411C021}" srcId="{B8608CF3-8332-4986-B0B1-0DC06CE933B9}" destId="{96253174-E7E3-4770-BEC0-139E51F5A519}" srcOrd="4" destOrd="0" parTransId="{2F8ACAD5-083E-4111-BDC2-9BB391213353}" sibTransId="{7E221A2D-C892-40AD-9D6B-3746BCEB99AB}"/>
    <dgm:cxn modelId="{7A06ABFA-BED9-409A-BF4D-48C901CF7156}" type="presOf" srcId="{97579FF7-8049-464D-8B14-7FEF96467734}" destId="{1421E570-1485-43A8-8F1E-97FC9AB0DCEB}" srcOrd="0" destOrd="0" presId="urn:microsoft.com/office/officeart/2008/layout/LinedList"/>
    <dgm:cxn modelId="{6F311DFF-EBEF-4DAF-86AD-933DF4C6A413}" type="presOf" srcId="{96253174-E7E3-4770-BEC0-139E51F5A519}" destId="{18A2F83C-741A-49E7-AA78-A8DFED00CA1C}" srcOrd="0" destOrd="0" presId="urn:microsoft.com/office/officeart/2008/layout/LinedList"/>
    <dgm:cxn modelId="{C20CD681-F670-472F-AFA9-337933EB2D50}" type="presParOf" srcId="{BB72D88A-49E5-46BA-B7C8-BB991167C7A6}" destId="{4256755E-FFA8-41F4-9E3A-5D215EF66831}" srcOrd="0" destOrd="0" presId="urn:microsoft.com/office/officeart/2008/layout/LinedList"/>
    <dgm:cxn modelId="{5DEF5E30-5064-43AC-8718-7C241C23DF5A}" type="presParOf" srcId="{BB72D88A-49E5-46BA-B7C8-BB991167C7A6}" destId="{1F63F2DF-B54C-4EA2-83ED-4B94197ECC78}" srcOrd="1" destOrd="0" presId="urn:microsoft.com/office/officeart/2008/layout/LinedList"/>
    <dgm:cxn modelId="{A08CF6C2-8750-462B-888D-D77A90C51E73}" type="presParOf" srcId="{1F63F2DF-B54C-4EA2-83ED-4B94197ECC78}" destId="{E9B9F494-BDB3-419E-BFAB-ACF249FAF591}" srcOrd="0" destOrd="0" presId="urn:microsoft.com/office/officeart/2008/layout/LinedList"/>
    <dgm:cxn modelId="{CC1F09A2-4311-4B8F-9503-A7B2A352A960}" type="presParOf" srcId="{1F63F2DF-B54C-4EA2-83ED-4B94197ECC78}" destId="{2F727A12-23BE-43DE-A878-42939928405D}" srcOrd="1" destOrd="0" presId="urn:microsoft.com/office/officeart/2008/layout/LinedList"/>
    <dgm:cxn modelId="{4A401F56-EDD2-4FC3-84CA-825855266BCC}" type="presParOf" srcId="{BB72D88A-49E5-46BA-B7C8-BB991167C7A6}" destId="{E710B383-279F-4A43-BF1B-E9191A4AC70A}" srcOrd="2" destOrd="0" presId="urn:microsoft.com/office/officeart/2008/layout/LinedList"/>
    <dgm:cxn modelId="{119C5FB0-E64A-4075-8D91-51DA9000D507}" type="presParOf" srcId="{BB72D88A-49E5-46BA-B7C8-BB991167C7A6}" destId="{61D811C3-1ED5-4EB5-B212-B51FEDC72CB5}" srcOrd="3" destOrd="0" presId="urn:microsoft.com/office/officeart/2008/layout/LinedList"/>
    <dgm:cxn modelId="{51D6D268-3CD8-469B-8C6F-C9855DD2EED5}" type="presParOf" srcId="{61D811C3-1ED5-4EB5-B212-B51FEDC72CB5}" destId="{4BB06CFF-9D3F-4004-BDA1-880349407B4C}" srcOrd="0" destOrd="0" presId="urn:microsoft.com/office/officeart/2008/layout/LinedList"/>
    <dgm:cxn modelId="{B296524F-CD1F-4F0A-B028-A30F48440858}" type="presParOf" srcId="{61D811C3-1ED5-4EB5-B212-B51FEDC72CB5}" destId="{9E173334-C605-467E-9297-58C0D3A004F4}" srcOrd="1" destOrd="0" presId="urn:microsoft.com/office/officeart/2008/layout/LinedList"/>
    <dgm:cxn modelId="{2A5EBBB2-54A7-45A2-81E4-46C9A0E23BE3}" type="presParOf" srcId="{BB72D88A-49E5-46BA-B7C8-BB991167C7A6}" destId="{6043566F-591F-4FA0-8FF3-393AC23B0837}" srcOrd="4" destOrd="0" presId="urn:microsoft.com/office/officeart/2008/layout/LinedList"/>
    <dgm:cxn modelId="{6D94398C-37DD-4785-8A32-7E634A33CF50}" type="presParOf" srcId="{BB72D88A-49E5-46BA-B7C8-BB991167C7A6}" destId="{3F3154A0-87C1-434A-BDD2-E0F9436F49D7}" srcOrd="5" destOrd="0" presId="urn:microsoft.com/office/officeart/2008/layout/LinedList"/>
    <dgm:cxn modelId="{0FC3DDE0-1AF9-4343-A8E2-AEDCC7442684}" type="presParOf" srcId="{3F3154A0-87C1-434A-BDD2-E0F9436F49D7}" destId="{1421E570-1485-43A8-8F1E-97FC9AB0DCEB}" srcOrd="0" destOrd="0" presId="urn:microsoft.com/office/officeart/2008/layout/LinedList"/>
    <dgm:cxn modelId="{55D59DC8-D4AC-4A45-9D53-8A937E04C649}" type="presParOf" srcId="{3F3154A0-87C1-434A-BDD2-E0F9436F49D7}" destId="{E02E21AD-E008-4D33-BA25-64E1DC139E9F}" srcOrd="1" destOrd="0" presId="urn:microsoft.com/office/officeart/2008/layout/LinedList"/>
    <dgm:cxn modelId="{045D0CC4-96AC-4591-B359-611B7777D5C9}" type="presParOf" srcId="{BB72D88A-49E5-46BA-B7C8-BB991167C7A6}" destId="{5491D1E4-75DE-4BD4-B4AD-535257136A0B}" srcOrd="6" destOrd="0" presId="urn:microsoft.com/office/officeart/2008/layout/LinedList"/>
    <dgm:cxn modelId="{F98E8E8E-C57F-4B62-90A0-FFB956D6B837}" type="presParOf" srcId="{BB72D88A-49E5-46BA-B7C8-BB991167C7A6}" destId="{77CD470D-33C5-46AE-8F08-605A55FFAA10}" srcOrd="7" destOrd="0" presId="urn:microsoft.com/office/officeart/2008/layout/LinedList"/>
    <dgm:cxn modelId="{837AC59D-1D9A-4AC3-AB1C-FD4092B5E962}" type="presParOf" srcId="{77CD470D-33C5-46AE-8F08-605A55FFAA10}" destId="{1698A64B-FFB8-4161-9324-F83346606DDD}" srcOrd="0" destOrd="0" presId="urn:microsoft.com/office/officeart/2008/layout/LinedList"/>
    <dgm:cxn modelId="{6C8691D0-52DE-4DDE-B9FD-B081F40BE5EA}" type="presParOf" srcId="{77CD470D-33C5-46AE-8F08-605A55FFAA10}" destId="{97432A5B-D5B0-4DBB-8E85-3E9A4F305CD8}" srcOrd="1" destOrd="0" presId="urn:microsoft.com/office/officeart/2008/layout/LinedList"/>
    <dgm:cxn modelId="{FFA3607A-EFD6-443F-BDE1-DAD1786CCEEE}" type="presParOf" srcId="{BB72D88A-49E5-46BA-B7C8-BB991167C7A6}" destId="{C03F166B-AFBF-4ACD-8D2E-E606B003FF20}" srcOrd="8" destOrd="0" presId="urn:microsoft.com/office/officeart/2008/layout/LinedList"/>
    <dgm:cxn modelId="{D170318E-445F-4B19-AE36-5973FB3B182C}" type="presParOf" srcId="{BB72D88A-49E5-46BA-B7C8-BB991167C7A6}" destId="{49F90EDF-6AA3-4DC1-B6CA-4873D3E0B3AD}" srcOrd="9" destOrd="0" presId="urn:microsoft.com/office/officeart/2008/layout/LinedList"/>
    <dgm:cxn modelId="{22085AB1-A1A2-466C-80C1-BE7DE54FE7F3}" type="presParOf" srcId="{49F90EDF-6AA3-4DC1-B6CA-4873D3E0B3AD}" destId="{18A2F83C-741A-49E7-AA78-A8DFED00CA1C}" srcOrd="0" destOrd="0" presId="urn:microsoft.com/office/officeart/2008/layout/LinedList"/>
    <dgm:cxn modelId="{DFC8C1A8-34B8-465C-8476-B6176D4BAA3F}" type="presParOf" srcId="{49F90EDF-6AA3-4DC1-B6CA-4873D3E0B3AD}" destId="{2AD530C7-59D2-458F-BE74-86CC4F55B054}" srcOrd="1" destOrd="0" presId="urn:microsoft.com/office/officeart/2008/layout/LinedList"/>
    <dgm:cxn modelId="{8B986C2C-F7C2-437B-866E-64909E4DCA7B}" type="presParOf" srcId="{BB72D88A-49E5-46BA-B7C8-BB991167C7A6}" destId="{928E9CB5-8312-4D88-ACD5-D30A73769AF8}" srcOrd="10" destOrd="0" presId="urn:microsoft.com/office/officeart/2008/layout/LinedList"/>
    <dgm:cxn modelId="{436AAE16-83E8-4798-9A0C-EBAE656ED4BB}" type="presParOf" srcId="{BB72D88A-49E5-46BA-B7C8-BB991167C7A6}" destId="{DB021C35-1AFC-476F-B290-A3022FF2D949}" srcOrd="11" destOrd="0" presId="urn:microsoft.com/office/officeart/2008/layout/LinedList"/>
    <dgm:cxn modelId="{2F16EECD-54C5-419C-BE96-E43417C76BB3}" type="presParOf" srcId="{DB021C35-1AFC-476F-B290-A3022FF2D949}" destId="{23099C85-304B-49EE-B6EA-51BFEEE4907D}" srcOrd="0" destOrd="0" presId="urn:microsoft.com/office/officeart/2008/layout/LinedList"/>
    <dgm:cxn modelId="{81EC4BD9-ADD5-4808-8439-17B6F4538349}" type="presParOf" srcId="{DB021C35-1AFC-476F-B290-A3022FF2D949}" destId="{59E33A11-AB0E-4A92-B646-A98219C0AC8F}" srcOrd="1" destOrd="0" presId="urn:microsoft.com/office/officeart/2008/layout/LinedList"/>
    <dgm:cxn modelId="{51BFD1C4-2275-4135-8822-D40B0DA7071D}" type="presParOf" srcId="{BB72D88A-49E5-46BA-B7C8-BB991167C7A6}" destId="{7C531206-253E-4E2C-83C7-F8B31E070C8E}" srcOrd="12" destOrd="0" presId="urn:microsoft.com/office/officeart/2008/layout/LinedList"/>
    <dgm:cxn modelId="{630C8DB8-A16A-4B5C-A82B-1D88BD5B2750}" type="presParOf" srcId="{BB72D88A-49E5-46BA-B7C8-BB991167C7A6}" destId="{A608F2C0-5430-4375-94E6-12681DADA994}" srcOrd="13" destOrd="0" presId="urn:microsoft.com/office/officeart/2008/layout/LinedList"/>
    <dgm:cxn modelId="{CB21292C-60C2-4082-96BD-1707DE590807}" type="presParOf" srcId="{A608F2C0-5430-4375-94E6-12681DADA994}" destId="{4C698932-C30C-4C0E-9392-3B2C90F110E6}" srcOrd="0" destOrd="0" presId="urn:microsoft.com/office/officeart/2008/layout/LinedList"/>
    <dgm:cxn modelId="{2DDC59C2-85F6-4D52-B989-C2F563263177}" type="presParOf" srcId="{A608F2C0-5430-4375-94E6-12681DADA994}" destId="{A0F1B6F8-244A-4E8B-ADF6-A233E0FAE76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902CA-1DDF-465B-8527-DBEDA2D61965}">
      <dsp:nvSpPr>
        <dsp:cNvPr id="0" name=""/>
        <dsp:cNvSpPr/>
      </dsp:nvSpPr>
      <dsp:spPr>
        <a:xfrm>
          <a:off x="2992" y="396400"/>
          <a:ext cx="1504617" cy="15046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243A4E-CBB3-4AB1-8DC5-8ACF6934C99D}">
      <dsp:nvSpPr>
        <dsp:cNvPr id="0" name=""/>
        <dsp:cNvSpPr/>
      </dsp:nvSpPr>
      <dsp:spPr>
        <a:xfrm>
          <a:off x="2992" y="2055877"/>
          <a:ext cx="4298906" cy="644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The sample size required is not based on statistical considerations for inference testing, but rather:</a:t>
          </a:r>
          <a:endParaRPr lang="en-US" sz="1400" kern="1200"/>
        </a:p>
      </dsp:txBody>
      <dsp:txXfrm>
        <a:off x="2992" y="2055877"/>
        <a:ext cx="4298906" cy="644835"/>
      </dsp:txXfrm>
    </dsp:sp>
    <dsp:sp modelId="{BB840261-EE4D-47E9-B41E-93053084EA7D}">
      <dsp:nvSpPr>
        <dsp:cNvPr id="0" name=""/>
        <dsp:cNvSpPr/>
      </dsp:nvSpPr>
      <dsp:spPr>
        <a:xfrm>
          <a:off x="2992" y="2772741"/>
          <a:ext cx="4298906" cy="12250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Sufficient size is needed to </a:t>
          </a:r>
          <a:r>
            <a:rPr lang="en-US" sz="1100" u="sng" kern="1200"/>
            <a:t>ensure representativeness</a:t>
          </a:r>
          <a:r>
            <a:rPr lang="en-US" sz="1100" kern="1200"/>
            <a:t> of the population and its underlying structure.</a:t>
          </a:r>
        </a:p>
        <a:p>
          <a:pPr marL="0" lvl="0" indent="0" algn="l" defTabSz="488950">
            <a:lnSpc>
              <a:spcPct val="90000"/>
            </a:lnSpc>
            <a:spcBef>
              <a:spcPct val="0"/>
            </a:spcBef>
            <a:spcAft>
              <a:spcPct val="35000"/>
            </a:spcAft>
            <a:buNone/>
          </a:pPr>
          <a:r>
            <a:rPr lang="en-US" sz="1100" kern="1200"/>
            <a:t>Of particular interest is the </a:t>
          </a:r>
          <a:r>
            <a:rPr lang="en-US" sz="1100" u="sng" kern="1200"/>
            <a:t>ability to detect small groups</a:t>
          </a:r>
          <a:r>
            <a:rPr lang="en-US" sz="1100" kern="1200"/>
            <a:t> within the population.</a:t>
          </a:r>
        </a:p>
        <a:p>
          <a:pPr marL="0" lvl="0" indent="0" algn="l" defTabSz="488950">
            <a:lnSpc>
              <a:spcPct val="90000"/>
            </a:lnSpc>
            <a:spcBef>
              <a:spcPct val="0"/>
            </a:spcBef>
            <a:spcAft>
              <a:spcPct val="35000"/>
            </a:spcAft>
            <a:buNone/>
          </a:pPr>
          <a:r>
            <a:rPr lang="en-US" sz="1100" kern="1200"/>
            <a:t>Minimum group sizes are based on the </a:t>
          </a:r>
          <a:r>
            <a:rPr lang="en-US" sz="1100" u="sng" kern="1200"/>
            <a:t>relevance of each group</a:t>
          </a:r>
          <a:r>
            <a:rPr lang="en-US" sz="1100" kern="1200"/>
            <a:t> to the research question and the confidence needed in characterizing that group.</a:t>
          </a:r>
        </a:p>
      </dsp:txBody>
      <dsp:txXfrm>
        <a:off x="2992" y="2772741"/>
        <a:ext cx="4298906" cy="1225057"/>
      </dsp:txXfrm>
    </dsp:sp>
    <dsp:sp modelId="{FA46AEC5-C1EC-4AC2-8104-13D90DAE7E03}">
      <dsp:nvSpPr>
        <dsp:cNvPr id="0" name=""/>
        <dsp:cNvSpPr/>
      </dsp:nvSpPr>
      <dsp:spPr>
        <a:xfrm>
          <a:off x="5054207" y="396400"/>
          <a:ext cx="1504617" cy="150461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6BA5B5-B51E-4AE8-908E-605BBC45CB36}">
      <dsp:nvSpPr>
        <dsp:cNvPr id="0" name=""/>
        <dsp:cNvSpPr/>
      </dsp:nvSpPr>
      <dsp:spPr>
        <a:xfrm>
          <a:off x="5054207" y="2055877"/>
          <a:ext cx="4298906" cy="644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Increasing sample size (e.g., 1000 observations), however, may pose problems for hierarchical clustering methods and require “hybrid” approaches</a:t>
          </a:r>
          <a:endParaRPr lang="en-US" sz="1400" kern="1200"/>
        </a:p>
      </dsp:txBody>
      <dsp:txXfrm>
        <a:off x="5054207" y="2055877"/>
        <a:ext cx="4298906" cy="644835"/>
      </dsp:txXfrm>
    </dsp:sp>
    <dsp:sp modelId="{0EC890A0-801D-4DD6-800E-45AAC98BAFF7}">
      <dsp:nvSpPr>
        <dsp:cNvPr id="0" name=""/>
        <dsp:cNvSpPr/>
      </dsp:nvSpPr>
      <dsp:spPr>
        <a:xfrm>
          <a:off x="5054207" y="2772741"/>
          <a:ext cx="4298906" cy="1225057"/>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CB4C69-50C6-4378-815B-6709072D6A8A}">
      <dsp:nvSpPr>
        <dsp:cNvPr id="0" name=""/>
        <dsp:cNvSpPr/>
      </dsp:nvSpPr>
      <dsp:spPr>
        <a:xfrm>
          <a:off x="45" y="127627"/>
          <a:ext cx="4371969" cy="1064544"/>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a:t>Outliers </a:t>
          </a:r>
          <a:r>
            <a:rPr lang="en-US" sz="1600" kern="1200"/>
            <a:t>can severely distort the representativeness of the results if they appear as structure (clusters) that are inconsistent with the research objectives</a:t>
          </a:r>
        </a:p>
      </dsp:txBody>
      <dsp:txXfrm>
        <a:off x="45" y="127627"/>
        <a:ext cx="4371969" cy="1064544"/>
      </dsp:txXfrm>
    </dsp:sp>
    <dsp:sp modelId="{C94163EE-AEE1-43C5-A558-6994FBFA210F}">
      <dsp:nvSpPr>
        <dsp:cNvPr id="0" name=""/>
        <dsp:cNvSpPr/>
      </dsp:nvSpPr>
      <dsp:spPr>
        <a:xfrm>
          <a:off x="45" y="1192172"/>
          <a:ext cx="4371969" cy="307440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They should be removed if the outlier represents:</a:t>
          </a:r>
        </a:p>
        <a:p>
          <a:pPr marL="342900" lvl="2" indent="-171450" algn="l" defTabSz="711200">
            <a:lnSpc>
              <a:spcPct val="90000"/>
            </a:lnSpc>
            <a:spcBef>
              <a:spcPct val="0"/>
            </a:spcBef>
            <a:spcAft>
              <a:spcPct val="15000"/>
            </a:spcAft>
            <a:buChar char="•"/>
          </a:pPr>
          <a:r>
            <a:rPr lang="en-US" sz="1600" kern="1200"/>
            <a:t>Aberrant observations not representative of the population.</a:t>
          </a:r>
        </a:p>
        <a:p>
          <a:pPr marL="342900" lvl="2" indent="-171450" algn="l" defTabSz="711200">
            <a:lnSpc>
              <a:spcPct val="90000"/>
            </a:lnSpc>
            <a:spcBef>
              <a:spcPct val="0"/>
            </a:spcBef>
            <a:spcAft>
              <a:spcPct val="15000"/>
            </a:spcAft>
            <a:buChar char="•"/>
          </a:pPr>
          <a:r>
            <a:rPr lang="en-US" sz="1600" kern="1200"/>
            <a:t>Observations of small or insignificant segments within the population.</a:t>
          </a:r>
        </a:p>
        <a:p>
          <a:pPr marL="171450" lvl="1" indent="-171450" algn="l" defTabSz="711200">
            <a:lnSpc>
              <a:spcPct val="90000"/>
            </a:lnSpc>
            <a:spcBef>
              <a:spcPct val="0"/>
            </a:spcBef>
            <a:spcAft>
              <a:spcPct val="15000"/>
            </a:spcAft>
            <a:buChar char="•"/>
          </a:pPr>
          <a:r>
            <a:rPr lang="en-US" sz="1600" kern="1200"/>
            <a:t>They should be retained if the outlier represents:</a:t>
          </a:r>
        </a:p>
        <a:p>
          <a:pPr marL="342900" lvl="2" indent="-171450" algn="l" defTabSz="711200">
            <a:lnSpc>
              <a:spcPct val="90000"/>
            </a:lnSpc>
            <a:spcBef>
              <a:spcPct val="0"/>
            </a:spcBef>
            <a:spcAft>
              <a:spcPct val="15000"/>
            </a:spcAft>
            <a:buChar char="•"/>
          </a:pPr>
          <a:r>
            <a:rPr lang="en-US" sz="1600" kern="1200"/>
            <a:t>an under-sampling/poor representation of relevant groups in the population. In this case, the sample should be augmented to ensure representation of these groups.</a:t>
          </a:r>
        </a:p>
      </dsp:txBody>
      <dsp:txXfrm>
        <a:off x="45" y="1192172"/>
        <a:ext cx="4371969" cy="3074400"/>
      </dsp:txXfrm>
    </dsp:sp>
    <dsp:sp modelId="{7AD0861C-8957-4699-9688-8E46A3FA5189}">
      <dsp:nvSpPr>
        <dsp:cNvPr id="0" name=""/>
        <dsp:cNvSpPr/>
      </dsp:nvSpPr>
      <dsp:spPr>
        <a:xfrm>
          <a:off x="4984091" y="127627"/>
          <a:ext cx="4371969" cy="1064544"/>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t>Outliers </a:t>
          </a:r>
          <a:r>
            <a:rPr lang="en-US" sz="1600" b="1" kern="1200"/>
            <a:t>can be identified </a:t>
          </a:r>
          <a:r>
            <a:rPr lang="en-US" sz="1600" kern="1200"/>
            <a:t>based on the similarity measure by:</a:t>
          </a:r>
        </a:p>
      </dsp:txBody>
      <dsp:txXfrm>
        <a:off x="4984091" y="127627"/>
        <a:ext cx="4371969" cy="1064544"/>
      </dsp:txXfrm>
    </dsp:sp>
    <dsp:sp modelId="{8210A76F-41C1-4FDD-A49E-1626A64068CE}">
      <dsp:nvSpPr>
        <dsp:cNvPr id="0" name=""/>
        <dsp:cNvSpPr/>
      </dsp:nvSpPr>
      <dsp:spPr>
        <a:xfrm>
          <a:off x="4984091" y="1192172"/>
          <a:ext cx="4371969" cy="3074400"/>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t>Finding observations with </a:t>
          </a:r>
          <a:r>
            <a:rPr lang="en-US" sz="1600" u="sng" kern="1200"/>
            <a:t>large distances from all other observations </a:t>
          </a:r>
          <a:r>
            <a:rPr lang="en-US" sz="1600" kern="1200"/>
            <a:t>– pairwise similarities or summated measure of squared differences from mean of each clustering variable.</a:t>
          </a:r>
        </a:p>
        <a:p>
          <a:pPr marL="171450" lvl="1" indent="-171450" algn="l" defTabSz="711200">
            <a:lnSpc>
              <a:spcPct val="90000"/>
            </a:lnSpc>
            <a:spcBef>
              <a:spcPct val="0"/>
            </a:spcBef>
            <a:spcAft>
              <a:spcPct val="15000"/>
            </a:spcAft>
            <a:buChar char="•"/>
          </a:pPr>
          <a:r>
            <a:rPr lang="en-US" sz="1600" u="sng" kern="1200"/>
            <a:t>Graphic profile diagrams or parallel coordinate graphs </a:t>
          </a:r>
          <a:r>
            <a:rPr lang="en-US" sz="1600" kern="1200"/>
            <a:t>highlighting outlying cases.</a:t>
          </a:r>
        </a:p>
        <a:p>
          <a:pPr marL="171450" lvl="1" indent="-171450" algn="l" defTabSz="711200">
            <a:lnSpc>
              <a:spcPct val="90000"/>
            </a:lnSpc>
            <a:spcBef>
              <a:spcPct val="0"/>
            </a:spcBef>
            <a:spcAft>
              <a:spcPct val="15000"/>
            </a:spcAft>
            <a:buChar char="•"/>
          </a:pPr>
          <a:r>
            <a:rPr lang="en-US" sz="1600" kern="1200"/>
            <a:t>Their appearance in cluster solutions as </a:t>
          </a:r>
          <a:r>
            <a:rPr lang="en-US" sz="1600" u="sng" kern="1200"/>
            <a:t>single-member or very small clusters</a:t>
          </a:r>
          <a:r>
            <a:rPr lang="en-US" sz="1600" kern="1200"/>
            <a:t>.</a:t>
          </a:r>
        </a:p>
      </dsp:txBody>
      <dsp:txXfrm>
        <a:off x="4984091" y="1192172"/>
        <a:ext cx="4371969" cy="3074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C8FEA2-3F78-4470-AC52-99664231B9C4}">
      <dsp:nvSpPr>
        <dsp:cNvPr id="0" name=""/>
        <dsp:cNvSpPr/>
      </dsp:nvSpPr>
      <dsp:spPr>
        <a:xfrm>
          <a:off x="0" y="196"/>
          <a:ext cx="6666833" cy="107800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Inter object similarity</a:t>
          </a:r>
          <a:endParaRPr lang="en-US" sz="2700" kern="1200"/>
        </a:p>
      </dsp:txBody>
      <dsp:txXfrm>
        <a:off x="52624" y="52820"/>
        <a:ext cx="6561585" cy="972760"/>
      </dsp:txXfrm>
    </dsp:sp>
    <dsp:sp modelId="{61899DBE-9BA9-45F9-B393-AC8DCA760B4F}">
      <dsp:nvSpPr>
        <dsp:cNvPr id="0" name=""/>
        <dsp:cNvSpPr/>
      </dsp:nvSpPr>
      <dsp:spPr>
        <a:xfrm>
          <a:off x="0" y="1078205"/>
          <a:ext cx="6666833" cy="162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an empirical </a:t>
          </a:r>
          <a:r>
            <a:rPr lang="en-US" sz="2100" u="sng" kern="1200"/>
            <a:t>measure of correspondence</a:t>
          </a:r>
          <a:r>
            <a:rPr lang="en-US" sz="2100" kern="1200"/>
            <a:t>, or resemblance, between objects to be clustered. </a:t>
          </a:r>
        </a:p>
        <a:p>
          <a:pPr marL="228600" lvl="1" indent="-228600" algn="l" defTabSz="933450">
            <a:lnSpc>
              <a:spcPct val="90000"/>
            </a:lnSpc>
            <a:spcBef>
              <a:spcPct val="0"/>
            </a:spcBef>
            <a:spcAft>
              <a:spcPct val="20000"/>
            </a:spcAft>
            <a:buChar char="•"/>
          </a:pPr>
          <a:r>
            <a:rPr lang="en-US" sz="2100" kern="1200"/>
            <a:t>calculated across the </a:t>
          </a:r>
          <a:r>
            <a:rPr lang="en-US" sz="2100" u="sng" kern="1200"/>
            <a:t>entire set of clustering variables </a:t>
          </a:r>
          <a:r>
            <a:rPr lang="en-US" sz="2100" kern="1200"/>
            <a:t>to allow for the grouping of observations and their comparison to each other.</a:t>
          </a:r>
        </a:p>
      </dsp:txBody>
      <dsp:txXfrm>
        <a:off x="0" y="1078205"/>
        <a:ext cx="6666833" cy="1620809"/>
      </dsp:txXfrm>
    </dsp:sp>
    <dsp:sp modelId="{D659DB6F-0313-44FE-A5DD-7DD13009D2F8}">
      <dsp:nvSpPr>
        <dsp:cNvPr id="0" name=""/>
        <dsp:cNvSpPr/>
      </dsp:nvSpPr>
      <dsp:spPr>
        <a:xfrm>
          <a:off x="0" y="2699014"/>
          <a:ext cx="6666833" cy="1078008"/>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Three methods </a:t>
          </a:r>
          <a:r>
            <a:rPr lang="en-US" sz="2700" kern="1200"/>
            <a:t>most widely used in applications of cluster analysis: </a:t>
          </a:r>
        </a:p>
      </dsp:txBody>
      <dsp:txXfrm>
        <a:off x="52624" y="2751638"/>
        <a:ext cx="6561585" cy="972760"/>
      </dsp:txXfrm>
    </dsp:sp>
    <dsp:sp modelId="{8DDC69F4-3ADF-4A98-9EC7-7889655A565F}">
      <dsp:nvSpPr>
        <dsp:cNvPr id="0" name=""/>
        <dsp:cNvSpPr/>
      </dsp:nvSpPr>
      <dsp:spPr>
        <a:xfrm>
          <a:off x="0" y="3777023"/>
          <a:ext cx="6666833" cy="1676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u="sng" kern="1200"/>
            <a:t>Distance measures </a:t>
          </a:r>
          <a:r>
            <a:rPr lang="en-US" sz="2100" kern="1200"/>
            <a:t>– most often used.</a:t>
          </a:r>
        </a:p>
        <a:p>
          <a:pPr marL="228600" lvl="1" indent="-228600" algn="l" defTabSz="933450">
            <a:lnSpc>
              <a:spcPct val="90000"/>
            </a:lnSpc>
            <a:spcBef>
              <a:spcPct val="0"/>
            </a:spcBef>
            <a:spcAft>
              <a:spcPct val="20000"/>
            </a:spcAft>
            <a:buChar char="•"/>
          </a:pPr>
          <a:r>
            <a:rPr lang="en-US" sz="2100" u="sng" kern="1200"/>
            <a:t>Correlational measures </a:t>
          </a:r>
          <a:r>
            <a:rPr lang="en-US" sz="2100" kern="1200"/>
            <a:t>– less often used as they measure patterns, not distance.</a:t>
          </a:r>
        </a:p>
        <a:p>
          <a:pPr marL="228600" lvl="1" indent="-228600" algn="l" defTabSz="933450">
            <a:lnSpc>
              <a:spcPct val="90000"/>
            </a:lnSpc>
            <a:spcBef>
              <a:spcPct val="0"/>
            </a:spcBef>
            <a:spcAft>
              <a:spcPct val="20000"/>
            </a:spcAft>
            <a:buChar char="•"/>
          </a:pPr>
          <a:r>
            <a:rPr lang="en-US" sz="2100" u="sng" kern="1200"/>
            <a:t>Association measures </a:t>
          </a:r>
          <a:r>
            <a:rPr lang="en-US" sz="2100" kern="1200"/>
            <a:t>– applicable for non-metric clustering variables.</a:t>
          </a:r>
        </a:p>
      </dsp:txBody>
      <dsp:txXfrm>
        <a:off x="0" y="3777023"/>
        <a:ext cx="6666833" cy="16766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D91802-84EB-4D44-AEF8-F4D12172EEFE}">
      <dsp:nvSpPr>
        <dsp:cNvPr id="0" name=""/>
        <dsp:cNvSpPr/>
      </dsp:nvSpPr>
      <dsp:spPr>
        <a:xfrm>
          <a:off x="0" y="4150553"/>
          <a:ext cx="6364224" cy="136230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Given the sensitivity of some procedures to the similarity measure used, the researcher </a:t>
          </a:r>
          <a:r>
            <a:rPr lang="en-US" sz="1900" u="sng" kern="1200"/>
            <a:t>should employ several distance measures</a:t>
          </a:r>
          <a:r>
            <a:rPr lang="en-US" sz="1900" kern="1200"/>
            <a:t> and compare the results from each with other results or theoretical/known patterns.</a:t>
          </a:r>
        </a:p>
      </dsp:txBody>
      <dsp:txXfrm>
        <a:off x="0" y="4150553"/>
        <a:ext cx="6364224" cy="1362304"/>
      </dsp:txXfrm>
    </dsp:sp>
    <dsp:sp modelId="{543A5197-688E-44BC-9713-5A156D3A746C}">
      <dsp:nvSpPr>
        <dsp:cNvPr id="0" name=""/>
        <dsp:cNvSpPr/>
      </dsp:nvSpPr>
      <dsp:spPr>
        <a:xfrm rot="10800000">
          <a:off x="0" y="2075763"/>
          <a:ext cx="6364224" cy="2095223"/>
        </a:xfrm>
        <a:prstGeom prst="upArrowCallou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kern="1200"/>
            <a:t>Many different distance measures</a:t>
          </a:r>
          <a:r>
            <a:rPr lang="en-US" sz="1900" kern="1200"/>
            <a:t>, most common are:</a:t>
          </a:r>
        </a:p>
      </dsp:txBody>
      <dsp:txXfrm rot="-10800000">
        <a:off x="0" y="2075763"/>
        <a:ext cx="6364224" cy="735423"/>
      </dsp:txXfrm>
    </dsp:sp>
    <dsp:sp modelId="{59F5B956-394B-4457-A9F6-670EC775C391}">
      <dsp:nvSpPr>
        <dsp:cNvPr id="0" name=""/>
        <dsp:cNvSpPr/>
      </dsp:nvSpPr>
      <dsp:spPr>
        <a:xfrm>
          <a:off x="0" y="2811187"/>
          <a:ext cx="3182112" cy="626471"/>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u="sng" kern="1200"/>
            <a:t>Euclidean (straight line) distance</a:t>
          </a:r>
          <a:r>
            <a:rPr lang="en-US" sz="1100" kern="1200"/>
            <a:t> is the most common measure of distance.  </a:t>
          </a:r>
        </a:p>
      </dsp:txBody>
      <dsp:txXfrm>
        <a:off x="0" y="2811187"/>
        <a:ext cx="3182112" cy="626471"/>
      </dsp:txXfrm>
    </dsp:sp>
    <dsp:sp modelId="{9474FBCD-A667-41C8-8F90-C9A72766D1D9}">
      <dsp:nvSpPr>
        <dsp:cNvPr id="0" name=""/>
        <dsp:cNvSpPr/>
      </dsp:nvSpPr>
      <dsp:spPr>
        <a:xfrm>
          <a:off x="3182112" y="2811187"/>
          <a:ext cx="3182112" cy="626471"/>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marL="0" lvl="0" indent="0" algn="ctr" defTabSz="488950">
            <a:lnSpc>
              <a:spcPct val="90000"/>
            </a:lnSpc>
            <a:spcBef>
              <a:spcPct val="0"/>
            </a:spcBef>
            <a:spcAft>
              <a:spcPct val="35000"/>
            </a:spcAft>
            <a:buNone/>
          </a:pPr>
          <a:r>
            <a:rPr lang="en-US" sz="1100" u="sng" kern="1200"/>
            <a:t>Squared Euclidean distance</a:t>
          </a:r>
          <a:r>
            <a:rPr lang="en-US" sz="1100" kern="1200"/>
            <a:t> is the sum of squared distances and is the recommended measure for the centroid and Ward’s methods of clustering.</a:t>
          </a:r>
        </a:p>
      </dsp:txBody>
      <dsp:txXfrm>
        <a:off x="3182112" y="2811187"/>
        <a:ext cx="3182112" cy="626471"/>
      </dsp:txXfrm>
    </dsp:sp>
    <dsp:sp modelId="{3006BF7A-B0A6-4BA7-BD6C-9D8A3E2319D6}">
      <dsp:nvSpPr>
        <dsp:cNvPr id="0" name=""/>
        <dsp:cNvSpPr/>
      </dsp:nvSpPr>
      <dsp:spPr>
        <a:xfrm rot="10800000">
          <a:off x="0" y="974"/>
          <a:ext cx="6364224" cy="2095223"/>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kern="1200"/>
            <a:t>Most widely used measure of similarity</a:t>
          </a:r>
          <a:r>
            <a:rPr lang="en-US" sz="1900" kern="1200"/>
            <a:t>, with higher values representing greater dissimilarity (distance between cases), not similarity.</a:t>
          </a:r>
        </a:p>
      </dsp:txBody>
      <dsp:txXfrm rot="10800000">
        <a:off x="0" y="974"/>
        <a:ext cx="6364224" cy="13614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4E7236-E602-4068-AAA1-D7D36F0C2B17}">
      <dsp:nvSpPr>
        <dsp:cNvPr id="0" name=""/>
        <dsp:cNvSpPr/>
      </dsp:nvSpPr>
      <dsp:spPr>
        <a:xfrm>
          <a:off x="0" y="0"/>
          <a:ext cx="5409590" cy="248122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Clustering variables </a:t>
          </a:r>
          <a:r>
            <a:rPr lang="en-US" sz="1400" b="1" kern="1200"/>
            <a:t>should be standardized </a:t>
          </a:r>
          <a:r>
            <a:rPr lang="en-US" sz="1400" kern="1200"/>
            <a:t>whenever possible to avoid problems resulting from the </a:t>
          </a:r>
          <a:r>
            <a:rPr lang="en-US" sz="1400" u="sng" kern="1200"/>
            <a:t>use of different scale values among clustering variables</a:t>
          </a:r>
          <a:r>
            <a:rPr lang="en-US" sz="1400" kern="1200"/>
            <a:t>.</a:t>
          </a:r>
        </a:p>
      </dsp:txBody>
      <dsp:txXfrm>
        <a:off x="72673" y="72673"/>
        <a:ext cx="2845050" cy="2335878"/>
      </dsp:txXfrm>
    </dsp:sp>
    <dsp:sp modelId="{DFB22953-6232-4335-8970-BFFAC2082064}">
      <dsp:nvSpPr>
        <dsp:cNvPr id="0" name=""/>
        <dsp:cNvSpPr/>
      </dsp:nvSpPr>
      <dsp:spPr>
        <a:xfrm>
          <a:off x="954633" y="3032607"/>
          <a:ext cx="5409590" cy="2481224"/>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Two approaches to standardization</a:t>
          </a:r>
          <a:endParaRPr lang="en-US" sz="1400" kern="1200"/>
        </a:p>
        <a:p>
          <a:pPr marL="57150" lvl="1" indent="-57150" algn="l" defTabSz="488950">
            <a:lnSpc>
              <a:spcPct val="90000"/>
            </a:lnSpc>
            <a:spcBef>
              <a:spcPct val="0"/>
            </a:spcBef>
            <a:spcAft>
              <a:spcPct val="15000"/>
            </a:spcAft>
            <a:buChar char="•"/>
          </a:pPr>
          <a:r>
            <a:rPr lang="en-US" sz="1100" u="sng" kern="1200"/>
            <a:t>Relative to other cases</a:t>
          </a:r>
          <a:r>
            <a:rPr lang="en-US" sz="1100" kern="1200"/>
            <a:t>:</a:t>
          </a:r>
        </a:p>
        <a:p>
          <a:pPr marL="114300" lvl="2" indent="-57150" algn="l" defTabSz="488950">
            <a:lnSpc>
              <a:spcPct val="90000"/>
            </a:lnSpc>
            <a:spcBef>
              <a:spcPct val="0"/>
            </a:spcBef>
            <a:spcAft>
              <a:spcPct val="15000"/>
            </a:spcAft>
            <a:buChar char="•"/>
          </a:pPr>
          <a:r>
            <a:rPr lang="en-US" sz="1100" kern="1200"/>
            <a:t>most common standardization is Z scores.</a:t>
          </a:r>
        </a:p>
        <a:p>
          <a:pPr marL="57150" lvl="1" indent="-57150" algn="l" defTabSz="488950">
            <a:lnSpc>
              <a:spcPct val="90000"/>
            </a:lnSpc>
            <a:spcBef>
              <a:spcPct val="0"/>
            </a:spcBef>
            <a:spcAft>
              <a:spcPct val="15000"/>
            </a:spcAft>
            <a:buChar char="•"/>
          </a:pPr>
          <a:r>
            <a:rPr lang="en-US" sz="1100" u="sng" kern="1200"/>
            <a:t>Relative to other responses within an object</a:t>
          </a:r>
          <a:endParaRPr lang="en-US" sz="1100" kern="1200"/>
        </a:p>
        <a:p>
          <a:pPr marL="114300" lvl="2" indent="-57150" algn="l" defTabSz="488950">
            <a:lnSpc>
              <a:spcPct val="90000"/>
            </a:lnSpc>
            <a:spcBef>
              <a:spcPct val="0"/>
            </a:spcBef>
            <a:spcAft>
              <a:spcPct val="15000"/>
            </a:spcAft>
            <a:buChar char="•"/>
          </a:pPr>
          <a:r>
            <a:rPr lang="en-US" sz="1100" kern="1200"/>
            <a:t>If groups are to be identified according to an individual’s response style, then within-case or row-centering standardization is appropriate.</a:t>
          </a:r>
        </a:p>
      </dsp:txBody>
      <dsp:txXfrm>
        <a:off x="1027306" y="3105280"/>
        <a:ext cx="2696814" cy="2335878"/>
      </dsp:txXfrm>
    </dsp:sp>
    <dsp:sp modelId="{2A6EF22A-97B0-4578-8C85-4661F430396C}">
      <dsp:nvSpPr>
        <dsp:cNvPr id="0" name=""/>
        <dsp:cNvSpPr/>
      </dsp:nvSpPr>
      <dsp:spPr>
        <a:xfrm>
          <a:off x="3796794" y="1950518"/>
          <a:ext cx="1612795" cy="1612795"/>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159673" y="1950518"/>
        <a:ext cx="887037" cy="12136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CA796-7786-432D-9E60-FF4E327014C6}">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A6612-60E4-422C-B3D8-423EA05F84FE}">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357325-8434-4947-B086-727F0F0D5E9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90000"/>
            </a:lnSpc>
            <a:spcBef>
              <a:spcPct val="0"/>
            </a:spcBef>
            <a:spcAft>
              <a:spcPct val="35000"/>
            </a:spcAft>
            <a:buNone/>
          </a:pPr>
          <a:r>
            <a:rPr lang="en-US" sz="1800" kern="1200"/>
            <a:t>Involves </a:t>
          </a:r>
          <a:r>
            <a:rPr lang="en-US" sz="1800" u="sng" kern="1200"/>
            <a:t>examining each cluster in terms of the cluster variate</a:t>
          </a:r>
          <a:r>
            <a:rPr lang="en-US" sz="1800" kern="1200"/>
            <a:t> to </a:t>
          </a:r>
          <a:r>
            <a:rPr lang="en-US" sz="1800" u="sng" kern="1200"/>
            <a:t>name or assign a label</a:t>
          </a:r>
          <a:r>
            <a:rPr lang="en-US" sz="1800" kern="1200"/>
            <a:t> accurately describing the nature of the clusters. </a:t>
          </a:r>
        </a:p>
      </dsp:txBody>
      <dsp:txXfrm>
        <a:off x="1435590" y="531"/>
        <a:ext cx="9080009" cy="1242935"/>
      </dsp:txXfrm>
    </dsp:sp>
    <dsp:sp modelId="{3E0F6B33-A84C-4CD4-8131-DB7F21DDC290}">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B38540-5D65-4857-8119-EB91B447BC60}">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61612-DD17-481C-8A6E-EA7E85329EC8}">
      <dsp:nvSpPr>
        <dsp:cNvPr id="0" name=""/>
        <dsp:cNvSpPr/>
      </dsp:nvSpPr>
      <dsp:spPr>
        <a:xfrm>
          <a:off x="1435590" y="1554201"/>
          <a:ext cx="473202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90000"/>
            </a:lnSpc>
            <a:spcBef>
              <a:spcPct val="0"/>
            </a:spcBef>
            <a:spcAft>
              <a:spcPct val="35000"/>
            </a:spcAft>
            <a:buNone/>
          </a:pPr>
          <a:r>
            <a:rPr lang="en-US" sz="1800" kern="1200"/>
            <a:t>The </a:t>
          </a:r>
          <a:r>
            <a:rPr lang="en-US" sz="1800" u="sng" kern="1200"/>
            <a:t>cluster centroid</a:t>
          </a:r>
          <a:r>
            <a:rPr lang="en-US" sz="1800" kern="1200"/>
            <a:t>, a </a:t>
          </a:r>
          <a:r>
            <a:rPr lang="en-US" sz="1800" u="sng" kern="1200"/>
            <a:t>mean profile of the cluster</a:t>
          </a:r>
          <a:r>
            <a:rPr lang="en-US" sz="1800" kern="1200"/>
            <a:t> on each clustering variable, is particularly useful in the interpretation stage.</a:t>
          </a:r>
        </a:p>
      </dsp:txBody>
      <dsp:txXfrm>
        <a:off x="1435590" y="1554201"/>
        <a:ext cx="4732020" cy="1242935"/>
      </dsp:txXfrm>
    </dsp:sp>
    <dsp:sp modelId="{B5FDD231-A224-4E0D-9375-D02238B47CC1}">
      <dsp:nvSpPr>
        <dsp:cNvPr id="0" name=""/>
        <dsp:cNvSpPr/>
      </dsp:nvSpPr>
      <dsp:spPr>
        <a:xfrm>
          <a:off x="6167610" y="1554201"/>
          <a:ext cx="434798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90000"/>
            </a:lnSpc>
            <a:spcBef>
              <a:spcPct val="0"/>
            </a:spcBef>
            <a:spcAft>
              <a:spcPct val="35000"/>
            </a:spcAft>
            <a:buNone/>
          </a:pPr>
          <a:r>
            <a:rPr lang="en-US" sz="1300" kern="1200"/>
            <a:t>Interpretation involves examining the distinguishing characteristics of each cluster’s profile and identifying  substantial differences between clusters.</a:t>
          </a:r>
        </a:p>
        <a:p>
          <a:pPr marL="0" lvl="0" indent="0" algn="l" defTabSz="577850">
            <a:lnSpc>
              <a:spcPct val="90000"/>
            </a:lnSpc>
            <a:spcBef>
              <a:spcPct val="0"/>
            </a:spcBef>
            <a:spcAft>
              <a:spcPct val="35000"/>
            </a:spcAft>
            <a:buNone/>
          </a:pPr>
          <a:r>
            <a:rPr lang="en-US" sz="1300" kern="1200"/>
            <a:t>Cluster solutions failing to show substantial variation indicate other cluster solutions should be examined.</a:t>
          </a:r>
        </a:p>
      </dsp:txBody>
      <dsp:txXfrm>
        <a:off x="6167610" y="1554201"/>
        <a:ext cx="4347989" cy="1242935"/>
      </dsp:txXfrm>
    </dsp:sp>
    <dsp:sp modelId="{B119653C-FEC6-4901-BB33-CA9237B3C017}">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4CCE3E-E763-4ADF-9872-C97A6C98189B}">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220C63-EDC6-4EAB-8ED6-3A080993A60D}">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90000"/>
            </a:lnSpc>
            <a:spcBef>
              <a:spcPct val="0"/>
            </a:spcBef>
            <a:spcAft>
              <a:spcPct val="35000"/>
            </a:spcAft>
            <a:buNone/>
          </a:pPr>
          <a:r>
            <a:rPr lang="en-US" sz="1800" kern="1200"/>
            <a:t>The cluster centroid should also be </a:t>
          </a:r>
          <a:r>
            <a:rPr lang="en-US" sz="1800" u="sng" kern="1200"/>
            <a:t>assessed for correspondence</a:t>
          </a:r>
          <a:r>
            <a:rPr lang="en-US" sz="1800" kern="1200"/>
            <a:t> with the researcher’s prior expectations based on theory or practical experience.</a:t>
          </a:r>
        </a:p>
      </dsp:txBody>
      <dsp:txXfrm>
        <a:off x="1435590" y="3107870"/>
        <a:ext cx="9080009" cy="12429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3C84E-9E6B-47CB-A29E-5CC01BBEB8EF}">
      <dsp:nvSpPr>
        <dsp:cNvPr id="0" name=""/>
        <dsp:cNvSpPr/>
      </dsp:nvSpPr>
      <dsp:spPr>
        <a:xfrm>
          <a:off x="51" y="41312"/>
          <a:ext cx="4909510" cy="1801128"/>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Describing the characteristics of each cluster on a set of </a:t>
          </a:r>
          <a:r>
            <a:rPr lang="en-US" sz="2300" u="sng" kern="1200"/>
            <a:t>additional variables (not the clustering variables)</a:t>
          </a:r>
          <a:r>
            <a:rPr lang="en-US" sz="2300" kern="1200"/>
            <a:t> to further understand the differences between clusters</a:t>
          </a:r>
        </a:p>
      </dsp:txBody>
      <dsp:txXfrm>
        <a:off x="51" y="41312"/>
        <a:ext cx="4909510" cy="1801128"/>
      </dsp:txXfrm>
    </dsp:sp>
    <dsp:sp modelId="{09253766-5DFF-4FE5-8C47-D672D5EE0AC9}">
      <dsp:nvSpPr>
        <dsp:cNvPr id="0" name=""/>
        <dsp:cNvSpPr/>
      </dsp:nvSpPr>
      <dsp:spPr>
        <a:xfrm>
          <a:off x="51" y="1842441"/>
          <a:ext cx="4909510" cy="265167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Examples include descriptive variables (e.g., demographics) as well as other outcome-related measures.</a:t>
          </a:r>
        </a:p>
        <a:p>
          <a:pPr marL="228600" lvl="1" indent="-228600" algn="l" defTabSz="1022350">
            <a:lnSpc>
              <a:spcPct val="90000"/>
            </a:lnSpc>
            <a:spcBef>
              <a:spcPct val="0"/>
            </a:spcBef>
            <a:spcAft>
              <a:spcPct val="15000"/>
            </a:spcAft>
            <a:buChar char="•"/>
          </a:pPr>
          <a:r>
            <a:rPr lang="en-US" sz="2300" kern="1200"/>
            <a:t>Provides insight to researchers as to nature and character of the clusters.</a:t>
          </a:r>
        </a:p>
      </dsp:txBody>
      <dsp:txXfrm>
        <a:off x="51" y="1842441"/>
        <a:ext cx="4909510" cy="2651670"/>
      </dsp:txXfrm>
    </dsp:sp>
    <dsp:sp modelId="{A38BDF9B-3144-4628-BF40-5CE50A18BF84}">
      <dsp:nvSpPr>
        <dsp:cNvPr id="0" name=""/>
        <dsp:cNvSpPr/>
      </dsp:nvSpPr>
      <dsp:spPr>
        <a:xfrm>
          <a:off x="5596893" y="41312"/>
          <a:ext cx="4909510" cy="1801128"/>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Clusters should differ on these relevant dimensions. This typically involves the use of discriminant analysis or ANOVA. </a:t>
          </a:r>
        </a:p>
      </dsp:txBody>
      <dsp:txXfrm>
        <a:off x="5596893" y="41312"/>
        <a:ext cx="4909510" cy="1801128"/>
      </dsp:txXfrm>
    </dsp:sp>
    <dsp:sp modelId="{D7F186C1-6DC0-46DA-92D6-5BE92DAF2C0C}">
      <dsp:nvSpPr>
        <dsp:cNvPr id="0" name=""/>
        <dsp:cNvSpPr/>
      </dsp:nvSpPr>
      <dsp:spPr>
        <a:xfrm>
          <a:off x="5596893" y="1842441"/>
          <a:ext cx="4909510" cy="265167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290DA9-2FA0-4013-8D7D-B530B6A000E3}">
      <dsp:nvSpPr>
        <dsp:cNvPr id="0" name=""/>
        <dsp:cNvSpPr/>
      </dsp:nvSpPr>
      <dsp:spPr>
        <a:xfrm>
          <a:off x="0" y="114299"/>
          <a:ext cx="11466363" cy="5623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D263E1-0927-41DD-94F9-A850C02CC8BB}">
      <dsp:nvSpPr>
        <dsp:cNvPr id="0" name=""/>
        <dsp:cNvSpPr/>
      </dsp:nvSpPr>
      <dsp:spPr>
        <a:xfrm>
          <a:off x="170112" y="240830"/>
          <a:ext cx="309295" cy="3092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90E113-0B77-4EEA-9045-21BFF3722D15}">
      <dsp:nvSpPr>
        <dsp:cNvPr id="0" name=""/>
        <dsp:cNvSpPr/>
      </dsp:nvSpPr>
      <dsp:spPr>
        <a:xfrm>
          <a:off x="649521" y="114299"/>
          <a:ext cx="10816842" cy="562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516" tIns="59516" rIns="59516" bIns="59516" numCol="1" spcCol="1270" anchor="ctr" anchorCtr="0">
          <a:noAutofit/>
        </a:bodyPr>
        <a:lstStyle/>
        <a:p>
          <a:pPr marL="0" lvl="0" indent="0" algn="l" defTabSz="622300">
            <a:lnSpc>
              <a:spcPct val="100000"/>
            </a:lnSpc>
            <a:spcBef>
              <a:spcPct val="0"/>
            </a:spcBef>
            <a:spcAft>
              <a:spcPct val="35000"/>
            </a:spcAft>
            <a:buNone/>
          </a:pPr>
          <a:r>
            <a:rPr lang="en-US" sz="1400" kern="1200"/>
            <a:t>Regression </a:t>
          </a:r>
          <a:r>
            <a:rPr lang="en-US" sz="1400" b="1" kern="1200"/>
            <a:t>analysis</a:t>
          </a:r>
          <a:r>
            <a:rPr lang="en-US" sz="1400" kern="1200"/>
            <a:t> is a statistical method to model the </a:t>
          </a:r>
          <a:r>
            <a:rPr lang="en-US" sz="1400" b="1" kern="1200"/>
            <a:t>relationship/correlation between a dependent (target) and independent (predictor) variables with one or more independent variables.</a:t>
          </a:r>
          <a:r>
            <a:rPr lang="en-US" sz="1400" kern="1200"/>
            <a:t> </a:t>
          </a:r>
        </a:p>
      </dsp:txBody>
      <dsp:txXfrm>
        <a:off x="649521" y="114299"/>
        <a:ext cx="10816842" cy="562356"/>
      </dsp:txXfrm>
    </dsp:sp>
    <dsp:sp modelId="{3943E6E3-0DA8-44E1-87F0-7DFF35B8C9C1}">
      <dsp:nvSpPr>
        <dsp:cNvPr id="0" name=""/>
        <dsp:cNvSpPr/>
      </dsp:nvSpPr>
      <dsp:spPr>
        <a:xfrm>
          <a:off x="0" y="786384"/>
          <a:ext cx="11466363" cy="5623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E3C2DC-26F8-420B-8CED-5E2B1C12C7EE}">
      <dsp:nvSpPr>
        <dsp:cNvPr id="0" name=""/>
        <dsp:cNvSpPr/>
      </dsp:nvSpPr>
      <dsp:spPr>
        <a:xfrm>
          <a:off x="170112" y="912914"/>
          <a:ext cx="309295" cy="30929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F6CD65-D712-4071-BEA3-39F4B9FF7F68}">
      <dsp:nvSpPr>
        <dsp:cNvPr id="0" name=""/>
        <dsp:cNvSpPr/>
      </dsp:nvSpPr>
      <dsp:spPr>
        <a:xfrm>
          <a:off x="649521" y="786384"/>
          <a:ext cx="10816842" cy="562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516" tIns="59516" rIns="59516" bIns="59516" numCol="1" spcCol="1270" anchor="ctr" anchorCtr="0">
          <a:noAutofit/>
        </a:bodyPr>
        <a:lstStyle/>
        <a:p>
          <a:pPr marL="0" lvl="0" indent="0" algn="l" defTabSz="622300">
            <a:lnSpc>
              <a:spcPct val="100000"/>
            </a:lnSpc>
            <a:spcBef>
              <a:spcPct val="0"/>
            </a:spcBef>
            <a:spcAft>
              <a:spcPct val="35000"/>
            </a:spcAft>
            <a:buNone/>
          </a:pPr>
          <a:r>
            <a:rPr lang="en-US" sz="1400" kern="1200"/>
            <a:t>Regression analysis helps us to understand </a:t>
          </a:r>
          <a:r>
            <a:rPr lang="en-US" sz="1400" b="1" kern="1200"/>
            <a:t>how the value of the dependent variable is changing corresponding to an independent variable when other independent variables are held fixed</a:t>
          </a:r>
          <a:r>
            <a:rPr lang="en-US" sz="1400" kern="1200"/>
            <a:t>. </a:t>
          </a:r>
        </a:p>
      </dsp:txBody>
      <dsp:txXfrm>
        <a:off x="649521" y="786384"/>
        <a:ext cx="10816842" cy="56235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6755E-FFA8-41F4-9E3A-5D215EF66831}">
      <dsp:nvSpPr>
        <dsp:cNvPr id="0" name=""/>
        <dsp:cNvSpPr/>
      </dsp:nvSpPr>
      <dsp:spPr>
        <a:xfrm>
          <a:off x="0" y="531"/>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B9F494-BDB3-419E-BFAB-ACF249FAF591}">
      <dsp:nvSpPr>
        <dsp:cNvPr id="0" name=""/>
        <dsp:cNvSpPr/>
      </dsp:nvSpPr>
      <dsp:spPr>
        <a:xfrm>
          <a:off x="0" y="531"/>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Clustering explores natural groupings within data, while regression predicts a specific outcome based on input variables.</a:t>
          </a:r>
        </a:p>
      </dsp:txBody>
      <dsp:txXfrm>
        <a:off x="0" y="531"/>
        <a:ext cx="10515600" cy="621467"/>
      </dsp:txXfrm>
    </dsp:sp>
    <dsp:sp modelId="{E710B383-279F-4A43-BF1B-E9191A4AC70A}">
      <dsp:nvSpPr>
        <dsp:cNvPr id="0" name=""/>
        <dsp:cNvSpPr/>
      </dsp:nvSpPr>
      <dsp:spPr>
        <a:xfrm>
          <a:off x="0" y="621999"/>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B06CFF-9D3F-4004-BDA1-880349407B4C}">
      <dsp:nvSpPr>
        <dsp:cNvPr id="0" name=""/>
        <dsp:cNvSpPr/>
      </dsp:nvSpPr>
      <dsp:spPr>
        <a:xfrm>
          <a:off x="0" y="621999"/>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Clustering is </a:t>
          </a:r>
          <a:r>
            <a:rPr lang="en-US" sz="1700" i="1" kern="1200"/>
            <a:t>unsupervised</a:t>
          </a:r>
          <a:r>
            <a:rPr lang="en-US" sz="1700" kern="1200"/>
            <a:t> it finds structure without predefined labels. Regression is </a:t>
          </a:r>
          <a:r>
            <a:rPr lang="en-US" sz="1700" i="1" kern="1200"/>
            <a:t>supervised</a:t>
          </a:r>
          <a:r>
            <a:rPr lang="en-US" sz="1700" kern="1200"/>
            <a:t> it learns from known outcomes.</a:t>
          </a:r>
        </a:p>
      </dsp:txBody>
      <dsp:txXfrm>
        <a:off x="0" y="621999"/>
        <a:ext cx="10515600" cy="621467"/>
      </dsp:txXfrm>
    </dsp:sp>
    <dsp:sp modelId="{6043566F-591F-4FA0-8FF3-393AC23B0837}">
      <dsp:nvSpPr>
        <dsp:cNvPr id="0" name=""/>
        <dsp:cNvSpPr/>
      </dsp:nvSpPr>
      <dsp:spPr>
        <a:xfrm>
          <a:off x="0" y="1243467"/>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21E570-1485-43A8-8F1E-97FC9AB0DCEB}">
      <dsp:nvSpPr>
        <dsp:cNvPr id="0" name=""/>
        <dsp:cNvSpPr/>
      </dsp:nvSpPr>
      <dsp:spPr>
        <a:xfrm>
          <a:off x="0" y="1243467"/>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Clustering produces </a:t>
          </a:r>
          <a:r>
            <a:rPr lang="en-US" sz="1700" b="1" kern="1200"/>
            <a:t>segments or profiles</a:t>
          </a:r>
          <a:r>
            <a:rPr lang="en-US" sz="1700" kern="1200"/>
            <a:t> (e.g., Active, Moderate, Casual users). Regression produces a </a:t>
          </a:r>
          <a:r>
            <a:rPr lang="en-US" sz="1700" b="1" kern="1200"/>
            <a:t>mathematical relationship</a:t>
          </a:r>
          <a:r>
            <a:rPr lang="en-US" sz="1700" kern="1200"/>
            <a:t> (e.g., how Steps predict Duration).</a:t>
          </a:r>
        </a:p>
      </dsp:txBody>
      <dsp:txXfrm>
        <a:off x="0" y="1243467"/>
        <a:ext cx="10515600" cy="621467"/>
      </dsp:txXfrm>
    </dsp:sp>
    <dsp:sp modelId="{5491D1E4-75DE-4BD4-B4AD-535257136A0B}">
      <dsp:nvSpPr>
        <dsp:cNvPr id="0" name=""/>
        <dsp:cNvSpPr/>
      </dsp:nvSpPr>
      <dsp:spPr>
        <a:xfrm>
          <a:off x="0" y="1864935"/>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98A64B-FFB8-4161-9324-F83346606DDD}">
      <dsp:nvSpPr>
        <dsp:cNvPr id="0" name=""/>
        <dsp:cNvSpPr/>
      </dsp:nvSpPr>
      <dsp:spPr>
        <a:xfrm>
          <a:off x="0" y="1864935"/>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Clustering answers </a:t>
          </a:r>
          <a:r>
            <a:rPr lang="en-US" sz="1700" i="1" kern="1200"/>
            <a:t>“Who are the similar users?”</a:t>
          </a:r>
          <a:r>
            <a:rPr lang="en-US" sz="1700" kern="1200"/>
            <a:t>; regression answers </a:t>
          </a:r>
          <a:r>
            <a:rPr lang="en-US" sz="1700" i="1" kern="1200"/>
            <a:t>“How much does one variable affect another?”</a:t>
          </a:r>
          <a:endParaRPr lang="en-US" sz="1700" kern="1200"/>
        </a:p>
      </dsp:txBody>
      <dsp:txXfrm>
        <a:off x="0" y="1864935"/>
        <a:ext cx="10515600" cy="621467"/>
      </dsp:txXfrm>
    </dsp:sp>
    <dsp:sp modelId="{C03F166B-AFBF-4ACD-8D2E-E606B003FF20}">
      <dsp:nvSpPr>
        <dsp:cNvPr id="0" name=""/>
        <dsp:cNvSpPr/>
      </dsp:nvSpPr>
      <dsp:spPr>
        <a:xfrm>
          <a:off x="0" y="2486402"/>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A2F83C-741A-49E7-AA78-A8DFED00CA1C}">
      <dsp:nvSpPr>
        <dsp:cNvPr id="0" name=""/>
        <dsp:cNvSpPr/>
      </dsp:nvSpPr>
      <dsp:spPr>
        <a:xfrm>
          <a:off x="0" y="2486402"/>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Both can use the same dataset (Steps, Duration, Workouts), but clustering finds hidden patterns; regression quantifies relationships.</a:t>
          </a:r>
        </a:p>
      </dsp:txBody>
      <dsp:txXfrm>
        <a:off x="0" y="2486402"/>
        <a:ext cx="10515600" cy="621467"/>
      </dsp:txXfrm>
    </dsp:sp>
    <dsp:sp modelId="{928E9CB5-8312-4D88-ACD5-D30A73769AF8}">
      <dsp:nvSpPr>
        <dsp:cNvPr id="0" name=""/>
        <dsp:cNvSpPr/>
      </dsp:nvSpPr>
      <dsp:spPr>
        <a:xfrm>
          <a:off x="0" y="3107870"/>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099C85-304B-49EE-B6EA-51BFEEE4907D}">
      <dsp:nvSpPr>
        <dsp:cNvPr id="0" name=""/>
        <dsp:cNvSpPr/>
      </dsp:nvSpPr>
      <dsp:spPr>
        <a:xfrm>
          <a:off x="0" y="3107870"/>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Clustering can identify user groups first, and regression can then analyze what drives behavior within each group giving both strategic and predictive insights.</a:t>
          </a:r>
        </a:p>
      </dsp:txBody>
      <dsp:txXfrm>
        <a:off x="0" y="3107870"/>
        <a:ext cx="10515600" cy="621467"/>
      </dsp:txXfrm>
    </dsp:sp>
    <dsp:sp modelId="{7C531206-253E-4E2C-83C7-F8B31E070C8E}">
      <dsp:nvSpPr>
        <dsp:cNvPr id="0" name=""/>
        <dsp:cNvSpPr/>
      </dsp:nvSpPr>
      <dsp:spPr>
        <a:xfrm>
          <a:off x="0" y="3729338"/>
          <a:ext cx="105156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698932-C30C-4C0E-9392-3B2C90F110E6}">
      <dsp:nvSpPr>
        <dsp:cNvPr id="0" name=""/>
        <dsp:cNvSpPr/>
      </dsp:nvSpPr>
      <dsp:spPr>
        <a:xfrm>
          <a:off x="0" y="3729338"/>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In the fitness dataset, clustering helps define user segments for engagement strategy, while regression helps forecast outcomes like session duration from daily steps.</a:t>
          </a:r>
        </a:p>
      </dsp:txBody>
      <dsp:txXfrm>
        <a:off x="0" y="3729338"/>
        <a:ext cx="10515600" cy="62146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AFCF-E011-776C-C951-E1ABA147E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04CED8-4452-DEE1-5307-C56F859236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93CF09-D22B-1B7F-8F60-40699FA382AC}"/>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5" name="Footer Placeholder 4">
            <a:extLst>
              <a:ext uri="{FF2B5EF4-FFF2-40B4-BE49-F238E27FC236}">
                <a16:creationId xmlns:a16="http://schemas.microsoft.com/office/drawing/2014/main" id="{E1C2A193-BCF6-8D60-3DF9-FFF94B76AC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2C830-EADA-28A1-F292-A9DB95E01F24}"/>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3670185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D964-8564-8347-FD7C-48DCCAB3FB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CA1473-B640-822D-87B5-7EE63C22A9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D3EC7-49B7-3EC5-A687-5FF8B98E0250}"/>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5" name="Footer Placeholder 4">
            <a:extLst>
              <a:ext uri="{FF2B5EF4-FFF2-40B4-BE49-F238E27FC236}">
                <a16:creationId xmlns:a16="http://schemas.microsoft.com/office/drawing/2014/main" id="{FA35440C-EAF2-FF8F-65E9-22AD2165D5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495013-D9C6-8459-8C18-94AE55BE5E0D}"/>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390624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21247-C152-6AE4-8DF0-10D9075BC8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764C89-1DB1-8E5F-26DE-7A981DA79F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D40B87-D7DF-EBA4-8F41-EAA35D28E742}"/>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5" name="Footer Placeholder 4">
            <a:extLst>
              <a:ext uri="{FF2B5EF4-FFF2-40B4-BE49-F238E27FC236}">
                <a16:creationId xmlns:a16="http://schemas.microsoft.com/office/drawing/2014/main" id="{059DC9FF-5285-5FDF-EE0C-D2B0F9F76A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28085-F2B8-8E1E-1BF4-7051A9886540}"/>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3183641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ECA0-9E2B-39E4-AA68-0EBBEB62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DFA034-161F-0654-7B0A-2407704FC2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A4B7CC-ED37-0F8C-D615-8C6F8A8BE5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80F237-9C4B-7930-DB01-657C518FDA61}"/>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6" name="Footer Placeholder 5">
            <a:extLst>
              <a:ext uri="{FF2B5EF4-FFF2-40B4-BE49-F238E27FC236}">
                <a16:creationId xmlns:a16="http://schemas.microsoft.com/office/drawing/2014/main" id="{67AAB5CF-088C-3E98-2D93-761EE913E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9FF91D-1211-E58B-FA71-4DBFD2B15E63}"/>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1726043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A01F8-387F-FAC1-CFF6-4F3634F856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9B2162-9CAE-7BAD-1E25-70DD7EF051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D12B0D-3E57-9DFF-E4AA-9A37234D88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275B1D-561E-D630-C071-70210CEE9B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C9F651-D03F-F9F8-D853-2D655BF8FC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CC4A55-F3F1-9516-E1EA-417F0065613E}"/>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8" name="Footer Placeholder 7">
            <a:extLst>
              <a:ext uri="{FF2B5EF4-FFF2-40B4-BE49-F238E27FC236}">
                <a16:creationId xmlns:a16="http://schemas.microsoft.com/office/drawing/2014/main" id="{1562B22E-7071-3F25-F7FE-904B6B0FFA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4F868-F761-1754-A891-436FBE985BD8}"/>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385173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F38B-7F74-18B6-2343-3E634696FA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121ACD-FDA1-8C65-539A-380B36A8AFDB}"/>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4" name="Footer Placeholder 3">
            <a:extLst>
              <a:ext uri="{FF2B5EF4-FFF2-40B4-BE49-F238E27FC236}">
                <a16:creationId xmlns:a16="http://schemas.microsoft.com/office/drawing/2014/main" id="{5499FA1E-FB48-43CB-94D9-7EAEA9FB6E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C1443F-1CCF-C171-B68E-BA2556DC5F88}"/>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123769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0CB414-B7A5-6B16-A747-959B25058B7B}"/>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3" name="Footer Placeholder 2">
            <a:extLst>
              <a:ext uri="{FF2B5EF4-FFF2-40B4-BE49-F238E27FC236}">
                <a16:creationId xmlns:a16="http://schemas.microsoft.com/office/drawing/2014/main" id="{7054E234-A327-1C2E-277D-D686EB9B11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98259C-1FAA-79E6-1018-831C7724214E}"/>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1045181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33B78-4972-5A45-186C-B324FB97E3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F8273E-9893-6368-0532-54E66A2586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6BBD51-F020-9858-4D4C-D79C3EC64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CA091-B882-AD8B-2F0C-348FD313FC5E}"/>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6" name="Footer Placeholder 5">
            <a:extLst>
              <a:ext uri="{FF2B5EF4-FFF2-40B4-BE49-F238E27FC236}">
                <a16:creationId xmlns:a16="http://schemas.microsoft.com/office/drawing/2014/main" id="{8CE4532F-EDFE-E9B9-6588-2FF7C16996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E3D12C-75BA-01C2-3E66-7AE83FF1CCD5}"/>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1326772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E215D-0193-EDB7-7A55-5E8EE2850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69023A-5B3F-DEB0-E126-D89E887490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98BF1B-BF76-4B1B-3F3E-47FCBF3776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9DF41-C9D7-5593-2950-5832E345EBFB}"/>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6" name="Footer Placeholder 5">
            <a:extLst>
              <a:ext uri="{FF2B5EF4-FFF2-40B4-BE49-F238E27FC236}">
                <a16:creationId xmlns:a16="http://schemas.microsoft.com/office/drawing/2014/main" id="{5B5248DA-BCF1-99C5-5BEC-72825D1A1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F45452-7CAA-C168-4C0C-47D7AB10A56B}"/>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92380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6F39-1659-424D-D8EB-C44527995E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5D7402-10A3-A1EA-241C-4897BC3DA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3AF01A-F1BA-D8FE-D100-C76D198B5F56}"/>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5" name="Footer Placeholder 4">
            <a:extLst>
              <a:ext uri="{FF2B5EF4-FFF2-40B4-BE49-F238E27FC236}">
                <a16:creationId xmlns:a16="http://schemas.microsoft.com/office/drawing/2014/main" id="{16FB1D40-A7B1-1C5D-A681-56B3D4A21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45EA37-5A38-DBC7-BA4B-6A7B6A250039}"/>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173660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41BF2E-EE4B-6860-1713-AD59B9AE05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AA54FE-B181-8F84-1FDA-62BEEB8517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18D94-C0DE-E15E-6ADC-ED4F88B9AB50}"/>
              </a:ext>
            </a:extLst>
          </p:cNvPr>
          <p:cNvSpPr>
            <a:spLocks noGrp="1"/>
          </p:cNvSpPr>
          <p:nvPr>
            <p:ph type="dt" sz="half" idx="10"/>
          </p:nvPr>
        </p:nvSpPr>
        <p:spPr/>
        <p:txBody>
          <a:bodyPr/>
          <a:lstStyle/>
          <a:p>
            <a:fld id="{795CCBC6-C517-48F8-9B63-35AAEA2D4093}" type="datetimeFigureOut">
              <a:rPr lang="en-US" smtClean="0"/>
              <a:t>6/12/2026</a:t>
            </a:fld>
            <a:endParaRPr lang="en-US"/>
          </a:p>
        </p:txBody>
      </p:sp>
      <p:sp>
        <p:nvSpPr>
          <p:cNvPr id="5" name="Footer Placeholder 4">
            <a:extLst>
              <a:ext uri="{FF2B5EF4-FFF2-40B4-BE49-F238E27FC236}">
                <a16:creationId xmlns:a16="http://schemas.microsoft.com/office/drawing/2014/main" id="{03C797EA-49C8-234A-C717-896787460D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CAEE8-77A3-87F2-FCEE-3458666C5D45}"/>
              </a:ext>
            </a:extLst>
          </p:cNvPr>
          <p:cNvSpPr>
            <a:spLocks noGrp="1"/>
          </p:cNvSpPr>
          <p:nvPr>
            <p:ph type="sldNum" sz="quarter" idx="12"/>
          </p:nvPr>
        </p:nvSpPr>
        <p:spPr/>
        <p:txBody>
          <a:bodyPr/>
          <a:lstStyle/>
          <a:p>
            <a:fld id="{1EC4FDC1-8409-45A4-9ABA-F0545A5F4097}" type="slidenum">
              <a:rPr lang="en-US" smtClean="0"/>
              <a:t>‹#›</a:t>
            </a:fld>
            <a:endParaRPr lang="en-US"/>
          </a:p>
        </p:txBody>
      </p:sp>
    </p:spTree>
    <p:extLst>
      <p:ext uri="{BB962C8B-B14F-4D97-AF65-F5344CB8AC3E}">
        <p14:creationId xmlns:p14="http://schemas.microsoft.com/office/powerpoint/2010/main" val="993429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3CE513-414D-D5E0-E98F-E949B5D4A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8A3750-2805-BF76-569A-2DC925AF1D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6416A-D076-A69E-85EC-E9494F7DBC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5CCBC6-C517-48F8-9B63-35AAEA2D4093}" type="datetimeFigureOut">
              <a:rPr lang="en-US" smtClean="0"/>
              <a:t>6/12/2026</a:t>
            </a:fld>
            <a:endParaRPr lang="en-US"/>
          </a:p>
        </p:txBody>
      </p:sp>
      <p:sp>
        <p:nvSpPr>
          <p:cNvPr id="5" name="Footer Placeholder 4">
            <a:extLst>
              <a:ext uri="{FF2B5EF4-FFF2-40B4-BE49-F238E27FC236}">
                <a16:creationId xmlns:a16="http://schemas.microsoft.com/office/drawing/2014/main" id="{013AB992-0B5D-0ED9-E8D4-F92FA507B4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52D41A-D83D-8B42-3F65-4CA938D53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C4FDC1-8409-45A4-9ABA-F0545A5F4097}" type="slidenum">
              <a:rPr lang="en-US" smtClean="0"/>
              <a:t>‹#›</a:t>
            </a:fld>
            <a:endParaRPr lang="en-US"/>
          </a:p>
        </p:txBody>
      </p:sp>
    </p:spTree>
    <p:extLst>
      <p:ext uri="{BB962C8B-B14F-4D97-AF65-F5344CB8AC3E}">
        <p14:creationId xmlns:p14="http://schemas.microsoft.com/office/powerpoint/2010/main" val="17702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8.xml"/><Relationship Id="rId7" Type="http://schemas.openxmlformats.org/officeDocument/2006/relationships/image" Target="../media/image11.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EA35E61D-30A4-CAC8-F54A-B0DBF0559869}"/>
              </a:ext>
            </a:extLst>
          </p:cNvPr>
          <p:cNvSpPr>
            <a:spLocks noGrp="1"/>
          </p:cNvSpPr>
          <p:nvPr>
            <p:ph type="subTitle" idx="1"/>
          </p:nvPr>
        </p:nvSpPr>
        <p:spPr>
          <a:xfrm>
            <a:off x="1758696" y="1399032"/>
            <a:ext cx="9144000" cy="1927527"/>
          </a:xfrm>
        </p:spPr>
        <p:txBody>
          <a:bodyPr>
            <a:normAutofit/>
          </a:bodyPr>
          <a:lstStyle/>
          <a:p>
            <a:br>
              <a:rPr lang="en-US" u="sng"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Supervised machine leaning algorithms for Clustering and Regression for predication</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20EB3EDE-25BF-1448-09B4-634B3ACCA595}"/>
              </a:ext>
            </a:extLst>
          </p:cNvPr>
          <p:cNvSpPr txBox="1">
            <a:spLocks/>
          </p:cNvSpPr>
          <p:nvPr/>
        </p:nvSpPr>
        <p:spPr>
          <a:xfrm>
            <a:off x="1834896" y="4263281"/>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NZ" dirty="0">
                <a:latin typeface="Times New Roman" panose="02020603050405020304" pitchFamily="18" charset="0"/>
                <a:cs typeface="Times New Roman" panose="02020603050405020304" pitchFamily="18" charset="0"/>
              </a:rPr>
              <a:t>Yoobee Colleges</a:t>
            </a:r>
          </a:p>
        </p:txBody>
      </p:sp>
    </p:spTree>
    <p:extLst>
      <p:ext uri="{BB962C8B-B14F-4D97-AF65-F5344CB8AC3E}">
        <p14:creationId xmlns:p14="http://schemas.microsoft.com/office/powerpoint/2010/main" val="1636499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1F3FD0-64C6-BFB8-0B3F-8215AE24CD57}"/>
              </a:ext>
            </a:extLst>
          </p:cNvPr>
          <p:cNvSpPr>
            <a:spLocks noGrp="1"/>
          </p:cNvSpPr>
          <p:nvPr>
            <p:ph type="title"/>
          </p:nvPr>
        </p:nvSpPr>
        <p:spPr>
          <a:xfrm>
            <a:off x="761803" y="350196"/>
            <a:ext cx="4646904" cy="1624520"/>
          </a:xfrm>
        </p:spPr>
        <p:txBody>
          <a:bodyPr anchor="ctr">
            <a:normAutofit/>
          </a:bodyPr>
          <a:lstStyle/>
          <a:p>
            <a:r>
              <a:rPr lang="en-US" sz="4000" b="1">
                <a:latin typeface="Times New Roman" panose="02020603050405020304" pitchFamily="18" charset="0"/>
                <a:cs typeface="Times New Roman" panose="02020603050405020304" pitchFamily="18" charset="0"/>
              </a:rPr>
              <a:t>LEARNING OBJECTIVES</a:t>
            </a:r>
          </a:p>
        </p:txBody>
      </p:sp>
      <p:sp>
        <p:nvSpPr>
          <p:cNvPr id="3" name="Content Placeholder 2">
            <a:extLst>
              <a:ext uri="{FF2B5EF4-FFF2-40B4-BE49-F238E27FC236}">
                <a16:creationId xmlns:a16="http://schemas.microsoft.com/office/drawing/2014/main" id="{43BA808A-3ABB-F1ED-6807-45F4DCF15281}"/>
              </a:ext>
            </a:extLst>
          </p:cNvPr>
          <p:cNvSpPr>
            <a:spLocks noGrp="1"/>
          </p:cNvSpPr>
          <p:nvPr>
            <p:ph idx="1"/>
          </p:nvPr>
        </p:nvSpPr>
        <p:spPr>
          <a:xfrm>
            <a:off x="761802" y="2743200"/>
            <a:ext cx="4646905" cy="3613149"/>
          </a:xfrm>
        </p:spPr>
        <p:txBody>
          <a:bodyPr anchor="ctr">
            <a:normAutofit/>
          </a:bodyPr>
          <a:lstStyle/>
          <a:p>
            <a:pPr marL="0" indent="0">
              <a:buNone/>
            </a:pPr>
            <a:r>
              <a:rPr lang="en-US" sz="1600">
                <a:latin typeface="Times New Roman" panose="02020603050405020304" pitchFamily="18" charset="0"/>
                <a:cs typeface="Times New Roman" panose="02020603050405020304" pitchFamily="18" charset="0"/>
              </a:rPr>
              <a:t>Upon completing this tutorial, you should be able to do the following:</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914400" lvl="1" indent="-457200"/>
            <a:r>
              <a:rPr lang="en-US" sz="1600">
                <a:latin typeface="Times New Roman" panose="02020603050405020304" pitchFamily="18" charset="0"/>
                <a:cs typeface="Times New Roman" panose="02020603050405020304" pitchFamily="18" charset="0"/>
              </a:rPr>
              <a:t>Apply the </a:t>
            </a:r>
            <a:r>
              <a:rPr lang="en-US" sz="1600" i="1">
                <a:latin typeface="Times New Roman" panose="02020603050405020304" pitchFamily="18" charset="0"/>
                <a:cs typeface="Times New Roman" panose="02020603050405020304" pitchFamily="18" charset="0"/>
              </a:rPr>
              <a:t>design process</a:t>
            </a:r>
            <a:r>
              <a:rPr lang="en-US" sz="1600">
                <a:latin typeface="Times New Roman" panose="02020603050405020304" pitchFamily="18" charset="0"/>
                <a:cs typeface="Times New Roman" panose="02020603050405020304" pitchFamily="18" charset="0"/>
              </a:rPr>
              <a:t> of clustering using a real dataset.</a:t>
            </a:r>
          </a:p>
          <a:p>
            <a:pPr marL="914400" lvl="1" indent="-457200"/>
            <a:r>
              <a:rPr lang="en-US" sz="1600">
                <a:latin typeface="Times New Roman" panose="02020603050405020304" pitchFamily="18" charset="0"/>
                <a:cs typeface="Times New Roman" panose="02020603050405020304" pitchFamily="18" charset="0"/>
              </a:rPr>
              <a:t>Build and interpret </a:t>
            </a:r>
            <a:r>
              <a:rPr lang="en-US" sz="1600" i="1">
                <a:latin typeface="Times New Roman" panose="02020603050405020304" pitchFamily="18" charset="0"/>
                <a:cs typeface="Times New Roman" panose="02020603050405020304" pitchFamily="18" charset="0"/>
              </a:rPr>
              <a:t>clusters of fitness users</a:t>
            </a:r>
            <a:r>
              <a:rPr lang="en-US" sz="1600">
                <a:latin typeface="Times New Roman" panose="02020603050405020304" pitchFamily="18" charset="0"/>
                <a:cs typeface="Times New Roman" panose="02020603050405020304" pitchFamily="18" charset="0"/>
              </a:rPr>
              <a:t>.</a:t>
            </a:r>
          </a:p>
          <a:p>
            <a:pPr marL="914400" lvl="1" indent="-457200"/>
            <a:r>
              <a:rPr lang="en-US" sz="1600">
                <a:latin typeface="Times New Roman" panose="02020603050405020304" pitchFamily="18" charset="0"/>
                <a:cs typeface="Times New Roman" panose="02020603050405020304" pitchFamily="18" charset="0"/>
              </a:rPr>
              <a:t>Transition from </a:t>
            </a:r>
            <a:r>
              <a:rPr lang="en-US" sz="1600" i="1">
                <a:latin typeface="Times New Roman" panose="02020603050405020304" pitchFamily="18" charset="0"/>
                <a:cs typeface="Times New Roman" panose="02020603050405020304" pitchFamily="18" charset="0"/>
              </a:rPr>
              <a:t>descriptive segmentation</a:t>
            </a:r>
            <a:r>
              <a:rPr lang="en-US" sz="1600">
                <a:latin typeface="Times New Roman" panose="02020603050405020304" pitchFamily="18" charset="0"/>
                <a:cs typeface="Times New Roman" panose="02020603050405020304" pitchFamily="18" charset="0"/>
              </a:rPr>
              <a:t> (clustering) to </a:t>
            </a:r>
            <a:r>
              <a:rPr lang="en-US" sz="1600" i="1">
                <a:latin typeface="Times New Roman" panose="02020603050405020304" pitchFamily="18" charset="0"/>
                <a:cs typeface="Times New Roman" panose="02020603050405020304" pitchFamily="18" charset="0"/>
              </a:rPr>
              <a:t>predictive modeling</a:t>
            </a:r>
            <a:r>
              <a:rPr lang="en-US" sz="1600">
                <a:latin typeface="Times New Roman" panose="02020603050405020304" pitchFamily="18" charset="0"/>
                <a:cs typeface="Times New Roman" panose="02020603050405020304" pitchFamily="18" charset="0"/>
              </a:rPr>
              <a:t> (regression).</a:t>
            </a:r>
          </a:p>
          <a:p>
            <a:pPr marL="914400" lvl="1" indent="-457200"/>
            <a:r>
              <a:rPr lang="en-US" sz="1600">
                <a:latin typeface="Times New Roman" panose="02020603050405020304" pitchFamily="18" charset="0"/>
                <a:cs typeface="Times New Roman" panose="02020603050405020304" pitchFamily="18" charset="0"/>
              </a:rPr>
              <a:t>Communicate findings effectively with visual and numerical evidence.</a:t>
            </a:r>
          </a:p>
        </p:txBody>
      </p:sp>
      <p:pic>
        <p:nvPicPr>
          <p:cNvPr id="5" name="Picture 4" descr="Hand with red strings">
            <a:extLst>
              <a:ext uri="{FF2B5EF4-FFF2-40B4-BE49-F238E27FC236}">
                <a16:creationId xmlns:a16="http://schemas.microsoft.com/office/drawing/2014/main" id="{D01DA723-D58F-5F80-B704-ABC4191E2B35}"/>
              </a:ext>
            </a:extLst>
          </p:cNvPr>
          <p:cNvPicPr>
            <a:picLocks noChangeAspect="1"/>
          </p:cNvPicPr>
          <p:nvPr/>
        </p:nvPicPr>
        <p:blipFill>
          <a:blip r:embed="rId2"/>
          <a:srcRect l="22293" r="18306"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290415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C7F17A-61C9-9AF6-FEC2-8EC086083010}"/>
              </a:ext>
            </a:extLst>
          </p:cNvPr>
          <p:cNvSpPr>
            <a:spLocks noGrp="1"/>
          </p:cNvSpPr>
          <p:nvPr>
            <p:ph type="title"/>
          </p:nvPr>
        </p:nvSpPr>
        <p:spPr>
          <a:xfrm>
            <a:off x="838200" y="668377"/>
            <a:ext cx="10515600" cy="1325563"/>
          </a:xfrm>
        </p:spPr>
        <p:txBody>
          <a:bodyPr vert="horz" lIns="91440" tIns="45720" rIns="91440" bIns="45720" rtlCol="0" anchor="ctr">
            <a:normAutofit/>
          </a:bodyPr>
          <a:lstStyle/>
          <a:p>
            <a:r>
              <a:rPr lang="en-US" b="1" kern="1200">
                <a:solidFill>
                  <a:schemeClr val="tx1"/>
                </a:solidFill>
                <a:latin typeface="+mj-lt"/>
                <a:ea typeface="+mj-ea"/>
                <a:cs typeface="+mj-cs"/>
              </a:rPr>
              <a:t>Stage 1:  Objectives of Cluster Analysis</a:t>
            </a:r>
          </a:p>
        </p:txBody>
      </p:sp>
      <p:sp>
        <p:nvSpPr>
          <p:cNvPr id="4" name="Content Placeholder 3">
            <a:extLst>
              <a:ext uri="{FF2B5EF4-FFF2-40B4-BE49-F238E27FC236}">
                <a16:creationId xmlns:a16="http://schemas.microsoft.com/office/drawing/2014/main" id="{6A61B9AF-E881-9E41-8D5C-15F1FC845E54}"/>
              </a:ext>
            </a:extLst>
          </p:cNvPr>
          <p:cNvSpPr>
            <a:spLocks noGrp="1"/>
          </p:cNvSpPr>
          <p:nvPr>
            <p:ph idx="1"/>
          </p:nvPr>
        </p:nvSpPr>
        <p:spPr>
          <a:xfrm>
            <a:off x="838200" y="2177456"/>
            <a:ext cx="5097780" cy="3795748"/>
          </a:xfrm>
        </p:spPr>
        <p:txBody>
          <a:bodyPr vert="horz" lIns="91440" tIns="45720" rIns="91440" bIns="45720" rtlCol="0">
            <a:normAutofit/>
          </a:bodyPr>
          <a:lstStyle/>
          <a:p>
            <a:r>
              <a:rPr lang="en-US" sz="1700"/>
              <a:t>Research Questions in Cluster Analysis</a:t>
            </a:r>
          </a:p>
          <a:p>
            <a:r>
              <a:rPr lang="en-US" sz="1700"/>
              <a:t>Selection of Clustering Variables</a:t>
            </a:r>
          </a:p>
          <a:p>
            <a:pPr marL="0"/>
            <a:r>
              <a:rPr lang="en-US" sz="1700" b="1"/>
              <a:t>Primary Goal</a:t>
            </a:r>
          </a:p>
          <a:p>
            <a:pPr marL="457200"/>
            <a:r>
              <a:rPr lang="en-US" sz="1700"/>
              <a:t>to partition a set of objects into two or more groups based on the similarity of the objects for a set of specified characteristics (the cluster variate).</a:t>
            </a:r>
          </a:p>
          <a:p>
            <a:endParaRPr lang="en-US" sz="1700"/>
          </a:p>
          <a:p>
            <a:pPr marL="0"/>
            <a:r>
              <a:rPr lang="en-US" sz="1700" b="1"/>
              <a:t>Two key issues:</a:t>
            </a:r>
          </a:p>
          <a:p>
            <a:pPr marL="457200"/>
            <a:r>
              <a:rPr lang="en-US" sz="1700"/>
              <a:t>The research questions being addressed, and</a:t>
            </a:r>
          </a:p>
          <a:p>
            <a:pPr marL="457200"/>
            <a:r>
              <a:rPr lang="en-US" sz="1700"/>
              <a:t>The variables used to characterize objects in the clustering process.</a:t>
            </a:r>
          </a:p>
          <a:p>
            <a:pPr marL="0"/>
            <a:endParaRPr lang="en-US" sz="1700"/>
          </a:p>
        </p:txBody>
      </p:sp>
      <p:sp>
        <p:nvSpPr>
          <p:cNvPr id="8" name="Content Placeholder 3">
            <a:extLst>
              <a:ext uri="{FF2B5EF4-FFF2-40B4-BE49-F238E27FC236}">
                <a16:creationId xmlns:a16="http://schemas.microsoft.com/office/drawing/2014/main" id="{AAB89CA9-F7F3-511D-A26E-652CAA82D788}"/>
              </a:ext>
            </a:extLst>
          </p:cNvPr>
          <p:cNvSpPr txBox="1">
            <a:spLocks/>
          </p:cNvSpPr>
          <p:nvPr/>
        </p:nvSpPr>
        <p:spPr>
          <a:xfrm>
            <a:off x="6256020" y="2177456"/>
            <a:ext cx="5097780" cy="37957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700" b="1"/>
              <a:t>How to form the taxonomy</a:t>
            </a:r>
          </a:p>
          <a:p>
            <a:pPr marL="969962" lvl="1"/>
            <a:r>
              <a:rPr lang="en-US" sz="1700"/>
              <a:t>creating an empirically based classification of objects.</a:t>
            </a:r>
          </a:p>
          <a:p>
            <a:endParaRPr lang="en-US" sz="1700" b="1"/>
          </a:p>
          <a:p>
            <a:r>
              <a:rPr lang="en-US" sz="1700" b="1"/>
              <a:t>How to simplify the data</a:t>
            </a:r>
          </a:p>
          <a:p>
            <a:pPr marL="969962" lvl="1"/>
            <a:r>
              <a:rPr lang="en-US" sz="1700"/>
              <a:t>grouping observations for further analysis.</a:t>
            </a:r>
          </a:p>
          <a:p>
            <a:endParaRPr lang="en-US" sz="1700" b="1"/>
          </a:p>
          <a:p>
            <a:r>
              <a:rPr lang="en-US" sz="1700" b="1"/>
              <a:t>Which relationships can be identified</a:t>
            </a:r>
          </a:p>
          <a:p>
            <a:pPr marL="969962" lvl="1"/>
            <a:r>
              <a:rPr lang="en-US" sz="1700"/>
              <a:t>revealing relationships among the observations within and between groups.</a:t>
            </a:r>
          </a:p>
        </p:txBody>
      </p:sp>
    </p:spTree>
    <p:extLst>
      <p:ext uri="{BB962C8B-B14F-4D97-AF65-F5344CB8AC3E}">
        <p14:creationId xmlns:p14="http://schemas.microsoft.com/office/powerpoint/2010/main" val="141314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010E703-FF92-EF23-D870-567EF5851EE5}"/>
              </a:ext>
            </a:extLst>
          </p:cNvPr>
          <p:cNvSpPr>
            <a:spLocks noGrp="1"/>
          </p:cNvSpPr>
          <p:nvPr>
            <p:ph type="title"/>
          </p:nvPr>
        </p:nvSpPr>
        <p:spPr>
          <a:xfrm>
            <a:off x="1188069" y="381935"/>
            <a:ext cx="4008583" cy="5974414"/>
          </a:xfrm>
        </p:spPr>
        <p:txBody>
          <a:bodyPr anchor="ctr">
            <a:normAutofit/>
          </a:bodyPr>
          <a:lstStyle/>
          <a:p>
            <a:r>
              <a:rPr lang="en-US" sz="6200" b="1">
                <a:solidFill>
                  <a:srgbClr val="FFFFFF"/>
                </a:solidFill>
                <a:latin typeface="Times New Roman" panose="02020603050405020304" pitchFamily="18" charset="0"/>
                <a:cs typeface="Times New Roman" panose="02020603050405020304" pitchFamily="18" charset="0"/>
              </a:rPr>
              <a:t>Selection of Clustering Variables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8505DBB2-6E8A-BDF0-BEA1-C727D75B3536}"/>
              </a:ext>
            </a:extLst>
          </p:cNvPr>
          <p:cNvSpPr>
            <a:spLocks noGrp="1"/>
          </p:cNvSpPr>
          <p:nvPr>
            <p:ph idx="1"/>
          </p:nvPr>
        </p:nvSpPr>
        <p:spPr>
          <a:xfrm>
            <a:off x="6297233" y="518400"/>
            <a:ext cx="4771607" cy="5837949"/>
          </a:xfrm>
        </p:spPr>
        <p:txBody>
          <a:bodyPr anchor="ctr">
            <a:normAutofit/>
          </a:bodyPr>
          <a:lstStyle/>
          <a:p>
            <a:r>
              <a:rPr lang="en-US" sz="1700" b="1">
                <a:solidFill>
                  <a:schemeClr val="tx1">
                    <a:alpha val="80000"/>
                  </a:schemeClr>
                </a:solidFill>
                <a:latin typeface="Times New Roman" panose="02020603050405020304" pitchFamily="18" charset="0"/>
                <a:cs typeface="Times New Roman" panose="02020603050405020304" pitchFamily="18" charset="0"/>
              </a:rPr>
              <a:t>Variable Selection Is Critical Decision</a:t>
            </a:r>
          </a:p>
          <a:p>
            <a:pPr marL="969962" lvl="1" indent="-457200"/>
            <a:r>
              <a:rPr lang="en-US" sz="1700">
                <a:solidFill>
                  <a:schemeClr val="tx1">
                    <a:alpha val="80000"/>
                  </a:schemeClr>
                </a:solidFill>
                <a:latin typeface="Times New Roman" panose="02020603050405020304" pitchFamily="18" charset="0"/>
                <a:cs typeface="Times New Roman" panose="02020603050405020304" pitchFamily="18" charset="0"/>
              </a:rPr>
              <a:t>Clustering variables represent to sole means of measuring similarity among objects</a:t>
            </a:r>
          </a:p>
          <a:p>
            <a:pPr marL="969962" lvl="1" indent="-457200"/>
            <a:r>
              <a:rPr lang="en-US" sz="1700">
                <a:solidFill>
                  <a:schemeClr val="tx1">
                    <a:alpha val="80000"/>
                  </a:schemeClr>
                </a:solidFill>
                <a:latin typeface="Times New Roman" panose="02020603050405020304" pitchFamily="18" charset="0"/>
                <a:cs typeface="Times New Roman" panose="02020603050405020304" pitchFamily="18" charset="0"/>
              </a:rPr>
              <a:t>As a result, the analysis is constrained based on the variables included.</a:t>
            </a:r>
          </a:p>
          <a:p>
            <a:pPr marL="969962" lvl="1" indent="-457200"/>
            <a:endParaRPr lang="en-US" sz="1700">
              <a:solidFill>
                <a:schemeClr val="tx1">
                  <a:alpha val="80000"/>
                </a:schemeClr>
              </a:solidFill>
              <a:latin typeface="Times New Roman" panose="02020603050405020304" pitchFamily="18" charset="0"/>
              <a:cs typeface="Times New Roman" panose="02020603050405020304" pitchFamily="18" charset="0"/>
            </a:endParaRPr>
          </a:p>
          <a:p>
            <a:r>
              <a:rPr lang="en-US" sz="1700" u="sng">
                <a:solidFill>
                  <a:schemeClr val="tx1">
                    <a:alpha val="80000"/>
                  </a:schemeClr>
                </a:solidFill>
                <a:latin typeface="Times New Roman" panose="02020603050405020304" pitchFamily="18" charset="0"/>
                <a:cs typeface="Times New Roman" panose="02020603050405020304" pitchFamily="18" charset="0"/>
              </a:rPr>
              <a:t>Two Issues in Variable Selection</a:t>
            </a:r>
          </a:p>
          <a:p>
            <a:pPr marL="514350" indent="-514350">
              <a:buFont typeface="+mj-lt"/>
              <a:buAutoNum type="arabicPeriod"/>
            </a:pPr>
            <a:r>
              <a:rPr lang="en-US" sz="1700" b="1">
                <a:solidFill>
                  <a:schemeClr val="tx1">
                    <a:alpha val="80000"/>
                  </a:schemeClr>
                </a:solidFill>
                <a:latin typeface="Times New Roman" panose="02020603050405020304" pitchFamily="18" charset="0"/>
                <a:cs typeface="Times New Roman" panose="02020603050405020304" pitchFamily="18" charset="0"/>
              </a:rPr>
              <a:t>Conceptual considerations </a:t>
            </a:r>
          </a:p>
          <a:p>
            <a:pPr marL="855662" lvl="1" indent="-342900"/>
            <a:r>
              <a:rPr lang="en-US" sz="1700">
                <a:solidFill>
                  <a:schemeClr val="tx1">
                    <a:alpha val="80000"/>
                  </a:schemeClr>
                </a:solidFill>
                <a:latin typeface="Times New Roman" panose="02020603050405020304" pitchFamily="18" charset="0"/>
                <a:cs typeface="Times New Roman" panose="02020603050405020304" pitchFamily="18" charset="0"/>
              </a:rPr>
              <a:t>Variables characterize the objects being clustered.</a:t>
            </a:r>
          </a:p>
          <a:p>
            <a:pPr marL="855662" lvl="1" indent="-342900"/>
            <a:r>
              <a:rPr lang="en-US" sz="1700">
                <a:solidFill>
                  <a:schemeClr val="tx1">
                    <a:alpha val="80000"/>
                  </a:schemeClr>
                </a:solidFill>
                <a:latin typeface="Times New Roman" panose="02020603050405020304" pitchFamily="18" charset="0"/>
                <a:cs typeface="Times New Roman" panose="02020603050405020304" pitchFamily="18" charset="0"/>
              </a:rPr>
              <a:t>Relate specifically to the objectives of the cluster analysis.</a:t>
            </a:r>
          </a:p>
          <a:p>
            <a:pPr marL="514350" indent="-514350">
              <a:buFont typeface="+mj-lt"/>
              <a:buAutoNum type="arabicPeriod"/>
            </a:pPr>
            <a:endParaRPr lang="en-US" sz="1700">
              <a:solidFill>
                <a:schemeClr val="tx1">
                  <a:alpha val="80000"/>
                </a:schemeClr>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1700" b="1">
                <a:solidFill>
                  <a:schemeClr val="tx1">
                    <a:alpha val="80000"/>
                  </a:schemeClr>
                </a:solidFill>
                <a:latin typeface="Times New Roman" panose="02020603050405020304" pitchFamily="18" charset="0"/>
                <a:cs typeface="Times New Roman" panose="02020603050405020304" pitchFamily="18" charset="0"/>
              </a:rPr>
              <a:t>Practical considerations.</a:t>
            </a:r>
          </a:p>
          <a:p>
            <a:pPr marL="855662" lvl="1" indent="-342900"/>
            <a:r>
              <a:rPr lang="en-US" sz="1700">
                <a:solidFill>
                  <a:schemeClr val="tx1">
                    <a:alpha val="80000"/>
                  </a:schemeClr>
                </a:solidFill>
                <a:latin typeface="Times New Roman" panose="02020603050405020304" pitchFamily="18" charset="0"/>
                <a:cs typeface="Times New Roman" panose="02020603050405020304" pitchFamily="18" charset="0"/>
              </a:rPr>
              <a:t>Should always use the “best” variables available (i.e., little measurement error, etc.)</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793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DFF3E54-3FF8-FE9C-A49E-FB4ACFCBFE42}"/>
              </a:ext>
            </a:extLst>
          </p:cNvPr>
          <p:cNvSpPr>
            <a:spLocks noGrp="1"/>
          </p:cNvSpPr>
          <p:nvPr>
            <p:ph type="title"/>
          </p:nvPr>
        </p:nvSpPr>
        <p:spPr>
          <a:xfrm>
            <a:off x="1188069" y="381935"/>
            <a:ext cx="4008583" cy="5974414"/>
          </a:xfrm>
        </p:spPr>
        <p:txBody>
          <a:bodyPr anchor="ctr">
            <a:normAutofit/>
          </a:bodyPr>
          <a:lstStyle/>
          <a:p>
            <a:r>
              <a:rPr lang="en-US" sz="6200" b="1">
                <a:solidFill>
                  <a:srgbClr val="FFFFFF"/>
                </a:solidFill>
                <a:latin typeface="Times New Roman" panose="02020603050405020304" pitchFamily="18" charset="0"/>
                <a:cs typeface="Times New Roman" panose="02020603050405020304" pitchFamily="18" charset="0"/>
              </a:rPr>
              <a:t>Rules of Thumb – Objectives of Cluster Analysis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7DDA935-E175-2F49-3963-3D51AA6ACDE0}"/>
              </a:ext>
            </a:extLst>
          </p:cNvPr>
          <p:cNvSpPr>
            <a:spLocks noGrp="1"/>
          </p:cNvSpPr>
          <p:nvPr>
            <p:ph idx="1"/>
          </p:nvPr>
        </p:nvSpPr>
        <p:spPr>
          <a:xfrm>
            <a:off x="6297233" y="518400"/>
            <a:ext cx="4771607" cy="5837949"/>
          </a:xfrm>
        </p:spPr>
        <p:txBody>
          <a:bodyPr anchor="ctr">
            <a:normAutofit/>
          </a:bodyPr>
          <a:lstStyle/>
          <a:p>
            <a:pPr marL="457200" indent="-457200"/>
            <a:r>
              <a:rPr lang="en-US" sz="1700" b="1">
                <a:solidFill>
                  <a:schemeClr val="tx1">
                    <a:alpha val="80000"/>
                  </a:schemeClr>
                </a:solidFill>
                <a:latin typeface="Times New Roman" panose="02020603050405020304" pitchFamily="18" charset="0"/>
                <a:cs typeface="Times New Roman" panose="02020603050405020304" pitchFamily="18" charset="0"/>
              </a:rPr>
              <a:t>Cluster analysis</a:t>
            </a:r>
            <a:r>
              <a:rPr lang="en-US" sz="1700">
                <a:solidFill>
                  <a:schemeClr val="tx1">
                    <a:alpha val="80000"/>
                  </a:schemeClr>
                </a:solidFill>
                <a:latin typeface="Times New Roman" panose="02020603050405020304" pitchFamily="18" charset="0"/>
                <a:cs typeface="Times New Roman" panose="02020603050405020304" pitchFamily="18" charset="0"/>
              </a:rPr>
              <a:t> is used for:</a:t>
            </a:r>
          </a:p>
          <a:p>
            <a:pPr marL="969962" lvl="1" indent="-457200"/>
            <a:r>
              <a:rPr lang="en-US" sz="1700" u="sng">
                <a:solidFill>
                  <a:schemeClr val="tx1">
                    <a:alpha val="80000"/>
                  </a:schemeClr>
                </a:solidFill>
                <a:latin typeface="Times New Roman" panose="02020603050405020304" pitchFamily="18" charset="0"/>
                <a:cs typeface="Times New Roman" panose="02020603050405020304" pitchFamily="18" charset="0"/>
              </a:rPr>
              <a:t>Taxonomy description</a:t>
            </a:r>
            <a:r>
              <a:rPr lang="en-US" sz="1700">
                <a:solidFill>
                  <a:schemeClr val="tx1">
                    <a:alpha val="80000"/>
                  </a:schemeClr>
                </a:solidFill>
                <a:latin typeface="Times New Roman" panose="02020603050405020304" pitchFamily="18" charset="0"/>
                <a:cs typeface="Times New Roman" panose="02020603050405020304" pitchFamily="18" charset="0"/>
              </a:rPr>
              <a:t> – identifying natural groups within the data.</a:t>
            </a:r>
          </a:p>
          <a:p>
            <a:pPr marL="969962" lvl="1" indent="-457200"/>
            <a:r>
              <a:rPr lang="en-US" sz="1700" u="sng">
                <a:solidFill>
                  <a:schemeClr val="tx1">
                    <a:alpha val="80000"/>
                  </a:schemeClr>
                </a:solidFill>
                <a:latin typeface="Times New Roman" panose="02020603050405020304" pitchFamily="18" charset="0"/>
                <a:cs typeface="Times New Roman" panose="02020603050405020304" pitchFamily="18" charset="0"/>
              </a:rPr>
              <a:t>Data simplification</a:t>
            </a:r>
            <a:r>
              <a:rPr lang="en-US" sz="1700">
                <a:solidFill>
                  <a:schemeClr val="tx1">
                    <a:alpha val="80000"/>
                  </a:schemeClr>
                </a:solidFill>
                <a:latin typeface="Times New Roman" panose="02020603050405020304" pitchFamily="18" charset="0"/>
                <a:cs typeface="Times New Roman" panose="02020603050405020304" pitchFamily="18" charset="0"/>
              </a:rPr>
              <a:t> – the ability to analyze groups of similar observations instead of all individual observations.</a:t>
            </a:r>
          </a:p>
          <a:p>
            <a:pPr marL="969962" lvl="1" indent="-457200"/>
            <a:r>
              <a:rPr lang="en-US" sz="1700" u="sng">
                <a:solidFill>
                  <a:schemeClr val="tx1">
                    <a:alpha val="80000"/>
                  </a:schemeClr>
                </a:solidFill>
                <a:latin typeface="Times New Roman" panose="02020603050405020304" pitchFamily="18" charset="0"/>
                <a:cs typeface="Times New Roman" panose="02020603050405020304" pitchFamily="18" charset="0"/>
              </a:rPr>
              <a:t>Relationship identification</a:t>
            </a:r>
            <a:r>
              <a:rPr lang="en-US" sz="1700">
                <a:solidFill>
                  <a:schemeClr val="tx1">
                    <a:alpha val="80000"/>
                  </a:schemeClr>
                </a:solidFill>
                <a:latin typeface="Times New Roman" panose="02020603050405020304" pitchFamily="18" charset="0"/>
                <a:cs typeface="Times New Roman" panose="02020603050405020304" pitchFamily="18" charset="0"/>
              </a:rPr>
              <a:t> – the simplified structure from cluster analysis portrays relationships not revealed otherwise.</a:t>
            </a:r>
          </a:p>
          <a:p>
            <a:pPr marL="457200" indent="-457200"/>
            <a:r>
              <a:rPr lang="en-US" sz="1700" b="1">
                <a:solidFill>
                  <a:schemeClr val="tx1">
                    <a:alpha val="80000"/>
                  </a:schemeClr>
                </a:solidFill>
                <a:latin typeface="Times New Roman" panose="02020603050405020304" pitchFamily="18" charset="0"/>
                <a:cs typeface="Times New Roman" panose="02020603050405020304" pitchFamily="18" charset="0"/>
              </a:rPr>
              <a:t>Theoretical, conceptual and practical considerations </a:t>
            </a:r>
            <a:r>
              <a:rPr lang="en-US" sz="1700">
                <a:solidFill>
                  <a:schemeClr val="tx1">
                    <a:alpha val="80000"/>
                  </a:schemeClr>
                </a:solidFill>
                <a:latin typeface="Times New Roman" panose="02020603050405020304" pitchFamily="18" charset="0"/>
                <a:cs typeface="Times New Roman" panose="02020603050405020304" pitchFamily="18" charset="0"/>
              </a:rPr>
              <a:t>must be observed when selecting clustering variables for cluster analysis:</a:t>
            </a:r>
          </a:p>
          <a:p>
            <a:pPr marL="969962" lvl="1" indent="-457200"/>
            <a:r>
              <a:rPr lang="en-US" sz="1700">
                <a:solidFill>
                  <a:schemeClr val="tx1">
                    <a:alpha val="80000"/>
                  </a:schemeClr>
                </a:solidFill>
                <a:latin typeface="Times New Roman" panose="02020603050405020304" pitchFamily="18" charset="0"/>
                <a:cs typeface="Times New Roman" panose="02020603050405020304" pitchFamily="18" charset="0"/>
              </a:rPr>
              <a:t>Only variables that </a:t>
            </a:r>
            <a:r>
              <a:rPr lang="en-US" sz="1700" u="sng">
                <a:solidFill>
                  <a:schemeClr val="tx1">
                    <a:alpha val="80000"/>
                  </a:schemeClr>
                </a:solidFill>
                <a:latin typeface="Times New Roman" panose="02020603050405020304" pitchFamily="18" charset="0"/>
                <a:cs typeface="Times New Roman" panose="02020603050405020304" pitchFamily="18" charset="0"/>
              </a:rPr>
              <a:t>relate specifically to objectives</a:t>
            </a:r>
            <a:r>
              <a:rPr lang="en-US" sz="1700">
                <a:solidFill>
                  <a:schemeClr val="tx1">
                    <a:alpha val="80000"/>
                  </a:schemeClr>
                </a:solidFill>
                <a:latin typeface="Times New Roman" panose="02020603050405020304" pitchFamily="18" charset="0"/>
                <a:cs typeface="Times New Roman" panose="02020603050405020304" pitchFamily="18" charset="0"/>
              </a:rPr>
              <a:t> of the cluster analysis are included, since “</a:t>
            </a:r>
            <a:r>
              <a:rPr lang="en-US" sz="1700" u="sng">
                <a:solidFill>
                  <a:schemeClr val="tx1">
                    <a:alpha val="80000"/>
                  </a:schemeClr>
                </a:solidFill>
                <a:latin typeface="Times New Roman" panose="02020603050405020304" pitchFamily="18" charset="0"/>
                <a:cs typeface="Times New Roman" panose="02020603050405020304" pitchFamily="18" charset="0"/>
              </a:rPr>
              <a:t>irrelevant” variables can not be excluded </a:t>
            </a:r>
            <a:r>
              <a:rPr lang="en-US" sz="1700">
                <a:solidFill>
                  <a:schemeClr val="tx1">
                    <a:alpha val="80000"/>
                  </a:schemeClr>
                </a:solidFill>
                <a:latin typeface="Times New Roman" panose="02020603050405020304" pitchFamily="18" charset="0"/>
                <a:cs typeface="Times New Roman" panose="02020603050405020304" pitchFamily="18" charset="0"/>
              </a:rPr>
              <a:t>from the analysis once it begins.</a:t>
            </a:r>
          </a:p>
          <a:p>
            <a:pPr marL="969962" lvl="1" indent="-457200"/>
            <a:r>
              <a:rPr lang="en-US" sz="1700">
                <a:solidFill>
                  <a:schemeClr val="tx1">
                    <a:alpha val="80000"/>
                  </a:schemeClr>
                </a:solidFill>
                <a:latin typeface="Times New Roman" panose="02020603050405020304" pitchFamily="18" charset="0"/>
                <a:cs typeface="Times New Roman" panose="02020603050405020304" pitchFamily="18" charset="0"/>
              </a:rPr>
              <a:t>Variables are selected which </a:t>
            </a:r>
            <a:r>
              <a:rPr lang="en-US" sz="1700" u="sng">
                <a:solidFill>
                  <a:schemeClr val="tx1">
                    <a:alpha val="80000"/>
                  </a:schemeClr>
                </a:solidFill>
                <a:latin typeface="Times New Roman" panose="02020603050405020304" pitchFamily="18" charset="0"/>
                <a:cs typeface="Times New Roman" panose="02020603050405020304" pitchFamily="18" charset="0"/>
              </a:rPr>
              <a:t>characterize the individuals (objects)</a:t>
            </a:r>
            <a:r>
              <a:rPr lang="en-US" sz="1700">
                <a:solidFill>
                  <a:schemeClr val="tx1">
                    <a:alpha val="80000"/>
                  </a:schemeClr>
                </a:solidFill>
                <a:latin typeface="Times New Roman" panose="02020603050405020304" pitchFamily="18" charset="0"/>
                <a:cs typeface="Times New Roman" panose="02020603050405020304" pitchFamily="18" charset="0"/>
              </a:rPr>
              <a:t> being clustered.</a:t>
            </a:r>
          </a:p>
          <a:p>
            <a:endParaRPr lang="en-US" sz="1700">
              <a:solidFill>
                <a:schemeClr val="tx1">
                  <a:alpha val="80000"/>
                </a:schemeClr>
              </a:solidFill>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235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7CBF4C-C6E9-3E16-D0F6-4DEC1C6E17B2}"/>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b="1" kern="1200">
                <a:solidFill>
                  <a:schemeClr val="accent1"/>
                </a:solidFill>
                <a:latin typeface="+mj-lt"/>
                <a:ea typeface="+mj-ea"/>
                <a:cs typeface="+mj-cs"/>
              </a:rPr>
              <a:t>Stage 2:  Research Design in Cluster Analysis</a:t>
            </a:r>
          </a:p>
        </p:txBody>
      </p:sp>
      <p:cxnSp>
        <p:nvCxnSpPr>
          <p:cNvPr id="11"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4F2B2A3-DA71-A53F-3F5D-72893EFE9801}"/>
              </a:ext>
            </a:extLst>
          </p:cNvPr>
          <p:cNvSpPr>
            <a:spLocks noGrp="1"/>
          </p:cNvSpPr>
          <p:nvPr>
            <p:ph idx="1"/>
          </p:nvPr>
        </p:nvSpPr>
        <p:spPr>
          <a:xfrm>
            <a:off x="4976030" y="963507"/>
            <a:ext cx="6250940" cy="2304627"/>
          </a:xfrm>
        </p:spPr>
        <p:txBody>
          <a:bodyPr vert="horz" lIns="91440" tIns="45720" rIns="91440" bIns="45720" rtlCol="0" anchor="b">
            <a:normAutofit/>
          </a:bodyPr>
          <a:lstStyle/>
          <a:p>
            <a:r>
              <a:rPr lang="en-US" sz="2000" i="1"/>
              <a:t>Types and Number of Clustering Variables</a:t>
            </a:r>
          </a:p>
          <a:p>
            <a:r>
              <a:rPr lang="en-US" sz="2000" i="1"/>
              <a:t>Sample size</a:t>
            </a:r>
          </a:p>
          <a:p>
            <a:r>
              <a:rPr lang="en-US" sz="2000" i="1"/>
              <a:t>Outlier detection</a:t>
            </a:r>
          </a:p>
          <a:p>
            <a:r>
              <a:rPr lang="en-US" sz="2000" i="1"/>
              <a:t>Measuring object similarity</a:t>
            </a:r>
          </a:p>
          <a:p>
            <a:r>
              <a:rPr lang="en-US" sz="2000" i="1"/>
              <a:t>Data standardization</a:t>
            </a:r>
          </a:p>
        </p:txBody>
      </p:sp>
      <p:sp>
        <p:nvSpPr>
          <p:cNvPr id="4" name="Content Placeholder 2">
            <a:extLst>
              <a:ext uri="{FF2B5EF4-FFF2-40B4-BE49-F238E27FC236}">
                <a16:creationId xmlns:a16="http://schemas.microsoft.com/office/drawing/2014/main" id="{EC28ED05-03E1-6BDD-DD00-7D153268DF94}"/>
              </a:ext>
            </a:extLst>
          </p:cNvPr>
          <p:cNvSpPr txBox="1">
            <a:spLocks/>
          </p:cNvSpPr>
          <p:nvPr/>
        </p:nvSpPr>
        <p:spPr>
          <a:xfrm>
            <a:off x="4976030" y="3589866"/>
            <a:ext cx="6250940" cy="23046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r>
              <a:rPr lang="en-US" sz="700" b="1"/>
              <a:t>Types and Number of Clustering Variables:</a:t>
            </a:r>
          </a:p>
          <a:p>
            <a:r>
              <a:rPr lang="en-US" sz="700" b="1"/>
              <a:t>Types of Variables Included</a:t>
            </a:r>
          </a:p>
          <a:p>
            <a:pPr marL="969962" lvl="1"/>
            <a:r>
              <a:rPr lang="en-US" sz="700"/>
              <a:t>Can employ either metric or non-metric, but generally not in mixed fashion.</a:t>
            </a:r>
          </a:p>
          <a:p>
            <a:pPr marL="969962" lvl="1"/>
            <a:r>
              <a:rPr lang="en-US" sz="700"/>
              <a:t>Multiple measures of similarity for each type.</a:t>
            </a:r>
          </a:p>
          <a:p>
            <a:endParaRPr lang="en-US" sz="700"/>
          </a:p>
          <a:p>
            <a:r>
              <a:rPr lang="en-US" sz="700" b="1"/>
              <a:t>Number of Clustering Variables</a:t>
            </a:r>
          </a:p>
          <a:p>
            <a:pPr marL="742950" lvl="2"/>
            <a:r>
              <a:rPr lang="en-US" sz="700"/>
              <a:t>Can suffer from “curse of dimensionality” when large number of variables analyzed.</a:t>
            </a:r>
          </a:p>
          <a:p>
            <a:pPr marL="742950" lvl="2"/>
            <a:r>
              <a:rPr lang="en-US" sz="700"/>
              <a:t>Can have impact with as few variables.</a:t>
            </a:r>
          </a:p>
          <a:p>
            <a:endParaRPr lang="en-US" sz="700"/>
          </a:p>
          <a:p>
            <a:r>
              <a:rPr lang="en-US" sz="700" b="1"/>
              <a:t>Relevancy of Clustering Variables</a:t>
            </a:r>
          </a:p>
          <a:p>
            <a:pPr marL="969962" lvl="1"/>
            <a:r>
              <a:rPr lang="en-US" sz="700"/>
              <a:t>No internal method of ascertaining the relevancy of clustering variables.</a:t>
            </a:r>
          </a:p>
          <a:p>
            <a:pPr marL="969962" lvl="1"/>
            <a:r>
              <a:rPr lang="en-US" sz="700"/>
              <a:t>Researcher should always include only those variables with strongest conceptual support.</a:t>
            </a:r>
          </a:p>
          <a:p>
            <a:pPr marL="0"/>
            <a:endParaRPr lang="en-US" sz="700" b="1"/>
          </a:p>
        </p:txBody>
      </p:sp>
    </p:spTree>
    <p:extLst>
      <p:ext uri="{BB962C8B-B14F-4D97-AF65-F5344CB8AC3E}">
        <p14:creationId xmlns:p14="http://schemas.microsoft.com/office/powerpoint/2010/main" val="1980760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3F03BE-CDF5-9500-DEEC-EA42F135D92F}"/>
              </a:ext>
            </a:extLst>
          </p:cNvPr>
          <p:cNvSpPr>
            <a:spLocks noGrp="1"/>
          </p:cNvSpPr>
          <p:nvPr>
            <p:ph type="title"/>
          </p:nvPr>
        </p:nvSpPr>
        <p:spPr>
          <a:xfrm>
            <a:off x="1188069" y="381935"/>
            <a:ext cx="9356106" cy="1200329"/>
          </a:xfrm>
        </p:spPr>
        <p:txBody>
          <a:bodyPr anchor="t">
            <a:normAutofit/>
          </a:bodyPr>
          <a:lstStyle/>
          <a:p>
            <a:r>
              <a:rPr lang="en-US" sz="5600" b="1">
                <a:latin typeface="Times New Roman" panose="02020603050405020304" pitchFamily="18" charset="0"/>
                <a:cs typeface="Times New Roman" panose="02020603050405020304" pitchFamily="18" charset="0"/>
              </a:rPr>
              <a:t>Is the Sample Size Adequate?</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273C65A-96A0-74F4-20E8-BADB8B627010}"/>
              </a:ext>
            </a:extLst>
          </p:cNvPr>
          <p:cNvGraphicFramePr>
            <a:graphicFrameLocks noGrp="1"/>
          </p:cNvGraphicFramePr>
          <p:nvPr>
            <p:ph idx="1"/>
            <p:extLst>
              <p:ext uri="{D42A27DB-BD31-4B8C-83A1-F6EECF244321}">
                <p14:modId xmlns:p14="http://schemas.microsoft.com/office/powerpoint/2010/main" val="2885933772"/>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1129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A56E6B-DDA2-A4BC-D781-2CEA2A74EC20}"/>
              </a:ext>
            </a:extLst>
          </p:cNvPr>
          <p:cNvSpPr>
            <a:spLocks noGrp="1"/>
          </p:cNvSpPr>
          <p:nvPr>
            <p:ph type="title"/>
          </p:nvPr>
        </p:nvSpPr>
        <p:spPr>
          <a:xfrm>
            <a:off x="1188069" y="381935"/>
            <a:ext cx="9356106" cy="1200329"/>
          </a:xfrm>
        </p:spPr>
        <p:txBody>
          <a:bodyPr anchor="t">
            <a:normAutofit/>
          </a:bodyPr>
          <a:lstStyle/>
          <a:p>
            <a:r>
              <a:rPr lang="en-US" sz="8000" b="1">
                <a:latin typeface="Times New Roman" panose="02020603050405020304" pitchFamily="18" charset="0"/>
                <a:cs typeface="Times New Roman" panose="02020603050405020304" pitchFamily="18" charset="0"/>
              </a:rPr>
              <a:t>Detecting Outliers</a:t>
            </a:r>
          </a:p>
        </p:txBody>
      </p:sp>
      <p:grpSp>
        <p:nvGrpSpPr>
          <p:cNvPr id="27" name="Group 26">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2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2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30"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2" name="Content Placeholder 2">
            <a:extLst>
              <a:ext uri="{FF2B5EF4-FFF2-40B4-BE49-F238E27FC236}">
                <a16:creationId xmlns:a16="http://schemas.microsoft.com/office/drawing/2014/main" id="{B1586460-D8F9-A2A4-598C-465418D261CC}"/>
              </a:ext>
            </a:extLst>
          </p:cNvPr>
          <p:cNvGraphicFramePr>
            <a:graphicFrameLocks noGrp="1"/>
          </p:cNvGraphicFramePr>
          <p:nvPr>
            <p:ph idx="1"/>
            <p:extLst>
              <p:ext uri="{D42A27DB-BD31-4B8C-83A1-F6EECF244321}">
                <p14:modId xmlns:p14="http://schemas.microsoft.com/office/powerpoint/2010/main" val="4080907385"/>
              </p:ext>
            </p:extLst>
          </p:nvPr>
        </p:nvGraphicFramePr>
        <p:xfrm>
          <a:off x="1188062" y="1825625"/>
          <a:ext cx="9356107" cy="439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1098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779C32-1892-AC99-CFFB-A3CD682AB9ED}"/>
              </a:ext>
            </a:extLst>
          </p:cNvPr>
          <p:cNvSpPr>
            <a:spLocks noGrp="1"/>
          </p:cNvSpPr>
          <p:nvPr>
            <p:ph type="title"/>
          </p:nvPr>
        </p:nvSpPr>
        <p:spPr>
          <a:xfrm>
            <a:off x="586478" y="1683756"/>
            <a:ext cx="3115265" cy="2396359"/>
          </a:xfrm>
        </p:spPr>
        <p:txBody>
          <a:bodyPr anchor="b">
            <a:normAutofit/>
          </a:bodyPr>
          <a:lstStyle/>
          <a:p>
            <a:pPr algn="r"/>
            <a:r>
              <a:rPr lang="en-US" sz="4000" b="1">
                <a:solidFill>
                  <a:srgbClr val="FFFFFF"/>
                </a:solidFill>
                <a:latin typeface="Times New Roman" panose="02020603050405020304" pitchFamily="18" charset="0"/>
                <a:cs typeface="Times New Roman" panose="02020603050405020304" pitchFamily="18" charset="0"/>
              </a:rPr>
              <a:t>Defining and Measuring Inter object Similarity</a:t>
            </a:r>
          </a:p>
        </p:txBody>
      </p:sp>
      <p:graphicFrame>
        <p:nvGraphicFramePr>
          <p:cNvPr id="6" name="Content Placeholder 2">
            <a:extLst>
              <a:ext uri="{FF2B5EF4-FFF2-40B4-BE49-F238E27FC236}">
                <a16:creationId xmlns:a16="http://schemas.microsoft.com/office/drawing/2014/main" id="{CD1A0129-7248-575D-85C9-6A88E2AEF107}"/>
              </a:ext>
            </a:extLst>
          </p:cNvPr>
          <p:cNvGraphicFramePr>
            <a:graphicFrameLocks noGrp="1"/>
          </p:cNvGraphicFramePr>
          <p:nvPr>
            <p:ph idx="1"/>
            <p:extLst>
              <p:ext uri="{D42A27DB-BD31-4B8C-83A1-F6EECF244321}">
                <p14:modId xmlns:p14="http://schemas.microsoft.com/office/powerpoint/2010/main" val="393885119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8570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D604667-91D3-B52E-4F2D-E659681E032B}"/>
              </a:ext>
            </a:extLst>
          </p:cNvPr>
          <p:cNvSpPr>
            <a:spLocks noGrp="1"/>
          </p:cNvSpPr>
          <p:nvPr>
            <p:ph type="title"/>
          </p:nvPr>
        </p:nvSpPr>
        <p:spPr>
          <a:xfrm>
            <a:off x="621792" y="1161288"/>
            <a:ext cx="3602736" cy="4526280"/>
          </a:xfrm>
        </p:spPr>
        <p:txBody>
          <a:bodyPr>
            <a:normAutofit/>
          </a:bodyPr>
          <a:lstStyle/>
          <a:p>
            <a:r>
              <a:rPr lang="en-US" sz="4000" b="1">
                <a:latin typeface="Times New Roman" panose="02020603050405020304" pitchFamily="18" charset="0"/>
                <a:cs typeface="Times New Roman" panose="02020603050405020304" pitchFamily="18" charset="0"/>
              </a:rPr>
              <a:t>Types of Distance Measures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2">
            <a:extLst>
              <a:ext uri="{FF2B5EF4-FFF2-40B4-BE49-F238E27FC236}">
                <a16:creationId xmlns:a16="http://schemas.microsoft.com/office/drawing/2014/main" id="{C44CF19C-48A7-9AAB-A0BB-3AA97561FCD4}"/>
              </a:ext>
            </a:extLst>
          </p:cNvPr>
          <p:cNvGraphicFramePr>
            <a:graphicFrameLocks noGrp="1"/>
          </p:cNvGraphicFramePr>
          <p:nvPr>
            <p:ph idx="1"/>
            <p:extLst>
              <p:ext uri="{D42A27DB-BD31-4B8C-83A1-F6EECF244321}">
                <p14:modId xmlns:p14="http://schemas.microsoft.com/office/powerpoint/2010/main" val="9846272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6251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3B0720-9B28-38C4-4968-9D738588A687}"/>
              </a:ext>
            </a:extLst>
          </p:cNvPr>
          <p:cNvSpPr>
            <a:spLocks noGrp="1"/>
          </p:cNvSpPr>
          <p:nvPr>
            <p:ph type="title"/>
          </p:nvPr>
        </p:nvSpPr>
        <p:spPr>
          <a:xfrm>
            <a:off x="621792" y="1161288"/>
            <a:ext cx="3602736" cy="4526280"/>
          </a:xfrm>
        </p:spPr>
        <p:txBody>
          <a:bodyPr>
            <a:normAutofit/>
          </a:bodyPr>
          <a:lstStyle/>
          <a:p>
            <a:r>
              <a:rPr lang="en-US" sz="3700" b="1">
                <a:latin typeface="Times New Roman" panose="02020603050405020304" pitchFamily="18" charset="0"/>
                <a:cs typeface="Times New Roman" panose="02020603050405020304" pitchFamily="18" charset="0"/>
              </a:rPr>
              <a:t>Data Standardization</a:t>
            </a:r>
          </a:p>
        </p:txBody>
      </p:sp>
      <p:sp>
        <p:nvSpPr>
          <p:cNvPr id="20" name="Rectangle 19">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1" name="Content Placeholder 2">
            <a:extLst>
              <a:ext uri="{FF2B5EF4-FFF2-40B4-BE49-F238E27FC236}">
                <a16:creationId xmlns:a16="http://schemas.microsoft.com/office/drawing/2014/main" id="{3F0586FE-98AE-8B89-A426-C928BF36FA86}"/>
              </a:ext>
            </a:extLst>
          </p:cNvPr>
          <p:cNvGraphicFramePr>
            <a:graphicFrameLocks noGrp="1"/>
          </p:cNvGraphicFramePr>
          <p:nvPr>
            <p:ph idx="1"/>
            <p:extLst>
              <p:ext uri="{D42A27DB-BD31-4B8C-83A1-F6EECF244321}">
                <p14:modId xmlns:p14="http://schemas.microsoft.com/office/powerpoint/2010/main" val="136521653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0194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FA10A9-8E7A-81ED-3532-3D30CCFEAE36}"/>
              </a:ext>
            </a:extLst>
          </p:cNvPr>
          <p:cNvSpPr>
            <a:spLocks noGrp="1"/>
          </p:cNvSpPr>
          <p:nvPr>
            <p:ph type="title"/>
          </p:nvPr>
        </p:nvSpPr>
        <p:spPr>
          <a:xfrm>
            <a:off x="838200" y="620742"/>
            <a:ext cx="10515600" cy="1325563"/>
          </a:xfrm>
        </p:spPr>
        <p:txBody>
          <a:bodyPr vert="horz" lIns="91440" tIns="45720" rIns="91440" bIns="45720" rtlCol="0" anchor="ctr">
            <a:normAutofit/>
          </a:bodyPr>
          <a:lstStyle/>
          <a:p>
            <a:r>
              <a:rPr lang="en-US" b="1" kern="1200">
                <a:solidFill>
                  <a:srgbClr val="FFFFFF"/>
                </a:solidFill>
                <a:latin typeface="+mj-lt"/>
                <a:ea typeface="+mj-ea"/>
                <a:cs typeface="+mj-cs"/>
              </a:rPr>
              <a:t>Stage 3:  Assumptions of Cluster Analysis</a:t>
            </a:r>
          </a:p>
        </p:txBody>
      </p:sp>
      <p:cxnSp>
        <p:nvCxnSpPr>
          <p:cNvPr id="16" name="Straight Connector 15">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97EB33-7FEF-84DA-14A6-87DE557DF425}"/>
              </a:ext>
            </a:extLst>
          </p:cNvPr>
          <p:cNvSpPr>
            <a:spLocks noGrp="1"/>
          </p:cNvSpPr>
          <p:nvPr>
            <p:ph idx="1"/>
          </p:nvPr>
        </p:nvSpPr>
        <p:spPr>
          <a:xfrm>
            <a:off x="838200" y="2266345"/>
            <a:ext cx="5097780" cy="3910617"/>
          </a:xfrm>
        </p:spPr>
        <p:txBody>
          <a:bodyPr vert="horz" lIns="91440" tIns="45720" rIns="91440" bIns="45720" rtlCol="0">
            <a:normAutofit/>
          </a:bodyPr>
          <a:lstStyle/>
          <a:p>
            <a:r>
              <a:rPr lang="en-US" sz="1100" b="1">
                <a:solidFill>
                  <a:srgbClr val="FFFFFF"/>
                </a:solidFill>
              </a:rPr>
              <a:t>Structure Exists</a:t>
            </a:r>
          </a:p>
          <a:p>
            <a:pPr marL="969962" lvl="1"/>
            <a:r>
              <a:rPr lang="en-US" sz="1100">
                <a:solidFill>
                  <a:srgbClr val="FFFFFF"/>
                </a:solidFill>
              </a:rPr>
              <a:t>Since cluster analysis will always generate a solution, researcher must </a:t>
            </a:r>
            <a:r>
              <a:rPr lang="en-US" sz="1100" u="sng">
                <a:solidFill>
                  <a:srgbClr val="FFFFFF"/>
                </a:solidFill>
              </a:rPr>
              <a:t>assume that a “natural” structure of objects exists</a:t>
            </a:r>
            <a:r>
              <a:rPr lang="en-US" sz="1100">
                <a:solidFill>
                  <a:srgbClr val="FFFFFF"/>
                </a:solidFill>
              </a:rPr>
              <a:t> which is to be identified by the technique.</a:t>
            </a:r>
          </a:p>
          <a:p>
            <a:r>
              <a:rPr lang="en-US" sz="1100" b="1">
                <a:solidFill>
                  <a:srgbClr val="FFFFFF"/>
                </a:solidFill>
              </a:rPr>
              <a:t>Representativeness of the Sample</a:t>
            </a:r>
          </a:p>
          <a:p>
            <a:pPr marL="969962" lvl="1"/>
            <a:r>
              <a:rPr lang="en-US" sz="1100">
                <a:solidFill>
                  <a:srgbClr val="FFFFFF"/>
                </a:solidFill>
              </a:rPr>
              <a:t>Must be confident that the obtained sample is </a:t>
            </a:r>
            <a:r>
              <a:rPr lang="en-US" sz="1100" u="sng">
                <a:solidFill>
                  <a:srgbClr val="FFFFFF"/>
                </a:solidFill>
              </a:rPr>
              <a:t>truly representative </a:t>
            </a:r>
            <a:r>
              <a:rPr lang="en-US" sz="1100">
                <a:solidFill>
                  <a:srgbClr val="FFFFFF"/>
                </a:solidFill>
              </a:rPr>
              <a:t>of the population.</a:t>
            </a:r>
          </a:p>
          <a:p>
            <a:r>
              <a:rPr lang="en-US" sz="1100" b="1">
                <a:solidFill>
                  <a:srgbClr val="FFFFFF"/>
                </a:solidFill>
              </a:rPr>
              <a:t>Impact of multicollinearity</a:t>
            </a:r>
          </a:p>
          <a:p>
            <a:pPr marL="969962" lvl="1"/>
            <a:r>
              <a:rPr lang="en-US" sz="1100">
                <a:solidFill>
                  <a:srgbClr val="FFFFFF"/>
                </a:solidFill>
              </a:rPr>
              <a:t>Multicollinearity among subsets of variables is an </a:t>
            </a:r>
            <a:r>
              <a:rPr lang="en-US" sz="1100" u="sng">
                <a:solidFill>
                  <a:srgbClr val="FFFFFF"/>
                </a:solidFill>
              </a:rPr>
              <a:t>implicit “weighting”</a:t>
            </a:r>
            <a:r>
              <a:rPr lang="en-US" sz="1100">
                <a:solidFill>
                  <a:srgbClr val="FFFFFF"/>
                </a:solidFill>
              </a:rPr>
              <a:t> of the clustering variables</a:t>
            </a:r>
          </a:p>
          <a:p>
            <a:pPr marL="969962" lvl="1"/>
            <a:r>
              <a:rPr lang="en-US" sz="1100" u="sng">
                <a:solidFill>
                  <a:srgbClr val="FFFFFF"/>
                </a:solidFill>
              </a:rPr>
              <a:t>Potential remedies</a:t>
            </a:r>
            <a:r>
              <a:rPr lang="en-US" sz="1100">
                <a:solidFill>
                  <a:srgbClr val="FFFFFF"/>
                </a:solidFill>
              </a:rPr>
              <a:t> for multicollinear subsets of variables</a:t>
            </a:r>
          </a:p>
          <a:p>
            <a:pPr marL="1370012" lvl="2"/>
            <a:r>
              <a:rPr lang="en-US" sz="1100">
                <a:solidFill>
                  <a:srgbClr val="FFFFFF"/>
                </a:solidFill>
              </a:rPr>
              <a:t>Reduce the variables to </a:t>
            </a:r>
            <a:r>
              <a:rPr lang="en-US" sz="1100" u="sng">
                <a:solidFill>
                  <a:srgbClr val="FFFFFF"/>
                </a:solidFill>
              </a:rPr>
              <a:t>equal numbers in each set</a:t>
            </a:r>
            <a:r>
              <a:rPr lang="en-US" sz="1100">
                <a:solidFill>
                  <a:srgbClr val="FFFFFF"/>
                </a:solidFill>
              </a:rPr>
              <a:t> of correlated measures.</a:t>
            </a:r>
          </a:p>
          <a:p>
            <a:pPr marL="1370012" lvl="2"/>
            <a:r>
              <a:rPr lang="en-US" sz="1100">
                <a:solidFill>
                  <a:srgbClr val="FFFFFF"/>
                </a:solidFill>
              </a:rPr>
              <a:t>Use a distance measure that </a:t>
            </a:r>
            <a:r>
              <a:rPr lang="en-US" sz="1100" u="sng">
                <a:solidFill>
                  <a:srgbClr val="FFFFFF"/>
                </a:solidFill>
              </a:rPr>
              <a:t>compensates for the correlation</a:t>
            </a:r>
            <a:r>
              <a:rPr lang="en-US" sz="1100">
                <a:solidFill>
                  <a:srgbClr val="FFFFFF"/>
                </a:solidFill>
              </a:rPr>
              <a:t>, like Mahalanobis Distance.</a:t>
            </a:r>
          </a:p>
          <a:p>
            <a:pPr marL="1370012" lvl="2"/>
            <a:r>
              <a:rPr lang="en-US" sz="1100">
                <a:solidFill>
                  <a:srgbClr val="FFFFFF"/>
                </a:solidFill>
              </a:rPr>
              <a:t>Take a proactive approach and </a:t>
            </a:r>
            <a:r>
              <a:rPr lang="en-US" sz="1100" u="sng">
                <a:solidFill>
                  <a:srgbClr val="FFFFFF"/>
                </a:solidFill>
              </a:rPr>
              <a:t>include only cluster variables that are not highly correlated</a:t>
            </a:r>
            <a:r>
              <a:rPr lang="en-US" sz="1100">
                <a:solidFill>
                  <a:srgbClr val="FFFFFF"/>
                </a:solidFill>
              </a:rPr>
              <a:t>.</a:t>
            </a:r>
          </a:p>
          <a:p>
            <a:endParaRPr lang="en-US" sz="1100">
              <a:solidFill>
                <a:srgbClr val="FFFFFF"/>
              </a:solidFill>
            </a:endParaRPr>
          </a:p>
        </p:txBody>
      </p:sp>
      <p:sp>
        <p:nvSpPr>
          <p:cNvPr id="4" name="Title 1">
            <a:extLst>
              <a:ext uri="{FF2B5EF4-FFF2-40B4-BE49-F238E27FC236}">
                <a16:creationId xmlns:a16="http://schemas.microsoft.com/office/drawing/2014/main" id="{0A1CD858-9CCE-4AF6-C8D7-4686EBC0F4F3}"/>
              </a:ext>
            </a:extLst>
          </p:cNvPr>
          <p:cNvSpPr txBox="1">
            <a:spLocks/>
          </p:cNvSpPr>
          <p:nvPr/>
        </p:nvSpPr>
        <p:spPr>
          <a:xfrm>
            <a:off x="6256020" y="2266345"/>
            <a:ext cx="5097780" cy="3910618"/>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228600">
              <a:spcAft>
                <a:spcPts val="600"/>
              </a:spcAft>
              <a:buFont typeface="Arial" panose="020B0604020202020204" pitchFamily="34" charset="0"/>
              <a:buChar char="•"/>
            </a:pPr>
            <a:r>
              <a:rPr lang="en-US" sz="2400" i="1">
                <a:solidFill>
                  <a:srgbClr val="FFFFFF"/>
                </a:solidFill>
                <a:latin typeface="+mn-lt"/>
                <a:ea typeface="+mn-ea"/>
                <a:cs typeface="+mn-cs"/>
              </a:rPr>
              <a:t>Structure Exists</a:t>
            </a:r>
          </a:p>
          <a:p>
            <a:pPr marL="571500" indent="-228600">
              <a:spcAft>
                <a:spcPts val="600"/>
              </a:spcAft>
              <a:buFont typeface="Arial" panose="020B0604020202020204" pitchFamily="34" charset="0"/>
              <a:buChar char="•"/>
            </a:pPr>
            <a:r>
              <a:rPr lang="en-US" sz="2400" i="1">
                <a:solidFill>
                  <a:srgbClr val="FFFFFF"/>
                </a:solidFill>
                <a:latin typeface="+mn-lt"/>
                <a:ea typeface="+mn-ea"/>
                <a:cs typeface="+mn-cs"/>
              </a:rPr>
              <a:t>Representativeness of the sample.</a:t>
            </a:r>
          </a:p>
          <a:p>
            <a:pPr marL="571500" indent="-228600">
              <a:spcAft>
                <a:spcPts val="600"/>
              </a:spcAft>
              <a:buFont typeface="Arial" panose="020B0604020202020204" pitchFamily="34" charset="0"/>
              <a:buChar char="•"/>
            </a:pPr>
            <a:r>
              <a:rPr lang="en-US" sz="2400" i="1">
                <a:solidFill>
                  <a:srgbClr val="FFFFFF"/>
                </a:solidFill>
                <a:latin typeface="+mn-lt"/>
                <a:ea typeface="+mn-ea"/>
                <a:cs typeface="+mn-cs"/>
              </a:rPr>
              <a:t>Impact of multicollinearity.</a:t>
            </a:r>
          </a:p>
        </p:txBody>
      </p:sp>
    </p:spTree>
    <p:extLst>
      <p:ext uri="{BB962C8B-B14F-4D97-AF65-F5344CB8AC3E}">
        <p14:creationId xmlns:p14="http://schemas.microsoft.com/office/powerpoint/2010/main" val="2741858413"/>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57E8-E45F-EC75-D2BF-79B6194DE87D}"/>
              </a:ext>
            </a:extLst>
          </p:cNvPr>
          <p:cNvSpPr>
            <a:spLocks noGrp="1"/>
          </p:cNvSpPr>
          <p:nvPr>
            <p:ph type="title"/>
          </p:nvPr>
        </p:nvSpPr>
        <p:spPr>
          <a:xfrm>
            <a:off x="198120" y="163957"/>
            <a:ext cx="10515600" cy="732155"/>
          </a:xfrm>
        </p:spPr>
        <p:txBody>
          <a:bodyPr>
            <a:normAutofit/>
          </a:bodyPr>
          <a:lstStyle/>
          <a:p>
            <a:pPr algn="just"/>
            <a:r>
              <a:rPr lang="en-US" sz="3600" b="1">
                <a:latin typeface="Times New Roman" panose="02020603050405020304" pitchFamily="18" charset="0"/>
                <a:cs typeface="Times New Roman" panose="02020603050405020304" pitchFamily="18" charset="0"/>
              </a:rPr>
              <a:t>Stage 4:  Deriving Clusters and Assessing Overall Fit</a:t>
            </a:r>
          </a:p>
        </p:txBody>
      </p:sp>
      <p:sp>
        <p:nvSpPr>
          <p:cNvPr id="3" name="Title 1">
            <a:extLst>
              <a:ext uri="{FF2B5EF4-FFF2-40B4-BE49-F238E27FC236}">
                <a16:creationId xmlns:a16="http://schemas.microsoft.com/office/drawing/2014/main" id="{51A0AE49-5227-9622-6B3A-44B1B5E77D04}"/>
              </a:ext>
            </a:extLst>
          </p:cNvPr>
          <p:cNvSpPr txBox="1">
            <a:spLocks/>
          </p:cNvSpPr>
          <p:nvPr/>
        </p:nvSpPr>
        <p:spPr>
          <a:xfrm>
            <a:off x="198120" y="1143000"/>
            <a:ext cx="10515600" cy="106984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1800" i="1">
                <a:latin typeface="Times New Roman" panose="02020603050405020304" pitchFamily="18" charset="0"/>
                <a:cs typeface="Times New Roman" panose="02020603050405020304" pitchFamily="18" charset="0"/>
              </a:rPr>
              <a:t>Selecting the partitioning procedure.</a:t>
            </a:r>
          </a:p>
          <a:p>
            <a:pPr algn="just"/>
            <a:r>
              <a:rPr lang="en-US" sz="1800" i="1">
                <a:latin typeface="Times New Roman" panose="02020603050405020304" pitchFamily="18" charset="0"/>
                <a:cs typeface="Times New Roman" panose="02020603050405020304" pitchFamily="18" charset="0"/>
              </a:rPr>
              <a:t>Potentially respecify initial cluster solutions by eliminating outliers or small clusters.</a:t>
            </a:r>
          </a:p>
          <a:p>
            <a:pPr algn="just"/>
            <a:r>
              <a:rPr lang="en-US" sz="1800" i="1">
                <a:latin typeface="Times New Roman" panose="02020603050405020304" pitchFamily="18" charset="0"/>
                <a:cs typeface="Times New Roman" panose="02020603050405020304" pitchFamily="18" charset="0"/>
              </a:rPr>
              <a:t>Determining the number of clusters.</a:t>
            </a:r>
          </a:p>
          <a:p>
            <a:pPr algn="just"/>
            <a:r>
              <a:rPr lang="en-US" sz="1800" i="1">
                <a:latin typeface="Times New Roman" panose="02020603050405020304" pitchFamily="18" charset="0"/>
                <a:cs typeface="Times New Roman" panose="02020603050405020304" pitchFamily="18" charset="0"/>
              </a:rPr>
              <a:t>Other clustering approaches.</a:t>
            </a:r>
          </a:p>
        </p:txBody>
      </p:sp>
      <p:sp>
        <p:nvSpPr>
          <p:cNvPr id="5" name="Title 1">
            <a:extLst>
              <a:ext uri="{FF2B5EF4-FFF2-40B4-BE49-F238E27FC236}">
                <a16:creationId xmlns:a16="http://schemas.microsoft.com/office/drawing/2014/main" id="{2E061C44-0CB9-11DA-9B0E-E950B01BA8D4}"/>
              </a:ext>
            </a:extLst>
          </p:cNvPr>
          <p:cNvSpPr txBox="1">
            <a:spLocks/>
          </p:cNvSpPr>
          <p:nvPr/>
        </p:nvSpPr>
        <p:spPr>
          <a:xfrm>
            <a:off x="198120" y="2212849"/>
            <a:ext cx="10515600" cy="4937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000" b="1">
                <a:latin typeface="Times New Roman" panose="02020603050405020304" pitchFamily="18" charset="0"/>
                <a:cs typeface="Times New Roman" panose="02020603050405020304" pitchFamily="18" charset="0"/>
              </a:rPr>
              <a:t>Two Approaches to Partitioning Observations</a:t>
            </a:r>
          </a:p>
        </p:txBody>
      </p:sp>
      <p:sp>
        <p:nvSpPr>
          <p:cNvPr id="8" name="Content Placeholder 2">
            <a:extLst>
              <a:ext uri="{FF2B5EF4-FFF2-40B4-BE49-F238E27FC236}">
                <a16:creationId xmlns:a16="http://schemas.microsoft.com/office/drawing/2014/main" id="{B9CB715C-FE98-9F75-FCF3-8AC2B7809C02}"/>
              </a:ext>
            </a:extLst>
          </p:cNvPr>
          <p:cNvSpPr>
            <a:spLocks noGrp="1"/>
          </p:cNvSpPr>
          <p:nvPr>
            <p:ph idx="1"/>
          </p:nvPr>
        </p:nvSpPr>
        <p:spPr>
          <a:xfrm>
            <a:off x="198120" y="2834639"/>
            <a:ext cx="11652504" cy="3859403"/>
          </a:xfrm>
        </p:spPr>
        <p:txBody>
          <a:bodyPr>
            <a:noAutofit/>
          </a:bodyPr>
          <a:lstStyle/>
          <a:p>
            <a:pPr algn="just"/>
            <a:r>
              <a:rPr lang="en-US" b="1" dirty="0">
                <a:latin typeface="Times New Roman" panose="02020603050405020304" pitchFamily="18" charset="0"/>
                <a:cs typeface="Times New Roman" panose="02020603050405020304" pitchFamily="18" charset="0"/>
              </a:rPr>
              <a:t>Hierarchical</a:t>
            </a:r>
          </a:p>
          <a:p>
            <a:pPr marL="969962" lvl="1" indent="-457200" algn="just"/>
            <a:r>
              <a:rPr lang="en-US" sz="2800" dirty="0">
                <a:latin typeface="Times New Roman" panose="02020603050405020304" pitchFamily="18" charset="0"/>
                <a:cs typeface="Times New Roman" panose="02020603050405020304" pitchFamily="18" charset="0"/>
              </a:rPr>
              <a:t>Most common approach is where all objects start as separate clusters and then are joined sequentially such that each step forms a new cluster joining by two clusters at a time until only a single cluster remains.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Non-hierarchical</a:t>
            </a:r>
          </a:p>
          <a:p>
            <a:pPr marL="969962" lvl="1" indent="-457200" algn="just"/>
            <a:r>
              <a:rPr lang="en-US" sz="2800" dirty="0">
                <a:latin typeface="Times New Roman" panose="02020603050405020304" pitchFamily="18" charset="0"/>
                <a:cs typeface="Times New Roman" panose="02020603050405020304" pitchFamily="18" charset="0"/>
              </a:rPr>
              <a:t>the number of clusters is specified by the analyst and then the set of objects are formed into that set of groupings.</a:t>
            </a:r>
          </a:p>
        </p:txBody>
      </p:sp>
    </p:spTree>
    <p:extLst>
      <p:ext uri="{BB962C8B-B14F-4D97-AF65-F5344CB8AC3E}">
        <p14:creationId xmlns:p14="http://schemas.microsoft.com/office/powerpoint/2010/main" val="847081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8F0C98-434A-73BA-FF71-7AD6BE528B6C}"/>
              </a:ext>
            </a:extLst>
          </p:cNvPr>
          <p:cNvSpPr>
            <a:spLocks noGrp="1"/>
          </p:cNvSpPr>
          <p:nvPr>
            <p:ph type="title"/>
          </p:nvPr>
        </p:nvSpPr>
        <p:spPr>
          <a:xfrm>
            <a:off x="838200" y="365125"/>
            <a:ext cx="10515600" cy="1325563"/>
          </a:xfrm>
        </p:spPr>
        <p:txBody>
          <a:bodyPr>
            <a:normAutofit/>
          </a:bodyPr>
          <a:lstStyle/>
          <a:p>
            <a:pPr algn="ctr"/>
            <a:r>
              <a:rPr lang="en-US" b="1">
                <a:latin typeface="Times New Roman" panose="02020603050405020304" pitchFamily="18" charset="0"/>
                <a:cs typeface="Times New Roman" panose="02020603050405020304" pitchFamily="18" charset="0"/>
              </a:rPr>
              <a:t>Stage 5:  Interpretation of the Clusters</a:t>
            </a:r>
          </a:p>
        </p:txBody>
      </p:sp>
      <p:graphicFrame>
        <p:nvGraphicFramePr>
          <p:cNvPr id="7" name="Content Placeholder 2">
            <a:extLst>
              <a:ext uri="{FF2B5EF4-FFF2-40B4-BE49-F238E27FC236}">
                <a16:creationId xmlns:a16="http://schemas.microsoft.com/office/drawing/2014/main" id="{4CE88CAC-6ABC-86B1-92A1-93B4AD7CF83D}"/>
              </a:ext>
            </a:extLst>
          </p:cNvPr>
          <p:cNvGraphicFramePr>
            <a:graphicFrameLocks noGrp="1"/>
          </p:cNvGraphicFramePr>
          <p:nvPr>
            <p:ph idx="1"/>
            <p:extLst>
              <p:ext uri="{D42A27DB-BD31-4B8C-83A1-F6EECF244321}">
                <p14:modId xmlns:p14="http://schemas.microsoft.com/office/powerpoint/2010/main" val="21039180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6161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DFBAC-7D7A-BE2F-6699-6B7E76EECF74}"/>
              </a:ext>
            </a:extLst>
          </p:cNvPr>
          <p:cNvSpPr>
            <a:spLocks noGrp="1"/>
          </p:cNvSpPr>
          <p:nvPr>
            <p:ph type="title"/>
          </p:nvPr>
        </p:nvSpPr>
        <p:spPr>
          <a:xfrm>
            <a:off x="115824" y="200533"/>
            <a:ext cx="10515600" cy="576707"/>
          </a:xfrm>
        </p:spPr>
        <p:txBody>
          <a:bodyPr>
            <a:noAutofit/>
          </a:bodyPr>
          <a:lstStyle/>
          <a:p>
            <a:pPr algn="just"/>
            <a:r>
              <a:rPr lang="en-US" sz="3600" b="1">
                <a:latin typeface="Times New Roman" panose="02020603050405020304" pitchFamily="18" charset="0"/>
                <a:cs typeface="Times New Roman" panose="02020603050405020304" pitchFamily="18" charset="0"/>
              </a:rPr>
              <a:t>Stage 6:  Validation and Profiling of the Clusters</a:t>
            </a:r>
          </a:p>
        </p:txBody>
      </p:sp>
      <p:sp>
        <p:nvSpPr>
          <p:cNvPr id="7" name="Title 1">
            <a:extLst>
              <a:ext uri="{FF2B5EF4-FFF2-40B4-BE49-F238E27FC236}">
                <a16:creationId xmlns:a16="http://schemas.microsoft.com/office/drawing/2014/main" id="{FD54F2B1-0221-0391-0090-3395BB964CAE}"/>
              </a:ext>
            </a:extLst>
          </p:cNvPr>
          <p:cNvSpPr txBox="1">
            <a:spLocks/>
          </p:cNvSpPr>
          <p:nvPr/>
        </p:nvSpPr>
        <p:spPr>
          <a:xfrm>
            <a:off x="1676400" y="1057021"/>
            <a:ext cx="8080248" cy="576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n-US" sz="1800">
                <a:latin typeface="Times New Roman" panose="02020603050405020304" pitchFamily="18" charset="0"/>
                <a:cs typeface="Times New Roman" panose="02020603050405020304" pitchFamily="18" charset="0"/>
              </a:rPr>
              <a:t>Validation</a:t>
            </a:r>
          </a:p>
          <a:p>
            <a:pPr marL="285750" indent="-285750">
              <a:buFont typeface="Arial" panose="020B0604020202020204" pitchFamily="34" charset="0"/>
              <a:buChar char="•"/>
            </a:pPr>
            <a:r>
              <a:rPr lang="en-US" sz="1800">
                <a:latin typeface="Times New Roman" panose="02020603050405020304" pitchFamily="18" charset="0"/>
                <a:cs typeface="Times New Roman" panose="02020603050405020304" pitchFamily="18" charset="0"/>
              </a:rPr>
              <a:t>Profiling</a:t>
            </a:r>
          </a:p>
        </p:txBody>
      </p:sp>
      <p:sp>
        <p:nvSpPr>
          <p:cNvPr id="8" name="Content Placeholder 2">
            <a:extLst>
              <a:ext uri="{FF2B5EF4-FFF2-40B4-BE49-F238E27FC236}">
                <a16:creationId xmlns:a16="http://schemas.microsoft.com/office/drawing/2014/main" id="{8F568243-2DD3-4FF7-ABFC-EEBD3FCB2281}"/>
              </a:ext>
            </a:extLst>
          </p:cNvPr>
          <p:cNvSpPr>
            <a:spLocks noGrp="1"/>
          </p:cNvSpPr>
          <p:nvPr>
            <p:ph idx="1"/>
          </p:nvPr>
        </p:nvSpPr>
        <p:spPr>
          <a:xfrm>
            <a:off x="566928" y="2203704"/>
            <a:ext cx="10771632" cy="4178808"/>
          </a:xfrm>
        </p:spPr>
        <p:txBody>
          <a:bodyPr>
            <a:noAutofit/>
          </a:bodyPr>
          <a:lstStyle/>
          <a:p>
            <a:pPr algn="just"/>
            <a:r>
              <a:rPr lang="en-US" sz="2400">
                <a:latin typeface="Times New Roman" panose="02020603050405020304" pitchFamily="18" charset="0"/>
                <a:cs typeface="Times New Roman" panose="02020603050405020304" pitchFamily="18" charset="0"/>
              </a:rPr>
              <a:t>Validation is </a:t>
            </a:r>
            <a:r>
              <a:rPr lang="en-US" sz="2400" b="1">
                <a:latin typeface="Times New Roman" panose="02020603050405020304" pitchFamily="18" charset="0"/>
                <a:cs typeface="Times New Roman" panose="02020603050405020304" pitchFamily="18" charset="0"/>
              </a:rPr>
              <a:t>essential in cluster analysis </a:t>
            </a:r>
            <a:r>
              <a:rPr lang="en-US" sz="2400">
                <a:latin typeface="Times New Roman" panose="02020603050405020304" pitchFamily="18" charset="0"/>
                <a:cs typeface="Times New Roman" panose="02020603050405020304" pitchFamily="18" charset="0"/>
              </a:rPr>
              <a:t>since the clusters are descriptive of structure and </a:t>
            </a:r>
            <a:r>
              <a:rPr lang="en-US" sz="2400" b="1">
                <a:latin typeface="Times New Roman" panose="02020603050405020304" pitchFamily="18" charset="0"/>
                <a:cs typeface="Times New Roman" panose="02020603050405020304" pitchFamily="18" charset="0"/>
              </a:rPr>
              <a:t>require additional support for their relevance</a:t>
            </a:r>
            <a:r>
              <a:rPr lang="en-US" sz="2400">
                <a:latin typeface="Times New Roman" panose="02020603050405020304" pitchFamily="18" charset="0"/>
                <a:cs typeface="Times New Roman" panose="02020603050405020304" pitchFamily="18" charset="0"/>
              </a:rPr>
              <a:t>.</a:t>
            </a:r>
            <a:endParaRPr lang="en-US" sz="2400" b="1">
              <a:latin typeface="Times New Roman" panose="02020603050405020304" pitchFamily="18" charset="0"/>
              <a:cs typeface="Times New Roman" panose="02020603050405020304" pitchFamily="18" charset="0"/>
            </a:endParaRPr>
          </a:p>
          <a:p>
            <a:pPr algn="just"/>
            <a:endParaRPr lang="en-US" sz="2400" b="1">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Two approaches</a:t>
            </a:r>
          </a:p>
          <a:p>
            <a:pPr marL="969962" lvl="1" indent="-457200" algn="just"/>
            <a:r>
              <a:rPr lang="en-US" u="sng">
                <a:latin typeface="Times New Roman" panose="02020603050405020304" pitchFamily="18" charset="0"/>
                <a:cs typeface="Times New Roman" panose="02020603050405020304" pitchFamily="18" charset="0"/>
              </a:rPr>
              <a:t>Cross-validation</a:t>
            </a:r>
            <a:r>
              <a:rPr lang="en-US">
                <a:latin typeface="Times New Roman" panose="02020603050405020304" pitchFamily="18" charset="0"/>
                <a:cs typeface="Times New Roman" panose="02020603050405020304" pitchFamily="18" charset="0"/>
              </a:rPr>
              <a:t> – empirically validates a cluster solution by creating two sub-samples (randomly splitting the sample) and then comparing the two cluster solutions for consistency with respect to number of clusters and the cluster profiles.</a:t>
            </a:r>
          </a:p>
          <a:p>
            <a:pPr marL="969962" lvl="1" indent="-457200" algn="just"/>
            <a:r>
              <a:rPr lang="en-US" u="sng">
                <a:latin typeface="Times New Roman" panose="02020603050405020304" pitchFamily="18" charset="0"/>
                <a:cs typeface="Times New Roman" panose="02020603050405020304" pitchFamily="18" charset="0"/>
              </a:rPr>
              <a:t>Criterion validity</a:t>
            </a:r>
            <a:r>
              <a:rPr lang="en-US">
                <a:latin typeface="Times New Roman" panose="02020603050405020304" pitchFamily="18" charset="0"/>
                <a:cs typeface="Times New Roman" panose="02020603050405020304" pitchFamily="18" charset="0"/>
              </a:rPr>
              <a:t> – achieved by examining differences on variables not included in the cluster analysis but for which there is a theoretical and relevant reason to expect variation across the clusters.</a:t>
            </a:r>
          </a:p>
          <a:p>
            <a:pPr algn="just"/>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21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CD158B-62E9-18B0-8BC2-B1F9E9D44793}"/>
              </a:ext>
            </a:extLst>
          </p:cNvPr>
          <p:cNvSpPr>
            <a:spLocks noGrp="1"/>
          </p:cNvSpPr>
          <p:nvPr>
            <p:ph type="title"/>
          </p:nvPr>
        </p:nvSpPr>
        <p:spPr>
          <a:xfrm>
            <a:off x="841248" y="334644"/>
            <a:ext cx="10509504" cy="1076914"/>
          </a:xfrm>
        </p:spPr>
        <p:txBody>
          <a:bodyPr anchor="ctr">
            <a:normAutofit/>
          </a:bodyPr>
          <a:lstStyle/>
          <a:p>
            <a:r>
              <a:rPr lang="en-US" sz="4000" b="1">
                <a:latin typeface="Times New Roman" panose="02020603050405020304" pitchFamily="18" charset="0"/>
                <a:cs typeface="Times New Roman" panose="02020603050405020304" pitchFamily="18" charset="0"/>
              </a:rPr>
              <a:t>Profiling A Cluster Solution</a:t>
            </a:r>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368A5C7E-3CAA-BD09-C56C-4B93E3DF2E9B}"/>
              </a:ext>
            </a:extLst>
          </p:cNvPr>
          <p:cNvGraphicFramePr>
            <a:graphicFrameLocks noGrp="1"/>
          </p:cNvGraphicFramePr>
          <p:nvPr>
            <p:ph idx="1"/>
            <p:extLst>
              <p:ext uri="{D42A27DB-BD31-4B8C-83A1-F6EECF244321}">
                <p14:modId xmlns:p14="http://schemas.microsoft.com/office/powerpoint/2010/main" val="38180987"/>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1027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AB5383-EC95-ADEA-1685-481D409A7857}"/>
              </a:ext>
            </a:extLst>
          </p:cNvPr>
          <p:cNvSpPr>
            <a:spLocks noGrp="1"/>
          </p:cNvSpPr>
          <p:nvPr>
            <p:ph type="title"/>
          </p:nvPr>
        </p:nvSpPr>
        <p:spPr>
          <a:xfrm>
            <a:off x="1115568" y="548640"/>
            <a:ext cx="10168128" cy="1179576"/>
          </a:xfrm>
        </p:spPr>
        <p:txBody>
          <a:bodyPr>
            <a:normAutofit/>
          </a:bodyPr>
          <a:lstStyle/>
          <a:p>
            <a:r>
              <a:rPr lang="en-US" sz="3700" b="1">
                <a:latin typeface="Times New Roman" panose="02020603050405020304" pitchFamily="18" charset="0"/>
                <a:cs typeface="Times New Roman" panose="02020603050405020304" pitchFamily="18" charset="0"/>
              </a:rPr>
              <a:t>Rules of Thumb: Deriving the Final Cluster Solution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A081B87-381B-691B-FAC9-594E040CE331}"/>
              </a:ext>
            </a:extLst>
          </p:cNvPr>
          <p:cNvSpPr>
            <a:spLocks noGrp="1"/>
          </p:cNvSpPr>
          <p:nvPr>
            <p:ph idx="1"/>
          </p:nvPr>
        </p:nvSpPr>
        <p:spPr>
          <a:xfrm>
            <a:off x="1115568" y="2481943"/>
            <a:ext cx="10168128" cy="3695020"/>
          </a:xfrm>
        </p:spPr>
        <p:txBody>
          <a:bodyPr>
            <a:normAutofit/>
          </a:bodyPr>
          <a:lstStyle/>
          <a:p>
            <a:r>
              <a:rPr lang="en-US" sz="2000">
                <a:latin typeface="Times New Roman" panose="02020603050405020304" pitchFamily="18" charset="0"/>
                <a:cs typeface="Times New Roman" panose="02020603050405020304" pitchFamily="18" charset="0"/>
              </a:rPr>
              <a:t>There is </a:t>
            </a:r>
            <a:r>
              <a:rPr lang="en-US" sz="2000" b="1">
                <a:latin typeface="Times New Roman" panose="02020603050405020304" pitchFamily="18" charset="0"/>
                <a:cs typeface="Times New Roman" panose="02020603050405020304" pitchFamily="18" charset="0"/>
              </a:rPr>
              <a:t>no single objective procedure </a:t>
            </a:r>
            <a:r>
              <a:rPr lang="en-US" sz="2000">
                <a:latin typeface="Times New Roman" panose="02020603050405020304" pitchFamily="18" charset="0"/>
                <a:cs typeface="Times New Roman" panose="02020603050405020304" pitchFamily="18" charset="0"/>
              </a:rPr>
              <a:t>to determine the ‘correct’ number of clusters.  </a:t>
            </a:r>
          </a:p>
          <a:p>
            <a:r>
              <a:rPr lang="en-US" sz="2000">
                <a:latin typeface="Times New Roman" panose="02020603050405020304" pitchFamily="18" charset="0"/>
                <a:cs typeface="Times New Roman" panose="02020603050405020304" pitchFamily="18" charset="0"/>
              </a:rPr>
              <a:t>Rather the researcher must </a:t>
            </a:r>
            <a:r>
              <a:rPr lang="en-US" sz="2000" b="1">
                <a:latin typeface="Times New Roman" panose="02020603050405020304" pitchFamily="18" charset="0"/>
                <a:cs typeface="Times New Roman" panose="02020603050405020304" pitchFamily="18" charset="0"/>
              </a:rPr>
              <a:t>evaluate alternative cluster solutions </a:t>
            </a:r>
            <a:r>
              <a:rPr lang="en-US" sz="2000">
                <a:latin typeface="Times New Roman" panose="02020603050405020304" pitchFamily="18" charset="0"/>
                <a:cs typeface="Times New Roman" panose="02020603050405020304" pitchFamily="18" charset="0"/>
              </a:rPr>
              <a:t>on the following considerations to select the “best” solution:</a:t>
            </a:r>
          </a:p>
          <a:p>
            <a:pPr marL="969962" lvl="1" indent="-457200"/>
            <a:r>
              <a:rPr lang="en-US" sz="2000">
                <a:latin typeface="Times New Roman" panose="02020603050405020304" pitchFamily="18" charset="0"/>
                <a:cs typeface="Times New Roman" panose="02020603050405020304" pitchFamily="18" charset="0"/>
              </a:rPr>
              <a:t>Single-member or extremely small clusters are </a:t>
            </a:r>
            <a:r>
              <a:rPr lang="en-US" sz="2000" u="sng">
                <a:latin typeface="Times New Roman" panose="02020603050405020304" pitchFamily="18" charset="0"/>
                <a:cs typeface="Times New Roman" panose="02020603050405020304" pitchFamily="18" charset="0"/>
              </a:rPr>
              <a:t>generally not acceptable</a:t>
            </a:r>
            <a:r>
              <a:rPr lang="en-US" sz="2000">
                <a:latin typeface="Times New Roman" panose="02020603050405020304" pitchFamily="18" charset="0"/>
                <a:cs typeface="Times New Roman" panose="02020603050405020304" pitchFamily="18" charset="0"/>
              </a:rPr>
              <a:t> and should generally be eliminated.</a:t>
            </a:r>
          </a:p>
          <a:p>
            <a:pPr marL="969962" lvl="1" indent="-457200"/>
            <a:r>
              <a:rPr lang="en-US" sz="2000">
                <a:latin typeface="Times New Roman" panose="02020603050405020304" pitchFamily="18" charset="0"/>
                <a:cs typeface="Times New Roman" panose="02020603050405020304" pitchFamily="18" charset="0"/>
              </a:rPr>
              <a:t>For hierarchical methods, </a:t>
            </a:r>
            <a:r>
              <a:rPr lang="en-US" sz="2000" u="sng">
                <a:latin typeface="Times New Roman" panose="02020603050405020304" pitchFamily="18" charset="0"/>
                <a:cs typeface="Times New Roman" panose="02020603050405020304" pitchFamily="18" charset="0"/>
              </a:rPr>
              <a:t>several ad hoc stopping rules</a:t>
            </a:r>
            <a:r>
              <a:rPr lang="en-US" sz="2000">
                <a:latin typeface="Times New Roman" panose="02020603050405020304" pitchFamily="18" charset="0"/>
                <a:cs typeface="Times New Roman" panose="02020603050405020304" pitchFamily="18" charset="0"/>
              </a:rPr>
              <a:t> are available to indicate the number of clusters based on the rate of change in a total similarity measure as the number of clusters increases or decreases or measures of heterogeneity.</a:t>
            </a:r>
          </a:p>
          <a:p>
            <a:pPr marL="969962" lvl="1" indent="-457200"/>
            <a:r>
              <a:rPr lang="en-US" sz="2000">
                <a:latin typeface="Times New Roman" panose="02020603050405020304" pitchFamily="18" charset="0"/>
                <a:cs typeface="Times New Roman" panose="02020603050405020304" pitchFamily="18" charset="0"/>
              </a:rPr>
              <a:t>All clusters should be </a:t>
            </a:r>
            <a:r>
              <a:rPr lang="en-US" sz="2000" u="sng">
                <a:latin typeface="Times New Roman" panose="02020603050405020304" pitchFamily="18" charset="0"/>
                <a:cs typeface="Times New Roman" panose="02020603050405020304" pitchFamily="18" charset="0"/>
              </a:rPr>
              <a:t>significantly different across the set of clustering variables</a:t>
            </a:r>
            <a:r>
              <a:rPr lang="en-US" sz="2000">
                <a:latin typeface="Times New Roman" panose="02020603050405020304" pitchFamily="18" charset="0"/>
                <a:cs typeface="Times New Roman" panose="02020603050405020304" pitchFamily="18" charset="0"/>
              </a:rPr>
              <a:t>.</a:t>
            </a:r>
          </a:p>
          <a:p>
            <a:pPr marL="969962" lvl="1" indent="-457200"/>
            <a:r>
              <a:rPr lang="en-US" sz="2000">
                <a:latin typeface="Times New Roman" panose="02020603050405020304" pitchFamily="18" charset="0"/>
                <a:cs typeface="Times New Roman" panose="02020603050405020304" pitchFamily="18" charset="0"/>
              </a:rPr>
              <a:t>Cluster solutions ultimately must have </a:t>
            </a:r>
            <a:r>
              <a:rPr lang="en-US" sz="2000" u="sng">
                <a:latin typeface="Times New Roman" panose="02020603050405020304" pitchFamily="18" charset="0"/>
                <a:cs typeface="Times New Roman" panose="02020603050405020304" pitchFamily="18" charset="0"/>
              </a:rPr>
              <a:t>theoretical validity</a:t>
            </a:r>
            <a:r>
              <a:rPr lang="en-US" sz="2000">
                <a:latin typeface="Times New Roman" panose="02020603050405020304" pitchFamily="18" charset="0"/>
                <a:cs typeface="Times New Roman" panose="02020603050405020304" pitchFamily="18" charset="0"/>
              </a:rPr>
              <a:t> assessed through external validation.</a:t>
            </a:r>
          </a:p>
          <a:p>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674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384852-752B-4E02-B186-D005E665B4A7}"/>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b="1"/>
              <a:t>Transition: From Clustering to Regression</a:t>
            </a:r>
            <a:endParaRPr lang="en-US" sz="4600"/>
          </a:p>
        </p:txBody>
      </p:sp>
      <p:sp>
        <p:nvSpPr>
          <p:cNvPr id="2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85FB1BCE-9168-CDE8-E5ED-FCC557851E2E}"/>
              </a:ext>
            </a:extLst>
          </p:cNvPr>
          <p:cNvPicPr>
            <a:picLocks noChangeAspect="1" noChangeArrowheads="1"/>
          </p:cNvPicPr>
          <p:nvPr/>
        </p:nvPicPr>
        <p:blipFill>
          <a:blip r:embed="rId2"/>
          <a:srcRect l="21603" t="43774" r="20656" b="17503"/>
          <a:stretch>
            <a:fillRect/>
          </a:stretch>
        </p:blipFill>
        <p:spPr bwMode="auto">
          <a:xfrm>
            <a:off x="320040" y="3386543"/>
            <a:ext cx="5614416" cy="2117930"/>
          </a:xfrm>
          <a:prstGeom prst="rect">
            <a:avLst/>
          </a:prstGeom>
          <a:noFill/>
        </p:spPr>
      </p:pic>
      <p:pic>
        <p:nvPicPr>
          <p:cNvPr id="8" name="Picture 7">
            <a:extLst>
              <a:ext uri="{FF2B5EF4-FFF2-40B4-BE49-F238E27FC236}">
                <a16:creationId xmlns:a16="http://schemas.microsoft.com/office/drawing/2014/main" id="{5798114A-FF4E-3FA6-FB4F-D6C82A385D39}"/>
              </a:ext>
            </a:extLst>
          </p:cNvPr>
          <p:cNvPicPr>
            <a:picLocks noChangeAspect="1"/>
          </p:cNvPicPr>
          <p:nvPr/>
        </p:nvPicPr>
        <p:blipFill>
          <a:blip r:embed="rId3"/>
          <a:stretch>
            <a:fillRect/>
          </a:stretch>
        </p:blipFill>
        <p:spPr>
          <a:xfrm>
            <a:off x="6254496" y="3385787"/>
            <a:ext cx="5614416" cy="2119442"/>
          </a:xfrm>
          <a:prstGeom prst="rect">
            <a:avLst/>
          </a:prstGeom>
        </p:spPr>
      </p:pic>
    </p:spTree>
    <p:extLst>
      <p:ext uri="{BB962C8B-B14F-4D97-AF65-F5344CB8AC3E}">
        <p14:creationId xmlns:p14="http://schemas.microsoft.com/office/powerpoint/2010/main" val="2777067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C98C7-28DE-A2D8-EE77-389533B74DFE}"/>
              </a:ext>
            </a:extLst>
          </p:cNvPr>
          <p:cNvSpPr>
            <a:spLocks noGrp="1"/>
          </p:cNvSpPr>
          <p:nvPr>
            <p:ph type="title"/>
          </p:nvPr>
        </p:nvSpPr>
        <p:spPr>
          <a:xfrm>
            <a:off x="188976" y="136525"/>
            <a:ext cx="10515600" cy="622427"/>
          </a:xfrm>
        </p:spPr>
        <p:txBody>
          <a:bodyPr>
            <a:normAutofit/>
          </a:bodyPr>
          <a:lstStyle/>
          <a:p>
            <a:r>
              <a:rPr lang="en-US" sz="3600" b="1">
                <a:latin typeface="Times New Roman" panose="02020603050405020304" pitchFamily="18" charset="0"/>
                <a:cs typeface="Times New Roman" panose="02020603050405020304" pitchFamily="18" charset="0"/>
              </a:rPr>
              <a:t>Regression Concept</a:t>
            </a:r>
          </a:p>
        </p:txBody>
      </p:sp>
      <p:graphicFrame>
        <p:nvGraphicFramePr>
          <p:cNvPr id="12" name="Content Placeholder 2">
            <a:extLst>
              <a:ext uri="{FF2B5EF4-FFF2-40B4-BE49-F238E27FC236}">
                <a16:creationId xmlns:a16="http://schemas.microsoft.com/office/drawing/2014/main" id="{27C31477-C8B2-B3F8-6343-0CCD7426F0F0}"/>
              </a:ext>
            </a:extLst>
          </p:cNvPr>
          <p:cNvGraphicFramePr>
            <a:graphicFrameLocks noGrp="1"/>
          </p:cNvGraphicFramePr>
          <p:nvPr>
            <p:ph idx="1"/>
          </p:nvPr>
        </p:nvGraphicFramePr>
        <p:xfrm>
          <a:off x="283676" y="758952"/>
          <a:ext cx="11466364" cy="1463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2" descr="regression algorithms in machine learning">
            <a:extLst>
              <a:ext uri="{FF2B5EF4-FFF2-40B4-BE49-F238E27FC236}">
                <a16:creationId xmlns:a16="http://schemas.microsoft.com/office/drawing/2014/main" id="{8A9EC052-D1B0-CEAE-8BDE-641389827DF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0572"/>
          <a:stretch/>
        </p:blipFill>
        <p:spPr bwMode="auto">
          <a:xfrm>
            <a:off x="832658" y="2681139"/>
            <a:ext cx="6804158" cy="372500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B719483-B72B-1B4B-6CB9-530A3FCA9A7F}"/>
              </a:ext>
            </a:extLst>
          </p:cNvPr>
          <p:cNvSpPr/>
          <p:nvPr/>
        </p:nvSpPr>
        <p:spPr>
          <a:xfrm>
            <a:off x="7080504" y="2221992"/>
            <a:ext cx="4998720" cy="101566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sz="2000">
                <a:solidFill>
                  <a:srgbClr val="282828"/>
                </a:solidFill>
                <a:latin typeface="Times New Roman" panose="02020603050405020304" pitchFamily="18" charset="0"/>
                <a:cs typeface="Times New Roman" panose="02020603050405020304" pitchFamily="18" charset="0"/>
              </a:rPr>
              <a:t>Regression analysis is a way of mathematically sorting out which of those variables does indeed have an impact.</a:t>
            </a:r>
            <a:endParaRPr lang="en-IN" sz="200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757AF7D-5137-48DB-C6A7-CFAF0FF30CC0}"/>
              </a:ext>
            </a:extLst>
          </p:cNvPr>
          <p:cNvSpPr/>
          <p:nvPr/>
        </p:nvSpPr>
        <p:spPr>
          <a:xfrm>
            <a:off x="7217664" y="3433864"/>
            <a:ext cx="4861560" cy="18158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IN" sz="1400" b="1">
                <a:latin typeface="Times New Roman" panose="02020603050405020304" pitchFamily="18" charset="0"/>
                <a:cs typeface="Times New Roman" panose="02020603050405020304" pitchFamily="18" charset="0"/>
              </a:rPr>
              <a:t>Types of Regression Models</a:t>
            </a:r>
            <a:endParaRPr lang="en-US" sz="1400">
              <a:latin typeface="Times New Roman" panose="02020603050405020304" pitchFamily="18" charset="0"/>
              <a:cs typeface="Times New Roman" panose="02020603050405020304" pitchFamily="18" charset="0"/>
            </a:endParaRPr>
          </a:p>
          <a:p>
            <a:pPr algn="just"/>
            <a:r>
              <a:rPr lang="en-IN" sz="1400">
                <a:latin typeface="Times New Roman" panose="02020603050405020304" pitchFamily="18" charset="0"/>
                <a:cs typeface="Times New Roman" panose="02020603050405020304" pitchFamily="18" charset="0"/>
              </a:rPr>
              <a:t>Regression models are of following two types −</a:t>
            </a:r>
            <a:endParaRPr lang="en-US" sz="1400">
              <a:latin typeface="Times New Roman" panose="02020603050405020304" pitchFamily="18" charset="0"/>
              <a:cs typeface="Times New Roman" panose="02020603050405020304" pitchFamily="18" charset="0"/>
            </a:endParaRPr>
          </a:p>
          <a:p>
            <a:pPr algn="just"/>
            <a:r>
              <a:rPr lang="en-IN" sz="1400" b="1">
                <a:latin typeface="Times New Roman" panose="02020603050405020304" pitchFamily="18" charset="0"/>
                <a:cs typeface="Times New Roman" panose="02020603050405020304" pitchFamily="18" charset="0"/>
              </a:rPr>
              <a:t>Simple regression model −</a:t>
            </a:r>
            <a:r>
              <a:rPr lang="en-IN" sz="1400">
                <a:latin typeface="Times New Roman" panose="02020603050405020304" pitchFamily="18" charset="0"/>
                <a:cs typeface="Times New Roman" panose="02020603050405020304" pitchFamily="18" charset="0"/>
              </a:rPr>
              <a:t> This is the most basic regression model in which predictions are formed from a single, univariate feature of the data.</a:t>
            </a:r>
            <a:endParaRPr lang="en-US" sz="1400">
              <a:latin typeface="Times New Roman" panose="02020603050405020304" pitchFamily="18" charset="0"/>
              <a:cs typeface="Times New Roman" panose="02020603050405020304" pitchFamily="18" charset="0"/>
            </a:endParaRPr>
          </a:p>
          <a:p>
            <a:pPr algn="just"/>
            <a:r>
              <a:rPr lang="en-IN" sz="1400" b="1">
                <a:latin typeface="Times New Roman" panose="02020603050405020304" pitchFamily="18" charset="0"/>
                <a:cs typeface="Times New Roman" panose="02020603050405020304" pitchFamily="18" charset="0"/>
              </a:rPr>
              <a:t>Multiple regression model</a:t>
            </a:r>
            <a:r>
              <a:rPr lang="en-IN" sz="1400">
                <a:latin typeface="Times New Roman" panose="02020603050405020304" pitchFamily="18" charset="0"/>
                <a:cs typeface="Times New Roman" panose="02020603050405020304" pitchFamily="18" charset="0"/>
              </a:rPr>
              <a:t> − As the name implies, in this regression model, the predictions are formed from multiple features of the data.</a:t>
            </a:r>
            <a:endParaRPr lang="en-US" sz="1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F6F2FBA-82D4-0FEB-236C-27C9BAC9CB9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233664" y="5464922"/>
            <a:ext cx="2692400" cy="795655"/>
          </a:xfrm>
          <a:prstGeom prst="rect">
            <a:avLst/>
          </a:prstGeom>
          <a:noFill/>
          <a:ln>
            <a:noFill/>
          </a:ln>
        </p:spPr>
      </p:pic>
    </p:spTree>
    <p:extLst>
      <p:ext uri="{BB962C8B-B14F-4D97-AF65-F5344CB8AC3E}">
        <p14:creationId xmlns:p14="http://schemas.microsoft.com/office/powerpoint/2010/main" val="2035345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61E0B-33BC-B705-2DA5-F516C22CF2B4}"/>
              </a:ext>
            </a:extLst>
          </p:cNvPr>
          <p:cNvSpPr>
            <a:spLocks noGrp="1"/>
          </p:cNvSpPr>
          <p:nvPr>
            <p:ph type="title"/>
          </p:nvPr>
        </p:nvSpPr>
        <p:spPr>
          <a:xfrm>
            <a:off x="630936" y="640080"/>
            <a:ext cx="4818888" cy="1481328"/>
          </a:xfrm>
        </p:spPr>
        <p:txBody>
          <a:bodyPr anchor="b">
            <a:normAutofit/>
          </a:bodyPr>
          <a:lstStyle/>
          <a:p>
            <a:r>
              <a:rPr lang="en-IN" sz="5000" b="1">
                <a:latin typeface="Times New Roman" panose="02020603050405020304" pitchFamily="18" charset="0"/>
                <a:cs typeface="Times New Roman" panose="02020603050405020304" pitchFamily="18" charset="0"/>
              </a:rPr>
              <a:t>Linear Regression</a:t>
            </a:r>
            <a:endParaRPr lang="en-US" sz="5000" b="1">
              <a:latin typeface="Times New Roman" panose="02020603050405020304" pitchFamily="18" charset="0"/>
              <a:cs typeface="Times New Roman" panose="02020603050405020304" pitchFamily="18" charset="0"/>
            </a:endParaRPr>
          </a:p>
        </p:txBody>
      </p:sp>
      <p:sp>
        <p:nvSpPr>
          <p:cNvPr id="20"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A2724A-015D-D37E-4BF1-06BECC8E375C}"/>
              </a:ext>
            </a:extLst>
          </p:cNvPr>
          <p:cNvSpPr>
            <a:spLocks noGrp="1"/>
          </p:cNvSpPr>
          <p:nvPr>
            <p:ph idx="1"/>
          </p:nvPr>
        </p:nvSpPr>
        <p:spPr>
          <a:xfrm>
            <a:off x="630936" y="2660904"/>
            <a:ext cx="4818888" cy="3547872"/>
          </a:xfrm>
        </p:spPr>
        <p:txBody>
          <a:bodyPr anchor="t">
            <a:normAutofit/>
          </a:bodyPr>
          <a:lstStyle/>
          <a:p>
            <a:r>
              <a:rPr lang="en-IN" sz="1200">
                <a:latin typeface="Times New Roman" panose="02020603050405020304" pitchFamily="18" charset="0"/>
                <a:cs typeface="Times New Roman" panose="02020603050405020304" pitchFamily="18" charset="0"/>
              </a:rPr>
              <a:t>Linear regression is the most commonly used regression model in machine learning. It may be defined as the statistical model that analyses the linear relationship between a dependent variable with a given set of independent variables. A linear relationship between variables means that when the value of one or more independent variables changes (increase or decrease), the value of the dependent variable will also change accordingly (increase or decrease).</a:t>
            </a:r>
            <a:endParaRPr lang="en-US" sz="1200">
              <a:latin typeface="Times New Roman" panose="02020603050405020304" pitchFamily="18" charset="0"/>
              <a:cs typeface="Times New Roman" panose="02020603050405020304" pitchFamily="18" charset="0"/>
            </a:endParaRPr>
          </a:p>
          <a:p>
            <a:r>
              <a:rPr lang="en-IN" sz="1200" b="1">
                <a:latin typeface="Times New Roman" panose="02020603050405020304" pitchFamily="18" charset="0"/>
                <a:cs typeface="Times New Roman" panose="02020603050405020304" pitchFamily="18" charset="0"/>
              </a:rPr>
              <a:t>Linear regression is further divided into two subcategories</a:t>
            </a:r>
            <a:r>
              <a:rPr lang="en-IN" sz="1200">
                <a:latin typeface="Times New Roman" panose="02020603050405020304" pitchFamily="18" charset="0"/>
                <a:cs typeface="Times New Roman" panose="02020603050405020304" pitchFamily="18" charset="0"/>
              </a:rPr>
              <a:t>: simple linear regression and multiple linear regression (also known as multivariate linear regression).</a:t>
            </a:r>
            <a:endParaRPr lang="en-US" sz="1200">
              <a:latin typeface="Times New Roman" panose="02020603050405020304" pitchFamily="18" charset="0"/>
              <a:cs typeface="Times New Roman" panose="02020603050405020304" pitchFamily="18" charset="0"/>
            </a:endParaRPr>
          </a:p>
          <a:p>
            <a:r>
              <a:rPr lang="en-IN" sz="1200">
                <a:latin typeface="Times New Roman" panose="02020603050405020304" pitchFamily="18" charset="0"/>
                <a:cs typeface="Times New Roman" panose="02020603050405020304" pitchFamily="18" charset="0"/>
              </a:rPr>
              <a:t>In simple linear regression, </a:t>
            </a:r>
            <a:r>
              <a:rPr lang="en-IN" sz="1200" b="1">
                <a:latin typeface="Times New Roman" panose="02020603050405020304" pitchFamily="18" charset="0"/>
                <a:cs typeface="Times New Roman" panose="02020603050405020304" pitchFamily="18" charset="0"/>
              </a:rPr>
              <a:t>a single independent variable (or predictor) is used to predict the dependent variable.</a:t>
            </a:r>
          </a:p>
          <a:p>
            <a:r>
              <a:rPr lang="en-IN" sz="1200">
                <a:latin typeface="Times New Roman" panose="02020603050405020304" pitchFamily="18" charset="0"/>
                <a:cs typeface="Times New Roman" panose="02020603050405020304" pitchFamily="18" charset="0"/>
              </a:rPr>
              <a:t>Mathematically, the simple linear regression can be represented as follows − Y=mX+b; Y is the dependent variable we are trying to predict, X is the dependent variable we are using to make predictions, m is the slope of the regression line, which represents the effect X has on Y, b is a constant known as the Y-intercept. If X=0, Y would be equal to b</a:t>
            </a:r>
            <a:endParaRPr lang="en-US" sz="1200">
              <a:latin typeface="Times New Roman" panose="02020603050405020304" pitchFamily="18" charset="0"/>
              <a:cs typeface="Times New Roman" panose="02020603050405020304" pitchFamily="18" charset="0"/>
            </a:endParaRPr>
          </a:p>
          <a:p>
            <a:endParaRPr lang="en-US" sz="1200">
              <a:latin typeface="Times New Roman" panose="02020603050405020304" pitchFamily="18" charset="0"/>
              <a:cs typeface="Times New Roman" panose="02020603050405020304" pitchFamily="18" charset="0"/>
            </a:endParaRPr>
          </a:p>
          <a:p>
            <a:endParaRPr lang="en-US" sz="1200">
              <a:latin typeface="Times New Roman" panose="02020603050405020304" pitchFamily="18" charset="0"/>
              <a:cs typeface="Times New Roman" panose="02020603050405020304" pitchFamily="18" charset="0"/>
            </a:endParaRPr>
          </a:p>
          <a:p>
            <a:endParaRPr lang="en-US" sz="12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0B3F816-3CDE-EE1D-C02C-9AD7E1CC8922}"/>
              </a:ext>
            </a:extLst>
          </p:cNvPr>
          <p:cNvPicPr>
            <a:picLocks noChangeAspect="1"/>
          </p:cNvPicPr>
          <p:nvPr/>
        </p:nvPicPr>
        <p:blipFill>
          <a:blip r:embed="rId2"/>
          <a:stretch>
            <a:fillRect/>
          </a:stretch>
        </p:blipFill>
        <p:spPr>
          <a:xfrm>
            <a:off x="6099048" y="2309912"/>
            <a:ext cx="5458968" cy="2238176"/>
          </a:xfrm>
          <a:prstGeom prst="rect">
            <a:avLst/>
          </a:prstGeom>
        </p:spPr>
      </p:pic>
    </p:spTree>
    <p:extLst>
      <p:ext uri="{BB962C8B-B14F-4D97-AF65-F5344CB8AC3E}">
        <p14:creationId xmlns:p14="http://schemas.microsoft.com/office/powerpoint/2010/main" val="3288131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F73E9F-5DC7-4A73-28BC-1EA8FE068AB8}"/>
              </a:ext>
            </a:extLst>
          </p:cNvPr>
          <p:cNvSpPr>
            <a:spLocks noGrp="1"/>
          </p:cNvSpPr>
          <p:nvPr>
            <p:ph type="title"/>
          </p:nvPr>
        </p:nvSpPr>
        <p:spPr>
          <a:xfrm>
            <a:off x="838200" y="365125"/>
            <a:ext cx="10515600" cy="1325563"/>
          </a:xfrm>
        </p:spPr>
        <p:txBody>
          <a:bodyPr>
            <a:normAutofit/>
          </a:bodyPr>
          <a:lstStyle/>
          <a:p>
            <a:r>
              <a:rPr lang="en-US" sz="5400" b="1">
                <a:latin typeface="Times New Roman" panose="02020603050405020304" pitchFamily="18" charset="0"/>
                <a:cs typeface="Times New Roman" panose="02020603050405020304" pitchFamily="18" charset="0"/>
              </a:rPr>
              <a:t>Regression Analysis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F02EE9-9176-AAE1-B286-E5BE9EDBB159}"/>
              </a:ext>
            </a:extLst>
          </p:cNvPr>
          <p:cNvSpPr>
            <a:spLocks noGrp="1"/>
          </p:cNvSpPr>
          <p:nvPr>
            <p:ph idx="1"/>
          </p:nvPr>
        </p:nvSpPr>
        <p:spPr>
          <a:xfrm>
            <a:off x="838200" y="1929384"/>
            <a:ext cx="10515600" cy="4251960"/>
          </a:xfrm>
        </p:spPr>
        <p:txBody>
          <a:bodyPr>
            <a:normAutofit/>
          </a:bodyPr>
          <a:lstStyle/>
          <a:p>
            <a:r>
              <a:rPr lang="en-US" sz="2200">
                <a:latin typeface="Times New Roman" panose="02020603050405020304" pitchFamily="18" charset="0"/>
                <a:cs typeface="Times New Roman" panose="02020603050405020304" pitchFamily="18" charset="0"/>
              </a:rPr>
              <a:t>Involves identifying and evaluating the relationship between a dependent variable and one or more independent variables, which are also called predictor or explanatory variables.</a:t>
            </a:r>
          </a:p>
          <a:p>
            <a:r>
              <a:rPr lang="en-US" sz="2200">
                <a:latin typeface="Times New Roman" panose="02020603050405020304" pitchFamily="18" charset="0"/>
                <a:cs typeface="Times New Roman" panose="02020603050405020304" pitchFamily="18" charset="0"/>
              </a:rPr>
              <a:t>Useful to assess and adjusting for confounding</a:t>
            </a:r>
          </a:p>
          <a:p>
            <a:r>
              <a:rPr lang="en-US" sz="2200">
                <a:latin typeface="Times New Roman" panose="02020603050405020304" pitchFamily="18" charset="0"/>
                <a:cs typeface="Times New Roman" panose="02020603050405020304" pitchFamily="18" charset="0"/>
              </a:rPr>
              <a:t>Explores relationships that can be readily described by straight lines or their generalization to many dimensions</a:t>
            </a:r>
          </a:p>
          <a:p>
            <a:r>
              <a:rPr lang="en-US" sz="2200">
                <a:latin typeface="Times New Roman" panose="02020603050405020304" pitchFamily="18" charset="0"/>
                <a:cs typeface="Times New Roman" panose="02020603050405020304" pitchFamily="18" charset="0"/>
              </a:rPr>
              <a:t>Single continuous dependent variable + single independent variable, the analysis is called a simple linear regression analysis</a:t>
            </a:r>
          </a:p>
          <a:p>
            <a:r>
              <a:rPr lang="en-US" sz="2200">
                <a:latin typeface="Times New Roman" panose="02020603050405020304" pitchFamily="18" charset="0"/>
                <a:cs typeface="Times New Roman" panose="02020603050405020304" pitchFamily="18" charset="0"/>
              </a:rPr>
              <a:t>Multiple regression explores relationship between several independent or predictor variables and a dependent variable.</a:t>
            </a:r>
          </a:p>
        </p:txBody>
      </p:sp>
    </p:spTree>
    <p:extLst>
      <p:ext uri="{BB962C8B-B14F-4D97-AF65-F5344CB8AC3E}">
        <p14:creationId xmlns:p14="http://schemas.microsoft.com/office/powerpoint/2010/main" val="1913885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735F26-6E8D-D388-8620-AE7C83AF1C3B}"/>
              </a:ext>
            </a:extLst>
          </p:cNvPr>
          <p:cNvSpPr>
            <a:spLocks noGrp="1"/>
          </p:cNvSpPr>
          <p:nvPr>
            <p:ph type="title"/>
          </p:nvPr>
        </p:nvSpPr>
        <p:spPr>
          <a:xfrm>
            <a:off x="838200" y="365125"/>
            <a:ext cx="10515600" cy="1325563"/>
          </a:xfrm>
        </p:spPr>
        <p:txBody>
          <a:bodyPr>
            <a:normAutofit/>
          </a:bodyPr>
          <a:lstStyle/>
          <a:p>
            <a:r>
              <a:rPr lang="en-US" sz="4600" b="1">
                <a:latin typeface="Times New Roman" panose="02020603050405020304" pitchFamily="18" charset="0"/>
                <a:cs typeface="Times New Roman" panose="02020603050405020304" pitchFamily="18" charset="0"/>
              </a:rPr>
              <a:t>Why Use Regression in Data Analytics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EA52CA6-9E3A-240F-F131-FE86E689EC28}"/>
              </a:ext>
            </a:extLst>
          </p:cNvPr>
          <p:cNvSpPr>
            <a:spLocks noGrp="1"/>
          </p:cNvSpPr>
          <p:nvPr>
            <p:ph idx="1"/>
          </p:nvPr>
        </p:nvSpPr>
        <p:spPr>
          <a:xfrm>
            <a:off x="838200" y="1929384"/>
            <a:ext cx="10515600" cy="4251960"/>
          </a:xfrm>
        </p:spPr>
        <p:txBody>
          <a:bodyPr>
            <a:normAutofit/>
          </a:bodyPr>
          <a:lstStyle/>
          <a:p>
            <a:r>
              <a:rPr lang="en-US" sz="2200">
                <a:latin typeface="Times New Roman" panose="02020603050405020304" pitchFamily="18" charset="0"/>
                <a:cs typeface="Times New Roman" panose="02020603050405020304" pitchFamily="18" charset="0"/>
              </a:rPr>
              <a:t>Estimate the Effect of One Variable on Another.</a:t>
            </a:r>
          </a:p>
          <a:p>
            <a:pPr lvl="1"/>
            <a:r>
              <a:rPr lang="en-US" sz="2200">
                <a:latin typeface="Times New Roman" panose="02020603050405020304" pitchFamily="18" charset="0"/>
                <a:cs typeface="Times New Roman" panose="02020603050405020304" pitchFamily="18" charset="0"/>
              </a:rPr>
              <a:t>Regression tells us </a:t>
            </a:r>
            <a:r>
              <a:rPr lang="en-US" sz="2200" i="1">
                <a:latin typeface="Times New Roman" panose="02020603050405020304" pitchFamily="18" charset="0"/>
                <a:cs typeface="Times New Roman" panose="02020603050405020304" pitchFamily="18" charset="0"/>
              </a:rPr>
              <a:t>how much change in one variable</a:t>
            </a:r>
            <a:r>
              <a:rPr lang="en-US" sz="2200">
                <a:latin typeface="Times New Roman" panose="02020603050405020304" pitchFamily="18" charset="0"/>
                <a:cs typeface="Times New Roman" panose="02020603050405020304" pitchFamily="18" charset="0"/>
              </a:rPr>
              <a:t> affects another.</a:t>
            </a:r>
          </a:p>
          <a:p>
            <a:r>
              <a:rPr lang="en-US" sz="2200">
                <a:latin typeface="Times New Roman" panose="02020603050405020304" pitchFamily="18" charset="0"/>
                <a:cs typeface="Times New Roman" panose="02020603050405020304" pitchFamily="18" charset="0"/>
              </a:rPr>
              <a:t>Predict Future or Unknown Outcomes.</a:t>
            </a:r>
          </a:p>
          <a:p>
            <a:pPr lvl="1"/>
            <a:r>
              <a:rPr lang="en-US" sz="2200">
                <a:latin typeface="Times New Roman" panose="02020603050405020304" pitchFamily="18" charset="0"/>
                <a:cs typeface="Times New Roman" panose="02020603050405020304" pitchFamily="18" charset="0"/>
              </a:rPr>
              <a:t>Regression lets us </a:t>
            </a:r>
            <a:r>
              <a:rPr lang="en-US" sz="2200" b="1">
                <a:latin typeface="Times New Roman" panose="02020603050405020304" pitchFamily="18" charset="0"/>
                <a:cs typeface="Times New Roman" panose="02020603050405020304" pitchFamily="18" charset="0"/>
              </a:rPr>
              <a:t>forecast</a:t>
            </a:r>
            <a:r>
              <a:rPr lang="en-US" sz="2200">
                <a:latin typeface="Times New Roman" panose="02020603050405020304" pitchFamily="18" charset="0"/>
                <a:cs typeface="Times New Roman" panose="02020603050405020304" pitchFamily="18" charset="0"/>
              </a:rPr>
              <a:t> based on known relationships.</a:t>
            </a:r>
          </a:p>
          <a:p>
            <a:r>
              <a:rPr lang="en-US" sz="2200">
                <a:latin typeface="Times New Roman" panose="02020603050405020304" pitchFamily="18" charset="0"/>
                <a:cs typeface="Times New Roman" panose="02020603050405020304" pitchFamily="18" charset="0"/>
              </a:rPr>
              <a:t>Balance and Compare Group Behavior.</a:t>
            </a:r>
          </a:p>
          <a:p>
            <a:pPr lvl="1"/>
            <a:r>
              <a:rPr lang="en-US" sz="2200">
                <a:latin typeface="Times New Roman" panose="02020603050405020304" pitchFamily="18" charset="0"/>
                <a:cs typeface="Times New Roman" panose="02020603050405020304" pitchFamily="18" charset="0"/>
              </a:rPr>
              <a:t>Regression helps compare patterns </a:t>
            </a:r>
            <a:r>
              <a:rPr lang="en-US" sz="2200" i="1">
                <a:latin typeface="Times New Roman" panose="02020603050405020304" pitchFamily="18" charset="0"/>
                <a:cs typeface="Times New Roman" panose="02020603050405020304" pitchFamily="18" charset="0"/>
              </a:rPr>
              <a:t>between clusters</a:t>
            </a:r>
            <a:r>
              <a:rPr lang="en-US" sz="2200">
                <a:latin typeface="Times New Roman" panose="02020603050405020304" pitchFamily="18" charset="0"/>
                <a:cs typeface="Times New Roman" panose="02020603050405020304" pitchFamily="18" charset="0"/>
              </a:rPr>
              <a:t> </a:t>
            </a:r>
          </a:p>
          <a:p>
            <a:r>
              <a:rPr lang="en-US" sz="2200">
                <a:latin typeface="Times New Roman" panose="02020603050405020304" pitchFamily="18" charset="0"/>
                <a:cs typeface="Times New Roman" panose="02020603050405020304" pitchFamily="18" charset="0"/>
              </a:rPr>
              <a:t>Handle Missing or Incomplete Data.</a:t>
            </a:r>
          </a:p>
          <a:p>
            <a:pPr lvl="1"/>
            <a:r>
              <a:rPr lang="en-US" sz="2200">
                <a:latin typeface="Times New Roman" panose="02020603050405020304" pitchFamily="18" charset="0"/>
                <a:cs typeface="Times New Roman" panose="02020603050405020304" pitchFamily="18" charset="0"/>
              </a:rPr>
              <a:t>Regression can estimate missing values logically.</a:t>
            </a:r>
          </a:p>
          <a:p>
            <a:r>
              <a:rPr lang="en-US" sz="2200">
                <a:latin typeface="Times New Roman" panose="02020603050405020304" pitchFamily="18" charset="0"/>
                <a:cs typeface="Times New Roman" panose="02020603050405020304" pitchFamily="18" charset="0"/>
              </a:rPr>
              <a:t>Detect Outliers and Anomalies.</a:t>
            </a:r>
          </a:p>
          <a:p>
            <a:pPr lvl="1"/>
            <a:r>
              <a:rPr lang="en-US" sz="2200">
                <a:latin typeface="Times New Roman" panose="02020603050405020304" pitchFamily="18" charset="0"/>
                <a:cs typeface="Times New Roman" panose="02020603050405020304" pitchFamily="18" charset="0"/>
              </a:rPr>
              <a:t>Regression helps identify when something </a:t>
            </a:r>
            <a:r>
              <a:rPr lang="en-US" sz="2200" i="1">
                <a:latin typeface="Times New Roman" panose="02020603050405020304" pitchFamily="18" charset="0"/>
                <a:cs typeface="Times New Roman" panose="02020603050405020304" pitchFamily="18" charset="0"/>
              </a:rPr>
              <a:t>doesn’t fit the usual pattern.</a:t>
            </a:r>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644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E1D2A-734D-1EEA-DED5-F31C54239DBA}"/>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600" b="1" kern="1200">
                <a:solidFill>
                  <a:schemeClr val="tx1"/>
                </a:solidFill>
                <a:latin typeface="+mj-lt"/>
                <a:ea typeface="+mj-ea"/>
                <a:cs typeface="+mj-cs"/>
              </a:rPr>
              <a:t>How Regression Differs from Clustering</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6CBEA07F-E49E-9A68-87A9-6DDA4ED1A3DA}"/>
              </a:ext>
            </a:extLst>
          </p:cNvPr>
          <p:cNvGraphicFramePr>
            <a:graphicFrameLocks noGrp="1"/>
          </p:cNvGraphicFramePr>
          <p:nvPr>
            <p:extLst>
              <p:ext uri="{D42A27DB-BD31-4B8C-83A1-F6EECF244321}">
                <p14:modId xmlns:p14="http://schemas.microsoft.com/office/powerpoint/2010/main" val="2491319085"/>
              </p:ext>
            </p:extLst>
          </p:nvPr>
        </p:nvGraphicFramePr>
        <p:xfrm>
          <a:off x="1470525" y="2633472"/>
          <a:ext cx="9247902" cy="3586355"/>
        </p:xfrm>
        <a:graphic>
          <a:graphicData uri="http://schemas.openxmlformats.org/drawingml/2006/table">
            <a:tbl>
              <a:tblPr firstRow="1" bandRow="1">
                <a:tableStyleId>{5C22544A-7EE6-4342-B048-85BDC9FD1C3A}</a:tableStyleId>
              </a:tblPr>
              <a:tblGrid>
                <a:gridCol w="3072367">
                  <a:extLst>
                    <a:ext uri="{9D8B030D-6E8A-4147-A177-3AD203B41FA5}">
                      <a16:colId xmlns:a16="http://schemas.microsoft.com/office/drawing/2014/main" val="2275375146"/>
                    </a:ext>
                  </a:extLst>
                </a:gridCol>
                <a:gridCol w="3072367">
                  <a:extLst>
                    <a:ext uri="{9D8B030D-6E8A-4147-A177-3AD203B41FA5}">
                      <a16:colId xmlns:a16="http://schemas.microsoft.com/office/drawing/2014/main" val="1578148634"/>
                    </a:ext>
                  </a:extLst>
                </a:gridCol>
                <a:gridCol w="3103168">
                  <a:extLst>
                    <a:ext uri="{9D8B030D-6E8A-4147-A177-3AD203B41FA5}">
                      <a16:colId xmlns:a16="http://schemas.microsoft.com/office/drawing/2014/main" val="3619470370"/>
                    </a:ext>
                  </a:extLst>
                </a:gridCol>
              </a:tblGrid>
              <a:tr h="381159">
                <a:tc>
                  <a:txBody>
                    <a:bodyPr/>
                    <a:lstStyle/>
                    <a:p>
                      <a:r>
                        <a:rPr lang="en-US" sz="1700"/>
                        <a:t>Concept</a:t>
                      </a:r>
                    </a:p>
                  </a:txBody>
                  <a:tcPr marL="86627" marR="86627" marT="43313" marB="43313"/>
                </a:tc>
                <a:tc>
                  <a:txBody>
                    <a:bodyPr/>
                    <a:lstStyle/>
                    <a:p>
                      <a:r>
                        <a:rPr lang="en-US" sz="1700"/>
                        <a:t>Clustering</a:t>
                      </a:r>
                    </a:p>
                  </a:txBody>
                  <a:tcPr marL="86627" marR="86627" marT="43313" marB="43313"/>
                </a:tc>
                <a:tc>
                  <a:txBody>
                    <a:bodyPr/>
                    <a:lstStyle/>
                    <a:p>
                      <a:r>
                        <a:rPr lang="en-US" sz="1700"/>
                        <a:t>Regression</a:t>
                      </a:r>
                    </a:p>
                  </a:txBody>
                  <a:tcPr marL="86627" marR="86627" marT="43313" marB="43313"/>
                </a:tc>
                <a:extLst>
                  <a:ext uri="{0D108BD9-81ED-4DB2-BD59-A6C34878D82A}">
                    <a16:rowId xmlns:a16="http://schemas.microsoft.com/office/drawing/2014/main" val="4132006649"/>
                  </a:ext>
                </a:extLst>
              </a:tr>
              <a:tr h="641039">
                <a:tc>
                  <a:txBody>
                    <a:bodyPr/>
                    <a:lstStyle/>
                    <a:p>
                      <a:r>
                        <a:rPr lang="en-US" sz="1700"/>
                        <a:t>Goal</a:t>
                      </a:r>
                    </a:p>
                  </a:txBody>
                  <a:tcPr marL="86627" marR="86627" marT="43313" marB="43313"/>
                </a:tc>
                <a:tc>
                  <a:txBody>
                    <a:bodyPr/>
                    <a:lstStyle/>
                    <a:p>
                      <a:r>
                        <a:rPr lang="en-US" sz="1700"/>
                        <a:t>Group similar users based on patterns</a:t>
                      </a:r>
                    </a:p>
                  </a:txBody>
                  <a:tcPr marL="86627" marR="86627" marT="43313" marB="43313"/>
                </a:tc>
                <a:tc>
                  <a:txBody>
                    <a:bodyPr/>
                    <a:lstStyle/>
                    <a:p>
                      <a:r>
                        <a:rPr lang="en-US" sz="1700"/>
                        <a:t>Predict one variable from others</a:t>
                      </a:r>
                    </a:p>
                  </a:txBody>
                  <a:tcPr marL="86627" marR="86627" marT="43313" marB="43313"/>
                </a:tc>
                <a:extLst>
                  <a:ext uri="{0D108BD9-81ED-4DB2-BD59-A6C34878D82A}">
                    <a16:rowId xmlns:a16="http://schemas.microsoft.com/office/drawing/2014/main" val="3779533847"/>
                  </a:ext>
                </a:extLst>
              </a:tr>
              <a:tr h="381159">
                <a:tc>
                  <a:txBody>
                    <a:bodyPr/>
                    <a:lstStyle/>
                    <a:p>
                      <a:r>
                        <a:rPr lang="en-US" sz="1700"/>
                        <a:t>Question it answers</a:t>
                      </a:r>
                    </a:p>
                  </a:txBody>
                  <a:tcPr marL="86627" marR="86627" marT="43313" marB="43313"/>
                </a:tc>
                <a:tc>
                  <a:txBody>
                    <a:bodyPr/>
                    <a:lstStyle/>
                    <a:p>
                      <a:r>
                        <a:rPr lang="en-US" sz="1700"/>
                        <a:t>Who behaves similarly?</a:t>
                      </a:r>
                    </a:p>
                  </a:txBody>
                  <a:tcPr marL="86627" marR="86627" marT="43313" marB="43313"/>
                </a:tc>
                <a:tc>
                  <a:txBody>
                    <a:bodyPr/>
                    <a:lstStyle/>
                    <a:p>
                      <a:r>
                        <a:rPr lang="en-US" sz="1700"/>
                        <a:t>How strongly does X affect Y</a:t>
                      </a:r>
                    </a:p>
                  </a:txBody>
                  <a:tcPr marL="86627" marR="86627" marT="43313" marB="43313"/>
                </a:tc>
                <a:extLst>
                  <a:ext uri="{0D108BD9-81ED-4DB2-BD59-A6C34878D82A}">
                    <a16:rowId xmlns:a16="http://schemas.microsoft.com/office/drawing/2014/main" val="2908224490"/>
                  </a:ext>
                </a:extLst>
              </a:tr>
              <a:tr h="641039">
                <a:tc>
                  <a:txBody>
                    <a:bodyPr/>
                    <a:lstStyle/>
                    <a:p>
                      <a:r>
                        <a:rPr lang="en-US" sz="1700"/>
                        <a:t>Output</a:t>
                      </a:r>
                    </a:p>
                  </a:txBody>
                  <a:tcPr marL="86627" marR="86627" marT="43313" marB="43313"/>
                </a:tc>
                <a:tc>
                  <a:txBody>
                    <a:bodyPr/>
                    <a:lstStyle/>
                    <a:p>
                      <a:r>
                        <a:rPr lang="en-US" sz="1700"/>
                        <a:t>User segments or clusters</a:t>
                      </a:r>
                    </a:p>
                  </a:txBody>
                  <a:tcPr marL="86627" marR="86627" marT="43313" marB="43313"/>
                </a:tc>
                <a:tc>
                  <a:txBody>
                    <a:bodyPr/>
                    <a:lstStyle/>
                    <a:p>
                      <a:r>
                        <a:rPr lang="en-US" sz="1700"/>
                        <a:t>A prediction equation or trendline</a:t>
                      </a:r>
                    </a:p>
                  </a:txBody>
                  <a:tcPr marL="86627" marR="86627" marT="43313" marB="43313"/>
                </a:tc>
                <a:extLst>
                  <a:ext uri="{0D108BD9-81ED-4DB2-BD59-A6C34878D82A}">
                    <a16:rowId xmlns:a16="http://schemas.microsoft.com/office/drawing/2014/main" val="2252174846"/>
                  </a:ext>
                </a:extLst>
              </a:tr>
              <a:tr h="641039">
                <a:tc>
                  <a:txBody>
                    <a:bodyPr/>
                    <a:lstStyle/>
                    <a:p>
                      <a:r>
                        <a:rPr lang="en-US" sz="1700"/>
                        <a:t>Type of learning</a:t>
                      </a:r>
                    </a:p>
                  </a:txBody>
                  <a:tcPr marL="86627" marR="86627" marT="43313" marB="43313"/>
                </a:tc>
                <a:tc>
                  <a:txBody>
                    <a:bodyPr/>
                    <a:lstStyle/>
                    <a:p>
                      <a:r>
                        <a:rPr lang="en-US" sz="1700" i="1"/>
                        <a:t>Unsupervised</a:t>
                      </a:r>
                      <a:r>
                        <a:rPr lang="en-US" sz="1700"/>
                        <a:t> (no labeled outcome)</a:t>
                      </a:r>
                    </a:p>
                  </a:txBody>
                  <a:tcPr marL="86627" marR="86627" marT="43313" marB="43313"/>
                </a:tc>
                <a:tc>
                  <a:txBody>
                    <a:bodyPr/>
                    <a:lstStyle/>
                    <a:p>
                      <a:r>
                        <a:rPr lang="en-US" sz="1700" i="1"/>
                        <a:t>Supervised</a:t>
                      </a:r>
                      <a:r>
                        <a:rPr lang="en-US" sz="1700"/>
                        <a:t> (known dependent variable)</a:t>
                      </a:r>
                    </a:p>
                  </a:txBody>
                  <a:tcPr marL="86627" marR="86627" marT="43313" marB="43313"/>
                </a:tc>
                <a:extLst>
                  <a:ext uri="{0D108BD9-81ED-4DB2-BD59-A6C34878D82A}">
                    <a16:rowId xmlns:a16="http://schemas.microsoft.com/office/drawing/2014/main" val="238572393"/>
                  </a:ext>
                </a:extLst>
              </a:tr>
              <a:tr h="900920">
                <a:tc>
                  <a:txBody>
                    <a:bodyPr/>
                    <a:lstStyle/>
                    <a:p>
                      <a:r>
                        <a:rPr lang="en-US" sz="1700"/>
                        <a:t>Example in Fitness Data</a:t>
                      </a:r>
                    </a:p>
                  </a:txBody>
                  <a:tcPr marL="86627" marR="86627" marT="43313" marB="43313"/>
                </a:tc>
                <a:tc>
                  <a:txBody>
                    <a:bodyPr/>
                    <a:lstStyle/>
                    <a:p>
                      <a:r>
                        <a:rPr lang="en-US" sz="1700"/>
                        <a:t>Group users by Steps, Workouts, Duration: e.g., Active / Moderate / Casual</a:t>
                      </a:r>
                    </a:p>
                  </a:txBody>
                  <a:tcPr marL="86627" marR="86627" marT="43313" marB="43313"/>
                </a:tc>
                <a:tc>
                  <a:txBody>
                    <a:bodyPr/>
                    <a:lstStyle/>
                    <a:p>
                      <a:r>
                        <a:rPr lang="en-US" sz="1700"/>
                        <a:t>Predict Duration based on Steps and Workouts</a:t>
                      </a:r>
                    </a:p>
                  </a:txBody>
                  <a:tcPr marL="86627" marR="86627" marT="43313" marB="43313"/>
                </a:tc>
                <a:extLst>
                  <a:ext uri="{0D108BD9-81ED-4DB2-BD59-A6C34878D82A}">
                    <a16:rowId xmlns:a16="http://schemas.microsoft.com/office/drawing/2014/main" val="336137453"/>
                  </a:ext>
                </a:extLst>
              </a:tr>
            </a:tbl>
          </a:graphicData>
        </a:graphic>
      </p:graphicFrame>
    </p:spTree>
    <p:extLst>
      <p:ext uri="{BB962C8B-B14F-4D97-AF65-F5344CB8AC3E}">
        <p14:creationId xmlns:p14="http://schemas.microsoft.com/office/powerpoint/2010/main" val="199260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8857A0E-CD97-82C1-7BC2-F6C6742CC9BC}"/>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3A188B-5BEE-14E4-2507-3794352C6109}"/>
              </a:ext>
            </a:extLst>
          </p:cNvPr>
          <p:cNvSpPr>
            <a:spLocks noGrp="1"/>
          </p:cNvSpPr>
          <p:nvPr>
            <p:ph type="title"/>
          </p:nvPr>
        </p:nvSpPr>
        <p:spPr>
          <a:xfrm>
            <a:off x="838200" y="365125"/>
            <a:ext cx="10515600" cy="1325563"/>
          </a:xfrm>
        </p:spPr>
        <p:txBody>
          <a:bodyPr>
            <a:normAutofit/>
          </a:bodyPr>
          <a:lstStyle/>
          <a:p>
            <a:r>
              <a:rPr lang="en-US" b="1">
                <a:latin typeface="Times New Roman" panose="02020603050405020304" pitchFamily="18" charset="0"/>
                <a:cs typeface="Times New Roman" panose="02020603050405020304" pitchFamily="18" charset="0"/>
              </a:rPr>
              <a:t>Conclusion</a:t>
            </a:r>
          </a:p>
        </p:txBody>
      </p:sp>
      <p:graphicFrame>
        <p:nvGraphicFramePr>
          <p:cNvPr id="5" name="Content Placeholder 2">
            <a:extLst>
              <a:ext uri="{FF2B5EF4-FFF2-40B4-BE49-F238E27FC236}">
                <a16:creationId xmlns:a16="http://schemas.microsoft.com/office/drawing/2014/main" id="{F52B01CA-AC93-81AA-FCEB-95413CDC9427}"/>
              </a:ext>
            </a:extLst>
          </p:cNvPr>
          <p:cNvGraphicFramePr>
            <a:graphicFrameLocks noGrp="1"/>
          </p:cNvGraphicFramePr>
          <p:nvPr>
            <p:ph idx="1"/>
            <p:extLst>
              <p:ext uri="{D42A27DB-BD31-4B8C-83A1-F6EECF244321}">
                <p14:modId xmlns:p14="http://schemas.microsoft.com/office/powerpoint/2010/main" val="14332190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1281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2419</Words>
  <Application>Microsoft Office PowerPoint</Application>
  <PresentationFormat>Widescreen</PresentationFormat>
  <Paragraphs>213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Calibri</vt:lpstr>
      <vt:lpstr>Times New Roman</vt:lpstr>
      <vt:lpstr>Office Theme</vt:lpstr>
      <vt:lpstr>PowerPoint Presentation</vt:lpstr>
      <vt:lpstr>LEARNING OBJECTIVES</vt:lpstr>
      <vt:lpstr>Stage 1:  Objectives of Cluster Analysis</vt:lpstr>
      <vt:lpstr>Selection of Clustering Variables</vt:lpstr>
      <vt:lpstr>Rules of Thumb – Objectives of Cluster Analysis</vt:lpstr>
      <vt:lpstr>Stage 2:  Research Design in Cluster Analysis</vt:lpstr>
      <vt:lpstr>Is the Sample Size Adequate?</vt:lpstr>
      <vt:lpstr>Detecting Outliers</vt:lpstr>
      <vt:lpstr>Defining and Measuring Inter object Similarity</vt:lpstr>
      <vt:lpstr>Types of Distance Measures</vt:lpstr>
      <vt:lpstr>Data Standardization</vt:lpstr>
      <vt:lpstr>Stage 3:  Assumptions of Cluster Analysis</vt:lpstr>
      <vt:lpstr>Stage 4:  Deriving Clusters and Assessing Overall Fit</vt:lpstr>
      <vt:lpstr>Stage 5:  Interpretation of the Clusters</vt:lpstr>
      <vt:lpstr>Stage 6:  Validation and Profiling of the Clusters</vt:lpstr>
      <vt:lpstr>Profiling A Cluster Solution</vt:lpstr>
      <vt:lpstr>Rules of Thumb: Deriving the Final Cluster Solution</vt:lpstr>
      <vt:lpstr>Transition: From Clustering to Regression</vt:lpstr>
      <vt:lpstr>Regression Concept</vt:lpstr>
      <vt:lpstr>Linear Regression</vt:lpstr>
      <vt:lpstr>Regression Analysis</vt:lpstr>
      <vt:lpstr>Why Use Regression in Data Analytics</vt:lpstr>
      <vt:lpstr>How Regression Differs from Clustering</vt:lpstr>
      <vt:lpstr>Conclusion</vt:lpstr>
    </vt:vector>
  </TitlesOfParts>
  <Company>UP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Mukesh Mishra</dc:creator>
  <cp:lastModifiedBy>Mohammad Norouzifard</cp:lastModifiedBy>
  <cp:revision>4</cp:revision>
  <dcterms:created xsi:type="dcterms:W3CDTF">2025-10-03T03:27:05Z</dcterms:created>
  <dcterms:modified xsi:type="dcterms:W3CDTF">2026-06-12T08:34:53Z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6ed6d7-747c-41fd-b042-ff14484edc24_Enabled">
    <vt:lpwstr>true</vt:lpwstr>
  </property>
  <property fmtid="{D5CDD505-2E9C-101B-9397-08002B2CF9AE}" pid="3" name="MSIP_Label_c96ed6d7-747c-41fd-b042-ff14484edc24_SetDate">
    <vt:lpwstr>2025-10-03T03:27:14Z</vt:lpwstr>
  </property>
  <property fmtid="{D5CDD505-2E9C-101B-9397-08002B2CF9AE}" pid="4" name="MSIP_Label_c96ed6d7-747c-41fd-b042-ff14484edc24_Method">
    <vt:lpwstr>Standard</vt:lpwstr>
  </property>
  <property fmtid="{D5CDD505-2E9C-101B-9397-08002B2CF9AE}" pid="5" name="MSIP_Label_c96ed6d7-747c-41fd-b042-ff14484edc24_Name">
    <vt:lpwstr>defa4170-0d19-0005-0004-bc88714345d2</vt:lpwstr>
  </property>
  <property fmtid="{D5CDD505-2E9C-101B-9397-08002B2CF9AE}" pid="6" name="MSIP_Label_c96ed6d7-747c-41fd-b042-ff14484edc24_SiteId">
    <vt:lpwstr>6a425d0d-58f2-4e36-8689-10002b2ec567</vt:lpwstr>
  </property>
  <property fmtid="{D5CDD505-2E9C-101B-9397-08002B2CF9AE}" pid="7" name="MSIP_Label_c96ed6d7-747c-41fd-b042-ff14484edc24_ActionId">
    <vt:lpwstr>bd2eb712-8ff4-4b8d-969b-1a0983c6da4d</vt:lpwstr>
  </property>
  <property fmtid="{D5CDD505-2E9C-101B-9397-08002B2CF9AE}" pid="8" name="MSIP_Label_c96ed6d7-747c-41fd-b042-ff14484edc24_ContentBits">
    <vt:lpwstr>0</vt:lpwstr>
  </property>
  <property fmtid="{D5CDD505-2E9C-101B-9397-08002B2CF9AE}" pid="9" name="MSIP_Label_c96ed6d7-747c-41fd-b042-ff14484edc24_Tag">
    <vt:lpwstr>10, 3, 0, 1</vt:lpwstr>
  </property>
</Properties>
</file>