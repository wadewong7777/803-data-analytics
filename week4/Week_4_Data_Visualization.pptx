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8" r:id="rId2"/>
    <p:sldId id="256" r:id="rId3"/>
    <p:sldId id="280" r:id="rId4"/>
    <p:sldId id="281" r:id="rId5"/>
    <p:sldId id="282" r:id="rId6"/>
    <p:sldId id="283" r:id="rId7"/>
    <p:sldId id="284" r:id="rId8"/>
    <p:sldId id="258" r:id="rId9"/>
    <p:sldId id="270" r:id="rId10"/>
    <p:sldId id="257" r:id="rId11"/>
    <p:sldId id="260" r:id="rId12"/>
    <p:sldId id="276" r:id="rId13"/>
    <p:sldId id="271" r:id="rId14"/>
    <p:sldId id="272" r:id="rId15"/>
    <p:sldId id="262" r:id="rId16"/>
    <p:sldId id="263" r:id="rId17"/>
    <p:sldId id="264" r:id="rId18"/>
    <p:sldId id="265" r:id="rId19"/>
    <p:sldId id="266" r:id="rId20"/>
    <p:sldId id="268" r:id="rId21"/>
    <p:sldId id="269" r:id="rId22"/>
    <p:sldId id="267" r:id="rId23"/>
    <p:sldId id="273" r:id="rId24"/>
    <p:sldId id="274" r:id="rId25"/>
    <p:sldId id="277" r:id="rId26"/>
    <p:sldId id="275"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DF4DBF-312B-4B87-A838-82F2B5B4AA36}" v="197" dt="2025-08-24T23:10:25.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01" autoAdjust="0"/>
  </p:normalViewPr>
  <p:slideViewPr>
    <p:cSldViewPr snapToGrid="0">
      <p:cViewPr varScale="1">
        <p:scale>
          <a:sx n="56" d="100"/>
          <a:sy n="56" d="100"/>
        </p:scale>
        <p:origin x="172"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Mishra" userId="0adacedc-ba21-4683-95db-6edfc1f9e25d" providerId="ADAL" clId="{7CDF4DBF-312B-4B87-A838-82F2B5B4AA36}"/>
    <pc:docChg chg="undo custSel addSld delSld modSld sldOrd">
      <pc:chgData name="Mukesh Mishra" userId="0adacedc-ba21-4683-95db-6edfc1f9e25d" providerId="ADAL" clId="{7CDF4DBF-312B-4B87-A838-82F2B5B4AA36}" dt="2025-08-24T23:10:42.057" v="3605" actId="1076"/>
      <pc:docMkLst>
        <pc:docMk/>
      </pc:docMkLst>
      <pc:sldChg chg="addSp delSp modSp mod">
        <pc:chgData name="Mukesh Mishra" userId="0adacedc-ba21-4683-95db-6edfc1f9e25d" providerId="ADAL" clId="{7CDF4DBF-312B-4B87-A838-82F2B5B4AA36}" dt="2025-08-24T23:09:00.482" v="3596" actId="478"/>
        <pc:sldMkLst>
          <pc:docMk/>
          <pc:sldMk cId="3212590993" sldId="256"/>
        </pc:sldMkLst>
        <pc:spChg chg="mod">
          <ac:chgData name="Mukesh Mishra" userId="0adacedc-ba21-4683-95db-6edfc1f9e25d" providerId="ADAL" clId="{7CDF4DBF-312B-4B87-A838-82F2B5B4AA36}" dt="2025-08-21T00:58:44.602" v="382" actId="20577"/>
          <ac:spMkLst>
            <pc:docMk/>
            <pc:sldMk cId="3212590993" sldId="256"/>
            <ac:spMk id="2" creationId="{BC81CAF8-789B-1FF9-4523-4902FC276EF8}"/>
          </ac:spMkLst>
        </pc:spChg>
        <pc:spChg chg="mod">
          <ac:chgData name="Mukesh Mishra" userId="0adacedc-ba21-4683-95db-6edfc1f9e25d" providerId="ADAL" clId="{7CDF4DBF-312B-4B87-A838-82F2B5B4AA36}" dt="2025-08-21T00:29:32.077" v="35" actId="1076"/>
          <ac:spMkLst>
            <pc:docMk/>
            <pc:sldMk cId="3212590993" sldId="256"/>
            <ac:spMk id="3" creationId="{4C111282-C9DF-E211-6470-9485B155A5B5}"/>
          </ac:spMkLst>
        </pc:spChg>
        <pc:picChg chg="add del mod">
          <ac:chgData name="Mukesh Mishra" userId="0adacedc-ba21-4683-95db-6edfc1f9e25d" providerId="ADAL" clId="{7CDF4DBF-312B-4B87-A838-82F2B5B4AA36}" dt="2025-08-24T23:09:00.482" v="3596" actId="478"/>
          <ac:picMkLst>
            <pc:docMk/>
            <pc:sldMk cId="3212590993" sldId="256"/>
            <ac:picMk id="5" creationId="{2A22F64D-EAB9-7030-7FE4-FC1F7EB05804}"/>
          </ac:picMkLst>
        </pc:picChg>
      </pc:sldChg>
      <pc:sldChg chg="addSp delSp modSp mod modNotesTx">
        <pc:chgData name="Mukesh Mishra" userId="0adacedc-ba21-4683-95db-6edfc1f9e25d" providerId="ADAL" clId="{7CDF4DBF-312B-4B87-A838-82F2B5B4AA36}" dt="2025-08-22T01:30:24.763" v="2265" actId="1076"/>
        <pc:sldMkLst>
          <pc:docMk/>
          <pc:sldMk cId="1230382511" sldId="257"/>
        </pc:sldMkLst>
        <pc:spChg chg="mod">
          <ac:chgData name="Mukesh Mishra" userId="0adacedc-ba21-4683-95db-6edfc1f9e25d" providerId="ADAL" clId="{7CDF4DBF-312B-4B87-A838-82F2B5B4AA36}" dt="2025-08-22T01:21:27.119" v="1392" actId="6549"/>
          <ac:spMkLst>
            <pc:docMk/>
            <pc:sldMk cId="1230382511" sldId="257"/>
            <ac:spMk id="2" creationId="{4F9334B4-7248-6AF9-ABE7-4E23D07D30E0}"/>
          </ac:spMkLst>
        </pc:spChg>
        <pc:spChg chg="mod">
          <ac:chgData name="Mukesh Mishra" userId="0adacedc-ba21-4683-95db-6edfc1f9e25d" providerId="ADAL" clId="{7CDF4DBF-312B-4B87-A838-82F2B5B4AA36}" dt="2025-08-22T01:30:08.589" v="2260" actId="20577"/>
          <ac:spMkLst>
            <pc:docMk/>
            <pc:sldMk cId="1230382511" sldId="257"/>
            <ac:spMk id="3" creationId="{ABF844C1-94FE-B028-E157-9A50597BC2BE}"/>
          </ac:spMkLst>
        </pc:spChg>
        <pc:picChg chg="add mod">
          <ac:chgData name="Mukesh Mishra" userId="0adacedc-ba21-4683-95db-6edfc1f9e25d" providerId="ADAL" clId="{7CDF4DBF-312B-4B87-A838-82F2B5B4AA36}" dt="2025-08-22T01:30:24.763" v="2265" actId="1076"/>
          <ac:picMkLst>
            <pc:docMk/>
            <pc:sldMk cId="1230382511" sldId="257"/>
            <ac:picMk id="6" creationId="{C055C246-DA42-34D9-7FBA-8547764E7D36}"/>
          </ac:picMkLst>
        </pc:picChg>
      </pc:sldChg>
      <pc:sldChg chg="addSp delSp modSp mod modNotesTx">
        <pc:chgData name="Mukesh Mishra" userId="0adacedc-ba21-4683-95db-6edfc1f9e25d" providerId="ADAL" clId="{7CDF4DBF-312B-4B87-A838-82F2B5B4AA36}" dt="2025-08-21T00:47:19.975" v="302" actId="1076"/>
        <pc:sldMkLst>
          <pc:docMk/>
          <pc:sldMk cId="479699014" sldId="258"/>
        </pc:sldMkLst>
        <pc:spChg chg="mod">
          <ac:chgData name="Mukesh Mishra" userId="0adacedc-ba21-4683-95db-6edfc1f9e25d" providerId="ADAL" clId="{7CDF4DBF-312B-4B87-A838-82F2B5B4AA36}" dt="2025-08-21T00:45:49.143" v="283" actId="14100"/>
          <ac:spMkLst>
            <pc:docMk/>
            <pc:sldMk cId="479699014" sldId="258"/>
            <ac:spMk id="3" creationId="{E5B8FC90-01F6-89A2-F118-1611D03C77E0}"/>
          </ac:spMkLst>
        </pc:spChg>
        <pc:spChg chg="add mod">
          <ac:chgData name="Mukesh Mishra" userId="0adacedc-ba21-4683-95db-6edfc1f9e25d" providerId="ADAL" clId="{7CDF4DBF-312B-4B87-A838-82F2B5B4AA36}" dt="2025-08-21T00:40:49.311" v="212" actId="27636"/>
          <ac:spMkLst>
            <pc:docMk/>
            <pc:sldMk cId="479699014" sldId="258"/>
            <ac:spMk id="8" creationId="{61487A59-F0CF-104D-2706-BE233254E915}"/>
          </ac:spMkLst>
        </pc:spChg>
        <pc:spChg chg="add mod">
          <ac:chgData name="Mukesh Mishra" userId="0adacedc-ba21-4683-95db-6edfc1f9e25d" providerId="ADAL" clId="{7CDF4DBF-312B-4B87-A838-82F2B5B4AA36}" dt="2025-08-21T00:46:45.911" v="300" actId="12"/>
          <ac:spMkLst>
            <pc:docMk/>
            <pc:sldMk cId="479699014" sldId="258"/>
            <ac:spMk id="10" creationId="{0C0E79DC-F3CB-7930-0E67-A4C75985DEAB}"/>
          </ac:spMkLst>
        </pc:spChg>
        <pc:picChg chg="add mod">
          <ac:chgData name="Mukesh Mishra" userId="0adacedc-ba21-4683-95db-6edfc1f9e25d" providerId="ADAL" clId="{7CDF4DBF-312B-4B87-A838-82F2B5B4AA36}" dt="2025-08-21T00:45:40.084" v="282" actId="14100"/>
          <ac:picMkLst>
            <pc:docMk/>
            <pc:sldMk cId="479699014" sldId="258"/>
            <ac:picMk id="7" creationId="{0D29760B-6A4E-F615-D75B-A89563CC7157}"/>
          </ac:picMkLst>
        </pc:picChg>
        <pc:picChg chg="add mod">
          <ac:chgData name="Mukesh Mishra" userId="0adacedc-ba21-4683-95db-6edfc1f9e25d" providerId="ADAL" clId="{7CDF4DBF-312B-4B87-A838-82F2B5B4AA36}" dt="2025-08-21T00:47:19.975" v="302" actId="1076"/>
          <ac:picMkLst>
            <pc:docMk/>
            <pc:sldMk cId="479699014" sldId="258"/>
            <ac:picMk id="12" creationId="{B9E0EA18-985D-6A23-A744-2506DBFCAFBD}"/>
          </ac:picMkLst>
        </pc:picChg>
      </pc:sldChg>
      <pc:sldChg chg="modSp new del mod">
        <pc:chgData name="Mukesh Mishra" userId="0adacedc-ba21-4683-95db-6edfc1f9e25d" providerId="ADAL" clId="{7CDF4DBF-312B-4B87-A838-82F2B5B4AA36}" dt="2025-08-22T01:16:51.849" v="1379" actId="47"/>
        <pc:sldMkLst>
          <pc:docMk/>
          <pc:sldMk cId="2392049744" sldId="259"/>
        </pc:sldMkLst>
      </pc:sldChg>
      <pc:sldChg chg="del">
        <pc:chgData name="Mukesh Mishra" userId="0adacedc-ba21-4683-95db-6edfc1f9e25d" providerId="ADAL" clId="{7CDF4DBF-312B-4B87-A838-82F2B5B4AA36}" dt="2025-08-21T00:35:08.294" v="123" actId="47"/>
        <pc:sldMkLst>
          <pc:docMk/>
          <pc:sldMk cId="2810260506" sldId="259"/>
        </pc:sldMkLst>
      </pc:sldChg>
      <pc:sldChg chg="addSp modSp new mod">
        <pc:chgData name="Mukesh Mishra" userId="0adacedc-ba21-4683-95db-6edfc1f9e25d" providerId="ADAL" clId="{7CDF4DBF-312B-4B87-A838-82F2B5B4AA36}" dt="2025-08-21T04:16:14.110" v="472" actId="1076"/>
        <pc:sldMkLst>
          <pc:docMk/>
          <pc:sldMk cId="2078605072" sldId="260"/>
        </pc:sldMkLst>
        <pc:spChg chg="mod">
          <ac:chgData name="Mukesh Mishra" userId="0adacedc-ba21-4683-95db-6edfc1f9e25d" providerId="ADAL" clId="{7CDF4DBF-312B-4B87-A838-82F2B5B4AA36}" dt="2025-08-21T00:48:10.342" v="309" actId="113"/>
          <ac:spMkLst>
            <pc:docMk/>
            <pc:sldMk cId="2078605072" sldId="260"/>
            <ac:spMk id="2" creationId="{C7D73FDB-FF05-81AD-15E9-8E3C25AF3941}"/>
          </ac:spMkLst>
        </pc:spChg>
        <pc:spChg chg="mod">
          <ac:chgData name="Mukesh Mishra" userId="0adacedc-ba21-4683-95db-6edfc1f9e25d" providerId="ADAL" clId="{7CDF4DBF-312B-4B87-A838-82F2B5B4AA36}" dt="2025-08-21T04:12:15.352" v="441" actId="14100"/>
          <ac:spMkLst>
            <pc:docMk/>
            <pc:sldMk cId="2078605072" sldId="260"/>
            <ac:spMk id="3" creationId="{6B911A58-2844-1EC8-F82F-331F069CD9D1}"/>
          </ac:spMkLst>
        </pc:spChg>
        <pc:graphicFrameChg chg="add mod modGraphic">
          <ac:chgData name="Mukesh Mishra" userId="0adacedc-ba21-4683-95db-6edfc1f9e25d" providerId="ADAL" clId="{7CDF4DBF-312B-4B87-A838-82F2B5B4AA36}" dt="2025-08-21T04:15:33.973" v="463" actId="1076"/>
          <ac:graphicFrameMkLst>
            <pc:docMk/>
            <pc:sldMk cId="2078605072" sldId="260"/>
            <ac:graphicFrameMk id="5" creationId="{DF481BBE-FC8C-9071-9DE9-64BC0E7C574A}"/>
          </ac:graphicFrameMkLst>
        </pc:graphicFrameChg>
        <pc:graphicFrameChg chg="add mod modGraphic">
          <ac:chgData name="Mukesh Mishra" userId="0adacedc-ba21-4683-95db-6edfc1f9e25d" providerId="ADAL" clId="{7CDF4DBF-312B-4B87-A838-82F2B5B4AA36}" dt="2025-08-21T04:16:14.110" v="472" actId="1076"/>
          <ac:graphicFrameMkLst>
            <pc:docMk/>
            <pc:sldMk cId="2078605072" sldId="260"/>
            <ac:graphicFrameMk id="7" creationId="{6B4E8FFB-895F-47C3-5C1D-C8F6AB1E00E1}"/>
          </ac:graphicFrameMkLst>
        </pc:graphicFrameChg>
        <pc:picChg chg="add mod">
          <ac:chgData name="Mukesh Mishra" userId="0adacedc-ba21-4683-95db-6edfc1f9e25d" providerId="ADAL" clId="{7CDF4DBF-312B-4B87-A838-82F2B5B4AA36}" dt="2025-08-21T04:15:28.004" v="462" actId="1076"/>
          <ac:picMkLst>
            <pc:docMk/>
            <pc:sldMk cId="2078605072" sldId="260"/>
            <ac:picMk id="4" creationId="{F3AFE0AE-AF7E-FE53-1663-19112C0DA3DF}"/>
          </ac:picMkLst>
        </pc:picChg>
        <pc:picChg chg="add mod">
          <ac:chgData name="Mukesh Mishra" userId="0adacedc-ba21-4683-95db-6edfc1f9e25d" providerId="ADAL" clId="{7CDF4DBF-312B-4B87-A838-82F2B5B4AA36}" dt="2025-08-21T04:15:45.232" v="467" actId="14100"/>
          <ac:picMkLst>
            <pc:docMk/>
            <pc:sldMk cId="2078605072" sldId="260"/>
            <ac:picMk id="6" creationId="{C7E3C8F1-C5CC-4D5B-EBB8-1616206230EA}"/>
          </ac:picMkLst>
        </pc:picChg>
      </pc:sldChg>
      <pc:sldChg chg="del">
        <pc:chgData name="Mukesh Mishra" userId="0adacedc-ba21-4683-95db-6edfc1f9e25d" providerId="ADAL" clId="{7CDF4DBF-312B-4B87-A838-82F2B5B4AA36}" dt="2025-08-21T00:35:08.294" v="123" actId="47"/>
        <pc:sldMkLst>
          <pc:docMk/>
          <pc:sldMk cId="3466886739" sldId="260"/>
        </pc:sldMkLst>
      </pc:sldChg>
      <pc:sldChg chg="modSp new del mod ord">
        <pc:chgData name="Mukesh Mishra" userId="0adacedc-ba21-4683-95db-6edfc1f9e25d" providerId="ADAL" clId="{7CDF4DBF-312B-4B87-A838-82F2B5B4AA36}" dt="2025-08-22T01:16:57.609" v="1380" actId="47"/>
        <pc:sldMkLst>
          <pc:docMk/>
          <pc:sldMk cId="2504676561" sldId="261"/>
        </pc:sldMkLst>
      </pc:sldChg>
      <pc:sldChg chg="del">
        <pc:chgData name="Mukesh Mishra" userId="0adacedc-ba21-4683-95db-6edfc1f9e25d" providerId="ADAL" clId="{7CDF4DBF-312B-4B87-A838-82F2B5B4AA36}" dt="2025-08-21T00:35:08.294" v="123" actId="47"/>
        <pc:sldMkLst>
          <pc:docMk/>
          <pc:sldMk cId="4110949458" sldId="261"/>
        </pc:sldMkLst>
      </pc:sldChg>
      <pc:sldChg chg="modSp new mod">
        <pc:chgData name="Mukesh Mishra" userId="0adacedc-ba21-4683-95db-6edfc1f9e25d" providerId="ADAL" clId="{7CDF4DBF-312B-4B87-A838-82F2B5B4AA36}" dt="2025-08-22T03:04:14.194" v="3530" actId="14100"/>
        <pc:sldMkLst>
          <pc:docMk/>
          <pc:sldMk cId="2504072477" sldId="262"/>
        </pc:sldMkLst>
        <pc:spChg chg="mod">
          <ac:chgData name="Mukesh Mishra" userId="0adacedc-ba21-4683-95db-6edfc1f9e25d" providerId="ADAL" clId="{7CDF4DBF-312B-4B87-A838-82F2B5B4AA36}" dt="2025-08-22T03:04:14.194" v="3530" actId="14100"/>
          <ac:spMkLst>
            <pc:docMk/>
            <pc:sldMk cId="2504072477" sldId="262"/>
            <ac:spMk id="2" creationId="{799EE5B9-9565-B9E4-8293-73A914E333E7}"/>
          </ac:spMkLst>
        </pc:spChg>
        <pc:spChg chg="mod">
          <ac:chgData name="Mukesh Mishra" userId="0adacedc-ba21-4683-95db-6edfc1f9e25d" providerId="ADAL" clId="{7CDF4DBF-312B-4B87-A838-82F2B5B4AA36}" dt="2025-08-22T03:04:06.290" v="3528" actId="14100"/>
          <ac:spMkLst>
            <pc:docMk/>
            <pc:sldMk cId="2504072477" sldId="262"/>
            <ac:spMk id="3" creationId="{642E5544-E354-4B04-FBD7-F225A763B234}"/>
          </ac:spMkLst>
        </pc:spChg>
      </pc:sldChg>
      <pc:sldChg chg="del">
        <pc:chgData name="Mukesh Mishra" userId="0adacedc-ba21-4683-95db-6edfc1f9e25d" providerId="ADAL" clId="{7CDF4DBF-312B-4B87-A838-82F2B5B4AA36}" dt="2025-08-21T00:35:08.294" v="123" actId="47"/>
        <pc:sldMkLst>
          <pc:docMk/>
          <pc:sldMk cId="3394290268" sldId="262"/>
        </pc:sldMkLst>
      </pc:sldChg>
      <pc:sldChg chg="del">
        <pc:chgData name="Mukesh Mishra" userId="0adacedc-ba21-4683-95db-6edfc1f9e25d" providerId="ADAL" clId="{7CDF4DBF-312B-4B87-A838-82F2B5B4AA36}" dt="2025-08-21T00:35:08.294" v="123" actId="47"/>
        <pc:sldMkLst>
          <pc:docMk/>
          <pc:sldMk cId="2250654087" sldId="263"/>
        </pc:sldMkLst>
      </pc:sldChg>
      <pc:sldChg chg="modSp new mod">
        <pc:chgData name="Mukesh Mishra" userId="0adacedc-ba21-4683-95db-6edfc1f9e25d" providerId="ADAL" clId="{7CDF4DBF-312B-4B87-A838-82F2B5B4AA36}" dt="2025-08-21T04:24:01.084" v="578" actId="123"/>
        <pc:sldMkLst>
          <pc:docMk/>
          <pc:sldMk cId="4170673386" sldId="263"/>
        </pc:sldMkLst>
        <pc:spChg chg="mod">
          <ac:chgData name="Mukesh Mishra" userId="0adacedc-ba21-4683-95db-6edfc1f9e25d" providerId="ADAL" clId="{7CDF4DBF-312B-4B87-A838-82F2B5B4AA36}" dt="2025-08-21T04:22:50.460" v="515" actId="1076"/>
          <ac:spMkLst>
            <pc:docMk/>
            <pc:sldMk cId="4170673386" sldId="263"/>
            <ac:spMk id="2" creationId="{DA054219-11E6-230E-79EF-3260C897D54F}"/>
          </ac:spMkLst>
        </pc:spChg>
        <pc:spChg chg="mod">
          <ac:chgData name="Mukesh Mishra" userId="0adacedc-ba21-4683-95db-6edfc1f9e25d" providerId="ADAL" clId="{7CDF4DBF-312B-4B87-A838-82F2B5B4AA36}" dt="2025-08-21T04:24:01.084" v="578" actId="123"/>
          <ac:spMkLst>
            <pc:docMk/>
            <pc:sldMk cId="4170673386" sldId="263"/>
            <ac:spMk id="3" creationId="{140B95BB-7BB9-811F-00BE-5D7B825927DB}"/>
          </ac:spMkLst>
        </pc:spChg>
      </pc:sldChg>
      <pc:sldChg chg="addSp modSp new mod">
        <pc:chgData name="Mukesh Mishra" userId="0adacedc-ba21-4683-95db-6edfc1f9e25d" providerId="ADAL" clId="{7CDF4DBF-312B-4B87-A838-82F2B5B4AA36}" dt="2025-08-21T23:11:25.556" v="1139" actId="113"/>
        <pc:sldMkLst>
          <pc:docMk/>
          <pc:sldMk cId="137971449" sldId="264"/>
        </pc:sldMkLst>
        <pc:spChg chg="mod">
          <ac:chgData name="Mukesh Mishra" userId="0adacedc-ba21-4683-95db-6edfc1f9e25d" providerId="ADAL" clId="{7CDF4DBF-312B-4B87-A838-82F2B5B4AA36}" dt="2025-08-21T23:11:25.556" v="1139" actId="113"/>
          <ac:spMkLst>
            <pc:docMk/>
            <pc:sldMk cId="137971449" sldId="264"/>
            <ac:spMk id="2" creationId="{9CF2D6FB-02B4-0748-E222-CF956CE7EB48}"/>
          </ac:spMkLst>
        </pc:spChg>
        <pc:spChg chg="mod">
          <ac:chgData name="Mukesh Mishra" userId="0adacedc-ba21-4683-95db-6edfc1f9e25d" providerId="ADAL" clId="{7CDF4DBF-312B-4B87-A838-82F2B5B4AA36}" dt="2025-08-21T04:31:39.947" v="681" actId="123"/>
          <ac:spMkLst>
            <pc:docMk/>
            <pc:sldMk cId="137971449" sldId="264"/>
            <ac:spMk id="3" creationId="{4BCE15F4-65C5-8A42-201C-F5ADAACF43A2}"/>
          </ac:spMkLst>
        </pc:spChg>
      </pc:sldChg>
      <pc:sldChg chg="del">
        <pc:chgData name="Mukesh Mishra" userId="0adacedc-ba21-4683-95db-6edfc1f9e25d" providerId="ADAL" clId="{7CDF4DBF-312B-4B87-A838-82F2B5B4AA36}" dt="2025-08-21T00:35:08.294" v="123" actId="47"/>
        <pc:sldMkLst>
          <pc:docMk/>
          <pc:sldMk cId="4196029825" sldId="264"/>
        </pc:sldMkLst>
      </pc:sldChg>
      <pc:sldChg chg="del">
        <pc:chgData name="Mukesh Mishra" userId="0adacedc-ba21-4683-95db-6edfc1f9e25d" providerId="ADAL" clId="{7CDF4DBF-312B-4B87-A838-82F2B5B4AA36}" dt="2025-08-21T00:35:08.294" v="123" actId="47"/>
        <pc:sldMkLst>
          <pc:docMk/>
          <pc:sldMk cId="1421645705" sldId="265"/>
        </pc:sldMkLst>
      </pc:sldChg>
      <pc:sldChg chg="addSp modSp new mod">
        <pc:chgData name="Mukesh Mishra" userId="0adacedc-ba21-4683-95db-6edfc1f9e25d" providerId="ADAL" clId="{7CDF4DBF-312B-4B87-A838-82F2B5B4AA36}" dt="2025-08-21T23:11:38.411" v="1140" actId="1076"/>
        <pc:sldMkLst>
          <pc:docMk/>
          <pc:sldMk cId="2955641550" sldId="265"/>
        </pc:sldMkLst>
        <pc:spChg chg="mod">
          <ac:chgData name="Mukesh Mishra" userId="0adacedc-ba21-4683-95db-6edfc1f9e25d" providerId="ADAL" clId="{7CDF4DBF-312B-4B87-A838-82F2B5B4AA36}" dt="2025-08-21T23:11:38.411" v="1140" actId="1076"/>
          <ac:spMkLst>
            <pc:docMk/>
            <pc:sldMk cId="2955641550" sldId="265"/>
            <ac:spMk id="2" creationId="{D78FC63A-2219-DBB2-6B7B-BD33698F93A2}"/>
          </ac:spMkLst>
        </pc:spChg>
        <pc:spChg chg="mod">
          <ac:chgData name="Mukesh Mishra" userId="0adacedc-ba21-4683-95db-6edfc1f9e25d" providerId="ADAL" clId="{7CDF4DBF-312B-4B87-A838-82F2B5B4AA36}" dt="2025-08-21T04:42:13.882" v="833" actId="20577"/>
          <ac:spMkLst>
            <pc:docMk/>
            <pc:sldMk cId="2955641550" sldId="265"/>
            <ac:spMk id="3" creationId="{8D32AA61-792B-B8D3-3F3D-9BD5418EC2E5}"/>
          </ac:spMkLst>
        </pc:spChg>
        <pc:spChg chg="add mod">
          <ac:chgData name="Mukesh Mishra" userId="0adacedc-ba21-4683-95db-6edfc1f9e25d" providerId="ADAL" clId="{7CDF4DBF-312B-4B87-A838-82F2B5B4AA36}" dt="2025-08-21T04:41:27.695" v="796" actId="14100"/>
          <ac:spMkLst>
            <pc:docMk/>
            <pc:sldMk cId="2955641550" sldId="265"/>
            <ac:spMk id="4" creationId="{CACE967C-B008-5C11-F393-C33B3B9EF1F5}"/>
          </ac:spMkLst>
        </pc:spChg>
      </pc:sldChg>
      <pc:sldChg chg="del">
        <pc:chgData name="Mukesh Mishra" userId="0adacedc-ba21-4683-95db-6edfc1f9e25d" providerId="ADAL" clId="{7CDF4DBF-312B-4B87-A838-82F2B5B4AA36}" dt="2025-08-21T00:35:08.294" v="123" actId="47"/>
        <pc:sldMkLst>
          <pc:docMk/>
          <pc:sldMk cId="1792154558" sldId="266"/>
        </pc:sldMkLst>
      </pc:sldChg>
      <pc:sldChg chg="addSp modSp new mod">
        <pc:chgData name="Mukesh Mishra" userId="0adacedc-ba21-4683-95db-6edfc1f9e25d" providerId="ADAL" clId="{7CDF4DBF-312B-4B87-A838-82F2B5B4AA36}" dt="2025-08-22T19:46:03.887" v="3588" actId="20577"/>
        <pc:sldMkLst>
          <pc:docMk/>
          <pc:sldMk cId="3009508265" sldId="266"/>
        </pc:sldMkLst>
        <pc:spChg chg="mod">
          <ac:chgData name="Mukesh Mishra" userId="0adacedc-ba21-4683-95db-6edfc1f9e25d" providerId="ADAL" clId="{7CDF4DBF-312B-4B87-A838-82F2B5B4AA36}" dt="2025-08-21T04:57:35.633" v="985" actId="113"/>
          <ac:spMkLst>
            <pc:docMk/>
            <pc:sldMk cId="3009508265" sldId="266"/>
            <ac:spMk id="2" creationId="{84A1C575-5C2D-2096-2042-EBC70759B0CE}"/>
          </ac:spMkLst>
        </pc:spChg>
        <pc:spChg chg="mod">
          <ac:chgData name="Mukesh Mishra" userId="0adacedc-ba21-4683-95db-6edfc1f9e25d" providerId="ADAL" clId="{7CDF4DBF-312B-4B87-A838-82F2B5B4AA36}" dt="2025-08-22T19:46:03.887" v="3588" actId="20577"/>
          <ac:spMkLst>
            <pc:docMk/>
            <pc:sldMk cId="3009508265" sldId="266"/>
            <ac:spMk id="3" creationId="{F6F1F9E3-0D86-194E-382D-B188A365AB41}"/>
          </ac:spMkLst>
        </pc:spChg>
      </pc:sldChg>
      <pc:sldChg chg="del">
        <pc:chgData name="Mukesh Mishra" userId="0adacedc-ba21-4683-95db-6edfc1f9e25d" providerId="ADAL" clId="{7CDF4DBF-312B-4B87-A838-82F2B5B4AA36}" dt="2025-08-21T00:35:08.294" v="123" actId="47"/>
        <pc:sldMkLst>
          <pc:docMk/>
          <pc:sldMk cId="728079817" sldId="267"/>
        </pc:sldMkLst>
      </pc:sldChg>
      <pc:sldChg chg="modSp new mod">
        <pc:chgData name="Mukesh Mishra" userId="0adacedc-ba21-4683-95db-6edfc1f9e25d" providerId="ADAL" clId="{7CDF4DBF-312B-4B87-A838-82F2B5B4AA36}" dt="2025-08-21T04:50:09.955" v="911" actId="14100"/>
        <pc:sldMkLst>
          <pc:docMk/>
          <pc:sldMk cId="851651997" sldId="267"/>
        </pc:sldMkLst>
        <pc:spChg chg="mod">
          <ac:chgData name="Mukesh Mishra" userId="0adacedc-ba21-4683-95db-6edfc1f9e25d" providerId="ADAL" clId="{7CDF4DBF-312B-4B87-A838-82F2B5B4AA36}" dt="2025-08-21T04:45:52.518" v="844" actId="1076"/>
          <ac:spMkLst>
            <pc:docMk/>
            <pc:sldMk cId="851651997" sldId="267"/>
            <ac:spMk id="2" creationId="{241CCC4D-B0D2-3CE0-1872-A83F388F5830}"/>
          </ac:spMkLst>
        </pc:spChg>
        <pc:spChg chg="mod">
          <ac:chgData name="Mukesh Mishra" userId="0adacedc-ba21-4683-95db-6edfc1f9e25d" providerId="ADAL" clId="{7CDF4DBF-312B-4B87-A838-82F2B5B4AA36}" dt="2025-08-21T04:50:09.955" v="911" actId="14100"/>
          <ac:spMkLst>
            <pc:docMk/>
            <pc:sldMk cId="851651997" sldId="267"/>
            <ac:spMk id="3" creationId="{349B741C-B0A9-5A76-E099-9B3AF58AF4E0}"/>
          </ac:spMkLst>
        </pc:spChg>
      </pc:sldChg>
      <pc:sldChg chg="modSp new mod">
        <pc:chgData name="Mukesh Mishra" userId="0adacedc-ba21-4683-95db-6edfc1f9e25d" providerId="ADAL" clId="{7CDF4DBF-312B-4B87-A838-82F2B5B4AA36}" dt="2025-08-21T23:11:57.228" v="1143" actId="113"/>
        <pc:sldMkLst>
          <pc:docMk/>
          <pc:sldMk cId="1107999954" sldId="268"/>
        </pc:sldMkLst>
        <pc:spChg chg="mod">
          <ac:chgData name="Mukesh Mishra" userId="0adacedc-ba21-4683-95db-6edfc1f9e25d" providerId="ADAL" clId="{7CDF4DBF-312B-4B87-A838-82F2B5B4AA36}" dt="2025-08-21T23:11:57.228" v="1143" actId="113"/>
          <ac:spMkLst>
            <pc:docMk/>
            <pc:sldMk cId="1107999954" sldId="268"/>
            <ac:spMk id="2" creationId="{2E021BDC-3AA2-342B-4B8B-B6FD6384E22F}"/>
          </ac:spMkLst>
        </pc:spChg>
        <pc:spChg chg="mod">
          <ac:chgData name="Mukesh Mishra" userId="0adacedc-ba21-4683-95db-6edfc1f9e25d" providerId="ADAL" clId="{7CDF4DBF-312B-4B87-A838-82F2B5B4AA36}" dt="2025-08-21T05:08:20.667" v="1082" actId="27636"/>
          <ac:spMkLst>
            <pc:docMk/>
            <pc:sldMk cId="1107999954" sldId="268"/>
            <ac:spMk id="3" creationId="{9500E1F2-FD82-853D-1547-0BB9E9C899C9}"/>
          </ac:spMkLst>
        </pc:spChg>
      </pc:sldChg>
      <pc:sldChg chg="del">
        <pc:chgData name="Mukesh Mishra" userId="0adacedc-ba21-4683-95db-6edfc1f9e25d" providerId="ADAL" clId="{7CDF4DBF-312B-4B87-A838-82F2B5B4AA36}" dt="2025-08-21T00:35:08.294" v="123" actId="47"/>
        <pc:sldMkLst>
          <pc:docMk/>
          <pc:sldMk cId="3502649247" sldId="268"/>
        </pc:sldMkLst>
      </pc:sldChg>
      <pc:sldChg chg="delSp modSp new mod">
        <pc:chgData name="Mukesh Mishra" userId="0adacedc-ba21-4683-95db-6edfc1f9e25d" providerId="ADAL" clId="{7CDF4DBF-312B-4B87-A838-82F2B5B4AA36}" dt="2025-08-22T19:47:10.177" v="3590" actId="313"/>
        <pc:sldMkLst>
          <pc:docMk/>
          <pc:sldMk cId="351361835" sldId="269"/>
        </pc:sldMkLst>
        <pc:spChg chg="mod">
          <ac:chgData name="Mukesh Mishra" userId="0adacedc-ba21-4683-95db-6edfc1f9e25d" providerId="ADAL" clId="{7CDF4DBF-312B-4B87-A838-82F2B5B4AA36}" dt="2025-08-22T19:47:10.177" v="3590" actId="313"/>
          <ac:spMkLst>
            <pc:docMk/>
            <pc:sldMk cId="351361835" sldId="269"/>
            <ac:spMk id="3" creationId="{E433731D-AFE9-9047-3410-36336FAE47BD}"/>
          </ac:spMkLst>
        </pc:spChg>
      </pc:sldChg>
      <pc:sldChg chg="del">
        <pc:chgData name="Mukesh Mishra" userId="0adacedc-ba21-4683-95db-6edfc1f9e25d" providerId="ADAL" clId="{7CDF4DBF-312B-4B87-A838-82F2B5B4AA36}" dt="2025-08-21T00:35:08.294" v="123" actId="47"/>
        <pc:sldMkLst>
          <pc:docMk/>
          <pc:sldMk cId="2353046116" sldId="269"/>
        </pc:sldMkLst>
      </pc:sldChg>
      <pc:sldChg chg="addSp delSp modSp new mod">
        <pc:chgData name="Mukesh Mishra" userId="0adacedc-ba21-4683-95db-6edfc1f9e25d" providerId="ADAL" clId="{7CDF4DBF-312B-4B87-A838-82F2B5B4AA36}" dt="2025-08-21T23:04:30.826" v="1136" actId="14100"/>
        <pc:sldMkLst>
          <pc:docMk/>
          <pc:sldMk cId="3000438574" sldId="270"/>
        </pc:sldMkLst>
        <pc:picChg chg="add mod">
          <ac:chgData name="Mukesh Mishra" userId="0adacedc-ba21-4683-95db-6edfc1f9e25d" providerId="ADAL" clId="{7CDF4DBF-312B-4B87-A838-82F2B5B4AA36}" dt="2025-08-21T23:04:30.826" v="1136" actId="14100"/>
          <ac:picMkLst>
            <pc:docMk/>
            <pc:sldMk cId="3000438574" sldId="270"/>
            <ac:picMk id="5" creationId="{EABFC911-F6C2-14FA-2A90-8DA00D1D4A44}"/>
          </ac:picMkLst>
        </pc:picChg>
      </pc:sldChg>
      <pc:sldChg chg="del">
        <pc:chgData name="Mukesh Mishra" userId="0adacedc-ba21-4683-95db-6edfc1f9e25d" providerId="ADAL" clId="{7CDF4DBF-312B-4B87-A838-82F2B5B4AA36}" dt="2025-08-21T00:35:08.294" v="123" actId="47"/>
        <pc:sldMkLst>
          <pc:docMk/>
          <pc:sldMk cId="3788184577" sldId="270"/>
        </pc:sldMkLst>
      </pc:sldChg>
      <pc:sldChg chg="del">
        <pc:chgData name="Mukesh Mishra" userId="0adacedc-ba21-4683-95db-6edfc1f9e25d" providerId="ADAL" clId="{7CDF4DBF-312B-4B87-A838-82F2B5B4AA36}" dt="2025-08-21T00:35:08.294" v="123" actId="47"/>
        <pc:sldMkLst>
          <pc:docMk/>
          <pc:sldMk cId="2054744497" sldId="271"/>
        </pc:sldMkLst>
      </pc:sldChg>
      <pc:sldChg chg="addSp modSp new mod">
        <pc:chgData name="Mukesh Mishra" userId="0adacedc-ba21-4683-95db-6edfc1f9e25d" providerId="ADAL" clId="{7CDF4DBF-312B-4B87-A838-82F2B5B4AA36}" dt="2025-08-22T01:03:52.657" v="1257" actId="313"/>
        <pc:sldMkLst>
          <pc:docMk/>
          <pc:sldMk cId="3608106894" sldId="271"/>
        </pc:sldMkLst>
        <pc:spChg chg="mod">
          <ac:chgData name="Mukesh Mishra" userId="0adacedc-ba21-4683-95db-6edfc1f9e25d" providerId="ADAL" clId="{7CDF4DBF-312B-4B87-A838-82F2B5B4AA36}" dt="2025-08-22T01:03:52.657" v="1257" actId="313"/>
          <ac:spMkLst>
            <pc:docMk/>
            <pc:sldMk cId="3608106894" sldId="271"/>
            <ac:spMk id="2" creationId="{48BE77EE-3262-5417-80DC-3F9E41524E74}"/>
          </ac:spMkLst>
        </pc:spChg>
        <pc:spChg chg="mod">
          <ac:chgData name="Mukesh Mishra" userId="0adacedc-ba21-4683-95db-6edfc1f9e25d" providerId="ADAL" clId="{7CDF4DBF-312B-4B87-A838-82F2B5B4AA36}" dt="2025-08-22T00:57:13.023" v="1226" actId="113"/>
          <ac:spMkLst>
            <pc:docMk/>
            <pc:sldMk cId="3608106894" sldId="271"/>
            <ac:spMk id="3" creationId="{DF21A376-9B4B-64D4-5AF8-6D52D508983E}"/>
          </ac:spMkLst>
        </pc:spChg>
        <pc:picChg chg="add mod">
          <ac:chgData name="Mukesh Mishra" userId="0adacedc-ba21-4683-95db-6edfc1f9e25d" providerId="ADAL" clId="{7CDF4DBF-312B-4B87-A838-82F2B5B4AA36}" dt="2025-08-22T00:54:54.499" v="1160" actId="14100"/>
          <ac:picMkLst>
            <pc:docMk/>
            <pc:sldMk cId="3608106894" sldId="271"/>
            <ac:picMk id="5" creationId="{D39F0FD8-584B-0054-B66E-DB054F415EAF}"/>
          </ac:picMkLst>
        </pc:picChg>
      </pc:sldChg>
      <pc:sldChg chg="del">
        <pc:chgData name="Mukesh Mishra" userId="0adacedc-ba21-4683-95db-6edfc1f9e25d" providerId="ADAL" clId="{7CDF4DBF-312B-4B87-A838-82F2B5B4AA36}" dt="2025-08-21T00:35:08.294" v="123" actId="47"/>
        <pc:sldMkLst>
          <pc:docMk/>
          <pc:sldMk cId="1644373809" sldId="272"/>
        </pc:sldMkLst>
      </pc:sldChg>
      <pc:sldChg chg="delSp modSp new mod">
        <pc:chgData name="Mukesh Mishra" userId="0adacedc-ba21-4683-95db-6edfc1f9e25d" providerId="ADAL" clId="{7CDF4DBF-312B-4B87-A838-82F2B5B4AA36}" dt="2025-08-24T23:09:42.320" v="3598" actId="113"/>
        <pc:sldMkLst>
          <pc:docMk/>
          <pc:sldMk cId="1998336785" sldId="272"/>
        </pc:sldMkLst>
        <pc:spChg chg="mod">
          <ac:chgData name="Mukesh Mishra" userId="0adacedc-ba21-4683-95db-6edfc1f9e25d" providerId="ADAL" clId="{7CDF4DBF-312B-4B87-A838-82F2B5B4AA36}" dt="2025-08-24T23:09:42.320" v="3598" actId="113"/>
          <ac:spMkLst>
            <pc:docMk/>
            <pc:sldMk cId="1998336785" sldId="272"/>
            <ac:spMk id="3" creationId="{2CA54B9E-F3D2-0C13-CF87-A6ED3E290AC1}"/>
          </ac:spMkLst>
        </pc:spChg>
      </pc:sldChg>
      <pc:sldChg chg="addSp delSp modSp new mod">
        <pc:chgData name="Mukesh Mishra" userId="0adacedc-ba21-4683-95db-6edfc1f9e25d" providerId="ADAL" clId="{7CDF4DBF-312B-4B87-A838-82F2B5B4AA36}" dt="2025-08-22T01:35:04.408" v="2325" actId="14100"/>
        <pc:sldMkLst>
          <pc:docMk/>
          <pc:sldMk cId="1755477051" sldId="273"/>
        </pc:sldMkLst>
        <pc:spChg chg="mod">
          <ac:chgData name="Mukesh Mishra" userId="0adacedc-ba21-4683-95db-6edfc1f9e25d" providerId="ADAL" clId="{7CDF4DBF-312B-4B87-A838-82F2B5B4AA36}" dt="2025-08-22T01:12:07.661" v="1264" actId="123"/>
          <ac:spMkLst>
            <pc:docMk/>
            <pc:sldMk cId="1755477051" sldId="273"/>
            <ac:spMk id="2" creationId="{9AFCBFED-23C7-EEE8-C80C-FA76B51FF426}"/>
          </ac:spMkLst>
        </pc:spChg>
        <pc:spChg chg="mod">
          <ac:chgData name="Mukesh Mishra" userId="0adacedc-ba21-4683-95db-6edfc1f9e25d" providerId="ADAL" clId="{7CDF4DBF-312B-4B87-A838-82F2B5B4AA36}" dt="2025-08-22T01:14:28.649" v="1319" actId="14100"/>
          <ac:spMkLst>
            <pc:docMk/>
            <pc:sldMk cId="1755477051" sldId="273"/>
            <ac:spMk id="3" creationId="{1D33DC63-4CBF-AD2F-AF44-46029889DD65}"/>
          </ac:spMkLst>
        </pc:spChg>
        <pc:picChg chg="add mod">
          <ac:chgData name="Mukesh Mishra" userId="0adacedc-ba21-4683-95db-6edfc1f9e25d" providerId="ADAL" clId="{7CDF4DBF-312B-4B87-A838-82F2B5B4AA36}" dt="2025-08-22T01:35:04.408" v="2325" actId="14100"/>
          <ac:picMkLst>
            <pc:docMk/>
            <pc:sldMk cId="1755477051" sldId="273"/>
            <ac:picMk id="6" creationId="{62900CCA-357F-747E-7696-9893AB4F958D}"/>
          </ac:picMkLst>
        </pc:picChg>
      </pc:sldChg>
      <pc:sldChg chg="del">
        <pc:chgData name="Mukesh Mishra" userId="0adacedc-ba21-4683-95db-6edfc1f9e25d" providerId="ADAL" clId="{7CDF4DBF-312B-4B87-A838-82F2B5B4AA36}" dt="2025-08-21T00:35:08.294" v="123" actId="47"/>
        <pc:sldMkLst>
          <pc:docMk/>
          <pc:sldMk cId="3503630816" sldId="273"/>
        </pc:sldMkLst>
      </pc:sldChg>
      <pc:sldChg chg="del">
        <pc:chgData name="Mukesh Mishra" userId="0adacedc-ba21-4683-95db-6edfc1f9e25d" providerId="ADAL" clId="{7CDF4DBF-312B-4B87-A838-82F2B5B4AA36}" dt="2025-08-21T00:35:08.294" v="123" actId="47"/>
        <pc:sldMkLst>
          <pc:docMk/>
          <pc:sldMk cId="1906108400" sldId="274"/>
        </pc:sldMkLst>
      </pc:sldChg>
      <pc:sldChg chg="delSp modSp new mod">
        <pc:chgData name="Mukesh Mishra" userId="0adacedc-ba21-4683-95db-6edfc1f9e25d" providerId="ADAL" clId="{7CDF4DBF-312B-4B87-A838-82F2B5B4AA36}" dt="2025-08-22T01:16:39.254" v="1378" actId="14100"/>
        <pc:sldMkLst>
          <pc:docMk/>
          <pc:sldMk cId="3548860118" sldId="274"/>
        </pc:sldMkLst>
        <pc:spChg chg="mod">
          <ac:chgData name="Mukesh Mishra" userId="0adacedc-ba21-4683-95db-6edfc1f9e25d" providerId="ADAL" clId="{7CDF4DBF-312B-4B87-A838-82F2B5B4AA36}" dt="2025-08-22T01:16:39.254" v="1378" actId="14100"/>
          <ac:spMkLst>
            <pc:docMk/>
            <pc:sldMk cId="3548860118" sldId="274"/>
            <ac:spMk id="3" creationId="{90E8D396-B0F7-162F-1221-2DD214F61796}"/>
          </ac:spMkLst>
        </pc:spChg>
      </pc:sldChg>
      <pc:sldChg chg="modSp new mod">
        <pc:chgData name="Mukesh Mishra" userId="0adacedc-ba21-4683-95db-6edfc1f9e25d" providerId="ADAL" clId="{7CDF4DBF-312B-4B87-A838-82F2B5B4AA36}" dt="2025-08-24T23:10:42.057" v="3605" actId="1076"/>
        <pc:sldMkLst>
          <pc:docMk/>
          <pc:sldMk cId="2450796577" sldId="275"/>
        </pc:sldMkLst>
        <pc:spChg chg="mod">
          <ac:chgData name="Mukesh Mishra" userId="0adacedc-ba21-4683-95db-6edfc1f9e25d" providerId="ADAL" clId="{7CDF4DBF-312B-4B87-A838-82F2B5B4AA36}" dt="2025-08-22T01:19:06.787" v="1390" actId="2711"/>
          <ac:spMkLst>
            <pc:docMk/>
            <pc:sldMk cId="2450796577" sldId="275"/>
            <ac:spMk id="2" creationId="{6C0FD99D-EFC1-29CA-8A0E-17B953608E62}"/>
          </ac:spMkLst>
        </pc:spChg>
        <pc:spChg chg="mod">
          <ac:chgData name="Mukesh Mishra" userId="0adacedc-ba21-4683-95db-6edfc1f9e25d" providerId="ADAL" clId="{7CDF4DBF-312B-4B87-A838-82F2B5B4AA36}" dt="2025-08-24T23:10:42.057" v="3605" actId="1076"/>
          <ac:spMkLst>
            <pc:docMk/>
            <pc:sldMk cId="2450796577" sldId="275"/>
            <ac:spMk id="3" creationId="{E74756D4-3829-EFAA-3822-CF87A364B4C8}"/>
          </ac:spMkLst>
        </pc:spChg>
      </pc:sldChg>
      <pc:sldChg chg="del">
        <pc:chgData name="Mukesh Mishra" userId="0adacedc-ba21-4683-95db-6edfc1f9e25d" providerId="ADAL" clId="{7CDF4DBF-312B-4B87-A838-82F2B5B4AA36}" dt="2025-08-21T00:35:08.294" v="123" actId="47"/>
        <pc:sldMkLst>
          <pc:docMk/>
          <pc:sldMk cId="2744091121" sldId="275"/>
        </pc:sldMkLst>
      </pc:sldChg>
      <pc:sldChg chg="del">
        <pc:chgData name="Mukesh Mishra" userId="0adacedc-ba21-4683-95db-6edfc1f9e25d" providerId="ADAL" clId="{7CDF4DBF-312B-4B87-A838-82F2B5B4AA36}" dt="2025-08-21T00:35:08.294" v="123" actId="47"/>
        <pc:sldMkLst>
          <pc:docMk/>
          <pc:sldMk cId="1466068978" sldId="276"/>
        </pc:sldMkLst>
      </pc:sldChg>
      <pc:sldChg chg="addSp delSp modSp new mod ord">
        <pc:chgData name="Mukesh Mishra" userId="0adacedc-ba21-4683-95db-6edfc1f9e25d" providerId="ADAL" clId="{7CDF4DBF-312B-4B87-A838-82F2B5B4AA36}" dt="2025-08-22T19:40:01.885" v="3582" actId="14100"/>
        <pc:sldMkLst>
          <pc:docMk/>
          <pc:sldMk cId="4211523271" sldId="276"/>
        </pc:sldMkLst>
        <pc:spChg chg="mod">
          <ac:chgData name="Mukesh Mishra" userId="0adacedc-ba21-4683-95db-6edfc1f9e25d" providerId="ADAL" clId="{7CDF4DBF-312B-4B87-A838-82F2B5B4AA36}" dt="2025-08-22T19:39:59.329" v="3581" actId="27636"/>
          <ac:spMkLst>
            <pc:docMk/>
            <pc:sldMk cId="4211523271" sldId="276"/>
            <ac:spMk id="2" creationId="{D21C4DFA-5411-0A42-1F25-C5BA69427A0F}"/>
          </ac:spMkLst>
        </pc:spChg>
        <pc:picChg chg="add mod">
          <ac:chgData name="Mukesh Mishra" userId="0adacedc-ba21-4683-95db-6edfc1f9e25d" providerId="ADAL" clId="{7CDF4DBF-312B-4B87-A838-82F2B5B4AA36}" dt="2025-08-22T19:40:01.885" v="3582" actId="14100"/>
          <ac:picMkLst>
            <pc:docMk/>
            <pc:sldMk cId="4211523271" sldId="276"/>
            <ac:picMk id="5" creationId="{CBF22FB9-AC38-77ED-B99F-89D44497BC34}"/>
          </ac:picMkLst>
        </pc:picChg>
      </pc:sldChg>
      <pc:sldChg chg="del">
        <pc:chgData name="Mukesh Mishra" userId="0adacedc-ba21-4683-95db-6edfc1f9e25d" providerId="ADAL" clId="{7CDF4DBF-312B-4B87-A838-82F2B5B4AA36}" dt="2025-08-21T00:35:08.294" v="123" actId="47"/>
        <pc:sldMkLst>
          <pc:docMk/>
          <pc:sldMk cId="1920831218" sldId="277"/>
        </pc:sldMkLst>
      </pc:sldChg>
      <pc:sldChg chg="addSp delSp modSp new mod">
        <pc:chgData name="Mukesh Mishra" userId="0adacedc-ba21-4683-95db-6edfc1f9e25d" providerId="ADAL" clId="{7CDF4DBF-312B-4B87-A838-82F2B5B4AA36}" dt="2025-08-22T03:11:00.392" v="3532" actId="14734"/>
        <pc:sldMkLst>
          <pc:docMk/>
          <pc:sldMk cId="3423918724" sldId="277"/>
        </pc:sldMkLst>
        <pc:spChg chg="mod">
          <ac:chgData name="Mukesh Mishra" userId="0adacedc-ba21-4683-95db-6edfc1f9e25d" providerId="ADAL" clId="{7CDF4DBF-312B-4B87-A838-82F2B5B4AA36}" dt="2025-08-22T01:46:07.623" v="3233" actId="1076"/>
          <ac:spMkLst>
            <pc:docMk/>
            <pc:sldMk cId="3423918724" sldId="277"/>
            <ac:spMk id="2" creationId="{CDA8A151-1C97-38E4-30BA-909688842DC9}"/>
          </ac:spMkLst>
        </pc:spChg>
        <pc:graphicFrameChg chg="add mod modGraphic">
          <ac:chgData name="Mukesh Mishra" userId="0adacedc-ba21-4683-95db-6edfc1f9e25d" providerId="ADAL" clId="{7CDF4DBF-312B-4B87-A838-82F2B5B4AA36}" dt="2025-08-22T03:11:00.392" v="3532" actId="14734"/>
          <ac:graphicFrameMkLst>
            <pc:docMk/>
            <pc:sldMk cId="3423918724" sldId="277"/>
            <ac:graphicFrameMk id="4" creationId="{FCDF7A70-D057-70C2-D3FF-62CB9001450F}"/>
          </ac:graphicFrameMkLst>
        </pc:graphicFrameChg>
      </pc:sldChg>
      <pc:sldChg chg="del">
        <pc:chgData name="Mukesh Mishra" userId="0adacedc-ba21-4683-95db-6edfc1f9e25d" providerId="ADAL" clId="{7CDF4DBF-312B-4B87-A838-82F2B5B4AA36}" dt="2025-08-21T00:35:08.294" v="123" actId="47"/>
        <pc:sldMkLst>
          <pc:docMk/>
          <pc:sldMk cId="1783476516" sldId="278"/>
        </pc:sldMkLst>
      </pc:sldChg>
      <pc:sldChg chg="addSp delSp new del mod ord">
        <pc:chgData name="Mukesh Mishra" userId="0adacedc-ba21-4683-95db-6edfc1f9e25d" providerId="ADAL" clId="{7CDF4DBF-312B-4B87-A838-82F2B5B4AA36}" dt="2025-08-24T23:09:32.068" v="3597" actId="2696"/>
        <pc:sldMkLst>
          <pc:docMk/>
          <pc:sldMk cId="3272052735" sldId="278"/>
        </pc:sldMkLst>
        <pc:graphicFrameChg chg="add">
          <ac:chgData name="Mukesh Mishra" userId="0adacedc-ba21-4683-95db-6edfc1f9e25d" providerId="ADAL" clId="{7CDF4DBF-312B-4B87-A838-82F2B5B4AA36}" dt="2025-08-22T02:28:09.461" v="3512"/>
          <ac:graphicFrameMkLst>
            <pc:docMk/>
            <pc:sldMk cId="3272052735" sldId="278"/>
            <ac:graphicFrameMk id="4" creationId="{82750CFA-EDA3-CD1F-F753-2CB7422934BF}"/>
          </ac:graphicFrameMkLst>
        </pc:graphicFrameChg>
      </pc:sldChg>
      <pc:sldChg chg="addSp delSp modSp new del mod">
        <pc:chgData name="Mukesh Mishra" userId="0adacedc-ba21-4683-95db-6edfc1f9e25d" providerId="ADAL" clId="{7CDF4DBF-312B-4B87-A838-82F2B5B4AA36}" dt="2025-08-24T23:09:56.430" v="3599" actId="2696"/>
        <pc:sldMkLst>
          <pc:docMk/>
          <pc:sldMk cId="801507479" sldId="279"/>
        </pc:sldMkLst>
        <pc:graphicFrameChg chg="add mod">
          <ac:chgData name="Mukesh Mishra" userId="0adacedc-ba21-4683-95db-6edfc1f9e25d" providerId="ADAL" clId="{7CDF4DBF-312B-4B87-A838-82F2B5B4AA36}" dt="2025-08-22T21:00:39.925" v="3592" actId="14100"/>
          <ac:graphicFrameMkLst>
            <pc:docMk/>
            <pc:sldMk cId="801507479" sldId="279"/>
            <ac:graphicFrameMk id="4" creationId="{3C0883BE-BC0C-26CC-0AF2-04A47B23834F}"/>
          </ac:graphicFrameMkLst>
        </pc:graphicFrameChg>
        <pc:picChg chg="add mod">
          <ac:chgData name="Mukesh Mishra" userId="0adacedc-ba21-4683-95db-6edfc1f9e25d" providerId="ADAL" clId="{7CDF4DBF-312B-4B87-A838-82F2B5B4AA36}" dt="2025-08-22T02:48:42.411" v="3523" actId="14100"/>
          <ac:picMkLst>
            <pc:docMk/>
            <pc:sldMk cId="801507479" sldId="279"/>
            <ac:picMk id="6" creationId="{944ECD4B-29A6-E9C8-B5C7-5651F5184D66}"/>
          </ac:picMkLst>
        </pc:picChg>
      </pc:sldChg>
      <pc:sldChg chg="del">
        <pc:chgData name="Mukesh Mishra" userId="0adacedc-ba21-4683-95db-6edfc1f9e25d" providerId="ADAL" clId="{7CDF4DBF-312B-4B87-A838-82F2B5B4AA36}" dt="2025-08-21T00:35:08.294" v="123" actId="47"/>
        <pc:sldMkLst>
          <pc:docMk/>
          <pc:sldMk cId="3181950253" sldId="279"/>
        </pc:sldMkLst>
      </pc:sldChg>
      <pc:sldChg chg="addSp delSp modSp new del mod">
        <pc:chgData name="Mukesh Mishra" userId="0adacedc-ba21-4683-95db-6edfc1f9e25d" providerId="ADAL" clId="{7CDF4DBF-312B-4B87-A838-82F2B5B4AA36}" dt="2025-08-24T23:10:08.524" v="3600" actId="2696"/>
        <pc:sldMkLst>
          <pc:docMk/>
          <pc:sldMk cId="684770214" sldId="280"/>
        </pc:sldMkLst>
        <pc:graphicFrameChg chg="add mod">
          <ac:chgData name="Mukesh Mishra" userId="0adacedc-ba21-4683-95db-6edfc1f9e25d" providerId="ADAL" clId="{7CDF4DBF-312B-4B87-A838-82F2B5B4AA36}" dt="2025-08-22T21:24:07.587" v="3594" actId="14100"/>
          <ac:graphicFrameMkLst>
            <pc:docMk/>
            <pc:sldMk cId="684770214" sldId="280"/>
            <ac:graphicFrameMk id="4" creationId="{B29A6366-2D96-05A9-B440-B8CDF9B27C2F}"/>
          </ac:graphicFrameMkLst>
        </pc:graphicFrameChg>
      </pc:sldChg>
      <pc:sldChg chg="addSp delSp modSp new del mod">
        <pc:chgData name="Mukesh Mishra" userId="0adacedc-ba21-4683-95db-6edfc1f9e25d" providerId="ADAL" clId="{7CDF4DBF-312B-4B87-A838-82F2B5B4AA36}" dt="2025-08-24T23:10:23.704" v="3601" actId="2696"/>
        <pc:sldMkLst>
          <pc:docMk/>
          <pc:sldMk cId="10577204" sldId="281"/>
        </pc:sldMkLst>
        <pc:graphicFrameChg chg="add mod">
          <ac:chgData name="Mukesh Mishra" userId="0adacedc-ba21-4683-95db-6edfc1f9e25d" providerId="ADAL" clId="{7CDF4DBF-312B-4B87-A838-82F2B5B4AA36}" dt="2025-08-22T22:26:21.943" v="3595" actId="14100"/>
          <ac:graphicFrameMkLst>
            <pc:docMk/>
            <pc:sldMk cId="10577204" sldId="281"/>
            <ac:graphicFrameMk id="4" creationId="{2612504E-E9DE-CC65-20F1-76FF3AD1C871}"/>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19.svg"/></Relationships>
</file>

<file path=ppt/diagrams/_rels/data5.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svg"/></Relationships>
</file>

<file path=ppt/diagrams/_rels/data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image" Target="../media/image20.svg"/></Relationships>
</file>

<file path=ppt/diagrams/_rels/drawing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4BB3E0-8A66-42B2-A071-BA10B99D298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BD5A5E4-1485-4A23-9630-44BF1331AECE}">
      <dgm:prSet custT="1"/>
      <dgm:spPr/>
      <dgm:t>
        <a:bodyPr/>
        <a:lstStyle/>
        <a:p>
          <a:pPr>
            <a:lnSpc>
              <a:spcPct val="100000"/>
            </a:lnSpc>
          </a:pPr>
          <a:r>
            <a:rPr lang="en-US" sz="1200" b="1"/>
            <a:t>Makes data understandable: </a:t>
          </a:r>
          <a:r>
            <a:rPr lang="en-US" sz="1200"/>
            <a:t>turns raw numbers into visuals people can quickly grasp.</a:t>
          </a:r>
        </a:p>
      </dgm:t>
    </dgm:pt>
    <dgm:pt modelId="{7539CB1D-21D7-456E-BC9F-FA7D9EE63DB3}" type="parTrans" cxnId="{D737A980-8561-4DC6-B135-AE3BE6E9EBA3}">
      <dgm:prSet/>
      <dgm:spPr/>
      <dgm:t>
        <a:bodyPr/>
        <a:lstStyle/>
        <a:p>
          <a:endParaRPr lang="en-US"/>
        </a:p>
      </dgm:t>
    </dgm:pt>
    <dgm:pt modelId="{73B32E67-9F85-4FF6-BCF1-0F0D8F8D4025}" type="sibTrans" cxnId="{D737A980-8561-4DC6-B135-AE3BE6E9EBA3}">
      <dgm:prSet/>
      <dgm:spPr/>
      <dgm:t>
        <a:bodyPr/>
        <a:lstStyle/>
        <a:p>
          <a:endParaRPr lang="en-US"/>
        </a:p>
      </dgm:t>
    </dgm:pt>
    <dgm:pt modelId="{25FEF7ED-4912-4C9F-A1B4-6D958D1C5DB5}">
      <dgm:prSet custT="1"/>
      <dgm:spPr/>
      <dgm:t>
        <a:bodyPr/>
        <a:lstStyle/>
        <a:p>
          <a:pPr>
            <a:lnSpc>
              <a:spcPct val="100000"/>
            </a:lnSpc>
          </a:pPr>
          <a:r>
            <a:rPr lang="en-US" sz="1200" b="1"/>
            <a:t>Reveals hidden insights: </a:t>
          </a:r>
          <a:r>
            <a:rPr lang="en-US" sz="1200"/>
            <a:t>patterns, trends, and relationships emerge that tables alone can’t show.</a:t>
          </a:r>
        </a:p>
      </dgm:t>
    </dgm:pt>
    <dgm:pt modelId="{FFA41D36-8D0A-49D5-9B8A-592220E63E99}" type="parTrans" cxnId="{84DA2B4F-C31D-4943-855A-58AA03935774}">
      <dgm:prSet/>
      <dgm:spPr/>
      <dgm:t>
        <a:bodyPr/>
        <a:lstStyle/>
        <a:p>
          <a:endParaRPr lang="en-US"/>
        </a:p>
      </dgm:t>
    </dgm:pt>
    <dgm:pt modelId="{48E85920-761F-4E7E-86AE-530D60C9214F}" type="sibTrans" cxnId="{84DA2B4F-C31D-4943-855A-58AA03935774}">
      <dgm:prSet/>
      <dgm:spPr/>
      <dgm:t>
        <a:bodyPr/>
        <a:lstStyle/>
        <a:p>
          <a:endParaRPr lang="en-US"/>
        </a:p>
      </dgm:t>
    </dgm:pt>
    <dgm:pt modelId="{FB75813C-80EC-4BE8-9122-E93C70FA14DE}">
      <dgm:prSet custT="1"/>
      <dgm:spPr/>
      <dgm:t>
        <a:bodyPr/>
        <a:lstStyle/>
        <a:p>
          <a:pPr>
            <a:lnSpc>
              <a:spcPct val="100000"/>
            </a:lnSpc>
          </a:pPr>
          <a:r>
            <a:rPr lang="en-US" sz="1200" b="1"/>
            <a:t>Clear communication is the goal: </a:t>
          </a:r>
          <a:r>
            <a:rPr lang="en-US" sz="1200"/>
            <a:t>visuals should make the message obvious without confusion.</a:t>
          </a:r>
        </a:p>
      </dgm:t>
    </dgm:pt>
    <dgm:pt modelId="{98A58D6B-B15A-43C9-B213-AE207249772B}" type="parTrans" cxnId="{BFA0A7F8-1338-498C-AB86-732344718D63}">
      <dgm:prSet/>
      <dgm:spPr/>
      <dgm:t>
        <a:bodyPr/>
        <a:lstStyle/>
        <a:p>
          <a:endParaRPr lang="en-US"/>
        </a:p>
      </dgm:t>
    </dgm:pt>
    <dgm:pt modelId="{3DF4F2F1-BBE4-4CEF-A354-46415C26C1CF}" type="sibTrans" cxnId="{BFA0A7F8-1338-498C-AB86-732344718D63}">
      <dgm:prSet/>
      <dgm:spPr/>
      <dgm:t>
        <a:bodyPr/>
        <a:lstStyle/>
        <a:p>
          <a:endParaRPr lang="en-US"/>
        </a:p>
      </dgm:t>
    </dgm:pt>
    <dgm:pt modelId="{2869A791-9E22-4E8A-A232-2A2968EE8E66}">
      <dgm:prSet custT="1"/>
      <dgm:spPr/>
      <dgm:t>
        <a:bodyPr/>
        <a:lstStyle/>
        <a:p>
          <a:pPr>
            <a:lnSpc>
              <a:spcPct val="100000"/>
            </a:lnSpc>
          </a:pPr>
          <a:r>
            <a:rPr lang="en-US" sz="1200" b="1" dirty="0"/>
            <a:t>Balance form and function: </a:t>
          </a:r>
          <a:r>
            <a:rPr lang="en-US" sz="1200" dirty="0"/>
            <a:t>attractive visuals are good, but clarity must always come first.</a:t>
          </a:r>
        </a:p>
      </dgm:t>
    </dgm:pt>
    <dgm:pt modelId="{0634F579-EBAE-41BC-9063-56443B1D4573}" type="parTrans" cxnId="{932F117E-F0E2-4467-AEE2-951F88B6BC9D}">
      <dgm:prSet/>
      <dgm:spPr/>
      <dgm:t>
        <a:bodyPr/>
        <a:lstStyle/>
        <a:p>
          <a:endParaRPr lang="en-US"/>
        </a:p>
      </dgm:t>
    </dgm:pt>
    <dgm:pt modelId="{99A5D519-D3E1-4B9B-99F9-EE2D6CC2C8A0}" type="sibTrans" cxnId="{932F117E-F0E2-4467-AEE2-951F88B6BC9D}">
      <dgm:prSet/>
      <dgm:spPr/>
      <dgm:t>
        <a:bodyPr/>
        <a:lstStyle/>
        <a:p>
          <a:endParaRPr lang="en-US"/>
        </a:p>
      </dgm:t>
    </dgm:pt>
    <dgm:pt modelId="{A1846EFD-2F4B-4C30-9F59-96A42813F307}">
      <dgm:prSet custT="1"/>
      <dgm:spPr/>
      <dgm:t>
        <a:bodyPr/>
        <a:lstStyle/>
        <a:p>
          <a:pPr>
            <a:lnSpc>
              <a:spcPct val="100000"/>
            </a:lnSpc>
          </a:pPr>
          <a:r>
            <a:rPr lang="en-US" sz="1200" b="1"/>
            <a:t>Data is like oil: </a:t>
          </a:r>
          <a:r>
            <a:rPr lang="en-US" sz="1200"/>
            <a:t>raw data has little value until processed and refined.</a:t>
          </a:r>
        </a:p>
      </dgm:t>
    </dgm:pt>
    <dgm:pt modelId="{3D41ACEE-4E81-4E4C-9981-F0D1753427C4}" type="parTrans" cxnId="{58CA2F56-962E-4C4C-82DE-A7D9EF380421}">
      <dgm:prSet/>
      <dgm:spPr/>
      <dgm:t>
        <a:bodyPr/>
        <a:lstStyle/>
        <a:p>
          <a:endParaRPr lang="en-US"/>
        </a:p>
      </dgm:t>
    </dgm:pt>
    <dgm:pt modelId="{012D7C03-B1A9-4A60-9098-053EF82DFCE8}" type="sibTrans" cxnId="{58CA2F56-962E-4C4C-82DE-A7D9EF380421}">
      <dgm:prSet/>
      <dgm:spPr/>
      <dgm:t>
        <a:bodyPr/>
        <a:lstStyle/>
        <a:p>
          <a:endParaRPr lang="en-US"/>
        </a:p>
      </dgm:t>
    </dgm:pt>
    <dgm:pt modelId="{01AE7359-D2D1-4B2E-865C-9689743B58B9}">
      <dgm:prSet custT="1"/>
      <dgm:spPr/>
      <dgm:t>
        <a:bodyPr/>
        <a:lstStyle/>
        <a:p>
          <a:pPr>
            <a:lnSpc>
              <a:spcPct val="100000"/>
            </a:lnSpc>
          </a:pPr>
          <a:r>
            <a:rPr lang="en-US" sz="1200" b="1"/>
            <a:t>Visualization refines data: </a:t>
          </a:r>
          <a:r>
            <a:rPr lang="en-US" sz="1200"/>
            <a:t>helps transform complex datasets into actionable insights.</a:t>
          </a:r>
        </a:p>
      </dgm:t>
    </dgm:pt>
    <dgm:pt modelId="{0579BD92-3813-4CD2-8C54-78B351B7F489}" type="parTrans" cxnId="{C1B81EC7-991B-41AC-9719-EA1167114184}">
      <dgm:prSet/>
      <dgm:spPr/>
      <dgm:t>
        <a:bodyPr/>
        <a:lstStyle/>
        <a:p>
          <a:endParaRPr lang="en-US"/>
        </a:p>
      </dgm:t>
    </dgm:pt>
    <dgm:pt modelId="{72AC64E1-4C18-433A-BF0B-383D075DDE11}" type="sibTrans" cxnId="{C1B81EC7-991B-41AC-9719-EA1167114184}">
      <dgm:prSet/>
      <dgm:spPr/>
      <dgm:t>
        <a:bodyPr/>
        <a:lstStyle/>
        <a:p>
          <a:endParaRPr lang="en-US"/>
        </a:p>
      </dgm:t>
    </dgm:pt>
    <dgm:pt modelId="{4633DE45-6838-4143-8578-9C3420C344AF}">
      <dgm:prSet custT="1"/>
      <dgm:spPr/>
      <dgm:t>
        <a:bodyPr/>
        <a:lstStyle/>
        <a:p>
          <a:pPr>
            <a:lnSpc>
              <a:spcPct val="100000"/>
            </a:lnSpc>
          </a:pPr>
          <a:r>
            <a:rPr lang="en-US" sz="1200" b="1"/>
            <a:t>Interactive visuals matter: </a:t>
          </a:r>
          <a:r>
            <a:rPr lang="en-US" sz="1200"/>
            <a:t>allow non-experts to explore and discover insights themselves.</a:t>
          </a:r>
        </a:p>
      </dgm:t>
    </dgm:pt>
    <dgm:pt modelId="{9B7258C2-9E05-41A4-A0F5-75B0B5DDBA81}" type="parTrans" cxnId="{60875D25-CDCD-4E09-A5DC-72FC346EAD8E}">
      <dgm:prSet/>
      <dgm:spPr/>
      <dgm:t>
        <a:bodyPr/>
        <a:lstStyle/>
        <a:p>
          <a:endParaRPr lang="en-US"/>
        </a:p>
      </dgm:t>
    </dgm:pt>
    <dgm:pt modelId="{4B5A9326-FDC2-4FD4-BC45-D7EF96F2FA8E}" type="sibTrans" cxnId="{60875D25-CDCD-4E09-A5DC-72FC346EAD8E}">
      <dgm:prSet/>
      <dgm:spPr/>
      <dgm:t>
        <a:bodyPr/>
        <a:lstStyle/>
        <a:p>
          <a:endParaRPr lang="en-US"/>
        </a:p>
      </dgm:t>
    </dgm:pt>
    <dgm:pt modelId="{B7A3B013-C16B-44F9-84DF-57F1FE402EAD}" type="pres">
      <dgm:prSet presAssocID="{214BB3E0-8A66-42B2-A071-BA10B99D298D}" presName="root" presStyleCnt="0">
        <dgm:presLayoutVars>
          <dgm:dir/>
          <dgm:resizeHandles val="exact"/>
        </dgm:presLayoutVars>
      </dgm:prSet>
      <dgm:spPr/>
    </dgm:pt>
    <dgm:pt modelId="{E3A424B2-386E-461A-979B-6027A96508B2}" type="pres">
      <dgm:prSet presAssocID="{ABD5A5E4-1485-4A23-9630-44BF1331AECE}" presName="compNode" presStyleCnt="0"/>
      <dgm:spPr/>
    </dgm:pt>
    <dgm:pt modelId="{FA540C6D-6439-4F19-BF6F-6ED86F1C8344}" type="pres">
      <dgm:prSet presAssocID="{ABD5A5E4-1485-4A23-9630-44BF1331AECE}"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atistics"/>
        </a:ext>
      </dgm:extLst>
    </dgm:pt>
    <dgm:pt modelId="{B3BDC658-4D5B-4867-B85E-421CB09870C5}" type="pres">
      <dgm:prSet presAssocID="{ABD5A5E4-1485-4A23-9630-44BF1331AECE}" presName="spaceRect" presStyleCnt="0"/>
      <dgm:spPr/>
    </dgm:pt>
    <dgm:pt modelId="{965C26EF-B9CA-40BF-BC82-D9C5026E7B8B}" type="pres">
      <dgm:prSet presAssocID="{ABD5A5E4-1485-4A23-9630-44BF1331AECE}" presName="textRect" presStyleLbl="revTx" presStyleIdx="0" presStyleCnt="7">
        <dgm:presLayoutVars>
          <dgm:chMax val="1"/>
          <dgm:chPref val="1"/>
        </dgm:presLayoutVars>
      </dgm:prSet>
      <dgm:spPr/>
    </dgm:pt>
    <dgm:pt modelId="{C3495090-2AD2-4CDF-81B2-CE69CCABFDB7}" type="pres">
      <dgm:prSet presAssocID="{73B32E67-9F85-4FF6-BCF1-0F0D8F8D4025}" presName="sibTrans" presStyleCnt="0"/>
      <dgm:spPr/>
    </dgm:pt>
    <dgm:pt modelId="{C343AF3C-2CB8-490A-938C-ECCBD41C80D3}" type="pres">
      <dgm:prSet presAssocID="{25FEF7ED-4912-4C9F-A1B4-6D958D1C5DB5}" presName="compNode" presStyleCnt="0"/>
      <dgm:spPr/>
    </dgm:pt>
    <dgm:pt modelId="{D6896A8D-BB45-452F-A6F0-59077B3E2371}" type="pres">
      <dgm:prSet presAssocID="{25FEF7ED-4912-4C9F-A1B4-6D958D1C5DB5}"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ce"/>
        </a:ext>
      </dgm:extLst>
    </dgm:pt>
    <dgm:pt modelId="{2C3880AD-4380-4BE4-B1BE-0A23183C9A46}" type="pres">
      <dgm:prSet presAssocID="{25FEF7ED-4912-4C9F-A1B4-6D958D1C5DB5}" presName="spaceRect" presStyleCnt="0"/>
      <dgm:spPr/>
    </dgm:pt>
    <dgm:pt modelId="{DB73AEF2-6664-4E1C-A81C-985ABBDD38BF}" type="pres">
      <dgm:prSet presAssocID="{25FEF7ED-4912-4C9F-A1B4-6D958D1C5DB5}" presName="textRect" presStyleLbl="revTx" presStyleIdx="1" presStyleCnt="7">
        <dgm:presLayoutVars>
          <dgm:chMax val="1"/>
          <dgm:chPref val="1"/>
        </dgm:presLayoutVars>
      </dgm:prSet>
      <dgm:spPr/>
    </dgm:pt>
    <dgm:pt modelId="{433BAAFB-CFB9-44E1-848F-D6CAFA5DFC9C}" type="pres">
      <dgm:prSet presAssocID="{48E85920-761F-4E7E-86AE-530D60C9214F}" presName="sibTrans" presStyleCnt="0"/>
      <dgm:spPr/>
    </dgm:pt>
    <dgm:pt modelId="{1D1178F0-6AA4-44B0-B862-70334EA42E03}" type="pres">
      <dgm:prSet presAssocID="{FB75813C-80EC-4BE8-9122-E93C70FA14DE}" presName="compNode" presStyleCnt="0"/>
      <dgm:spPr/>
    </dgm:pt>
    <dgm:pt modelId="{4F43172D-5007-4E94-84B0-1F2149D07AC9}" type="pres">
      <dgm:prSet presAssocID="{FB75813C-80EC-4BE8-9122-E93C70FA14DE}"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ubtitles"/>
        </a:ext>
      </dgm:extLst>
    </dgm:pt>
    <dgm:pt modelId="{8194BFF1-66F6-4817-8EDB-1B7446835D0B}" type="pres">
      <dgm:prSet presAssocID="{FB75813C-80EC-4BE8-9122-E93C70FA14DE}" presName="spaceRect" presStyleCnt="0"/>
      <dgm:spPr/>
    </dgm:pt>
    <dgm:pt modelId="{EF9E7AA4-B6F0-45A1-B8B7-1C9803558702}" type="pres">
      <dgm:prSet presAssocID="{FB75813C-80EC-4BE8-9122-E93C70FA14DE}" presName="textRect" presStyleLbl="revTx" presStyleIdx="2" presStyleCnt="7">
        <dgm:presLayoutVars>
          <dgm:chMax val="1"/>
          <dgm:chPref val="1"/>
        </dgm:presLayoutVars>
      </dgm:prSet>
      <dgm:spPr/>
    </dgm:pt>
    <dgm:pt modelId="{DCA39D7C-F783-4F8D-B6DD-6D4E62512F76}" type="pres">
      <dgm:prSet presAssocID="{3DF4F2F1-BBE4-4CEF-A354-46415C26C1CF}" presName="sibTrans" presStyleCnt="0"/>
      <dgm:spPr/>
    </dgm:pt>
    <dgm:pt modelId="{924A700C-7599-4C9B-AA0C-7199D723CFB1}" type="pres">
      <dgm:prSet presAssocID="{2869A791-9E22-4E8A-A232-2A2968EE8E66}" presName="compNode" presStyleCnt="0"/>
      <dgm:spPr/>
    </dgm:pt>
    <dgm:pt modelId="{DCE9B5D0-F8FC-4AF0-9129-79AFC432FD30}" type="pres">
      <dgm:prSet presAssocID="{2869A791-9E22-4E8A-A232-2A2968EE8E66}"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yes"/>
        </a:ext>
      </dgm:extLst>
    </dgm:pt>
    <dgm:pt modelId="{77EEE602-1EF1-44C6-AC29-15F612291912}" type="pres">
      <dgm:prSet presAssocID="{2869A791-9E22-4E8A-A232-2A2968EE8E66}" presName="spaceRect" presStyleCnt="0"/>
      <dgm:spPr/>
    </dgm:pt>
    <dgm:pt modelId="{AADF1BDA-055E-457E-B0E8-082237724E45}" type="pres">
      <dgm:prSet presAssocID="{2869A791-9E22-4E8A-A232-2A2968EE8E66}" presName="textRect" presStyleLbl="revTx" presStyleIdx="3" presStyleCnt="7">
        <dgm:presLayoutVars>
          <dgm:chMax val="1"/>
          <dgm:chPref val="1"/>
        </dgm:presLayoutVars>
      </dgm:prSet>
      <dgm:spPr/>
    </dgm:pt>
    <dgm:pt modelId="{5AB1871E-CF71-4EB6-A988-1D406519AFD3}" type="pres">
      <dgm:prSet presAssocID="{99A5D519-D3E1-4B9B-99F9-EE2D6CC2C8A0}" presName="sibTrans" presStyleCnt="0"/>
      <dgm:spPr/>
    </dgm:pt>
    <dgm:pt modelId="{DE1F511A-993C-43B0-8C1B-7102E87A4944}" type="pres">
      <dgm:prSet presAssocID="{A1846EFD-2F4B-4C30-9F59-96A42813F307}" presName="compNode" presStyleCnt="0"/>
      <dgm:spPr/>
    </dgm:pt>
    <dgm:pt modelId="{D22610B9-5628-46EB-A534-967E572BF12C}" type="pres">
      <dgm:prSet presAssocID="{A1846EFD-2F4B-4C30-9F59-96A42813F307}"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64B8AAAD-7870-4F84-9ADF-066C682C09A2}" type="pres">
      <dgm:prSet presAssocID="{A1846EFD-2F4B-4C30-9F59-96A42813F307}" presName="spaceRect" presStyleCnt="0"/>
      <dgm:spPr/>
    </dgm:pt>
    <dgm:pt modelId="{D97CFCFF-1879-4235-B1A8-A371C9276D8D}" type="pres">
      <dgm:prSet presAssocID="{A1846EFD-2F4B-4C30-9F59-96A42813F307}" presName="textRect" presStyleLbl="revTx" presStyleIdx="4" presStyleCnt="7">
        <dgm:presLayoutVars>
          <dgm:chMax val="1"/>
          <dgm:chPref val="1"/>
        </dgm:presLayoutVars>
      </dgm:prSet>
      <dgm:spPr/>
    </dgm:pt>
    <dgm:pt modelId="{C0767CBE-67E6-4001-8781-43047E34649C}" type="pres">
      <dgm:prSet presAssocID="{012D7C03-B1A9-4A60-9098-053EF82DFCE8}" presName="sibTrans" presStyleCnt="0"/>
      <dgm:spPr/>
    </dgm:pt>
    <dgm:pt modelId="{48DF55D5-CA4B-46AD-8B1E-993D655DED54}" type="pres">
      <dgm:prSet presAssocID="{01AE7359-D2D1-4B2E-865C-9689743B58B9}" presName="compNode" presStyleCnt="0"/>
      <dgm:spPr/>
    </dgm:pt>
    <dgm:pt modelId="{C943823D-D1C9-4430-8A22-3E8EBAD1CDAA}" type="pres">
      <dgm:prSet presAssocID="{01AE7359-D2D1-4B2E-865C-9689743B58B9}"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5ED02DB3-1E5B-4D2E-BB83-52B36359C897}" type="pres">
      <dgm:prSet presAssocID="{01AE7359-D2D1-4B2E-865C-9689743B58B9}" presName="spaceRect" presStyleCnt="0"/>
      <dgm:spPr/>
    </dgm:pt>
    <dgm:pt modelId="{DBDBABBF-7A48-4C19-8C89-DC288CB52E14}" type="pres">
      <dgm:prSet presAssocID="{01AE7359-D2D1-4B2E-865C-9689743B58B9}" presName="textRect" presStyleLbl="revTx" presStyleIdx="5" presStyleCnt="7">
        <dgm:presLayoutVars>
          <dgm:chMax val="1"/>
          <dgm:chPref val="1"/>
        </dgm:presLayoutVars>
      </dgm:prSet>
      <dgm:spPr/>
    </dgm:pt>
    <dgm:pt modelId="{64303CB7-1EA7-47F8-99AA-FD652C423135}" type="pres">
      <dgm:prSet presAssocID="{72AC64E1-4C18-433A-BF0B-383D075DDE11}" presName="sibTrans" presStyleCnt="0"/>
      <dgm:spPr/>
    </dgm:pt>
    <dgm:pt modelId="{E28AEDD7-4E14-4CBA-96B1-C866F36EC235}" type="pres">
      <dgm:prSet presAssocID="{4633DE45-6838-4143-8578-9C3420C344AF}" presName="compNode" presStyleCnt="0"/>
      <dgm:spPr/>
    </dgm:pt>
    <dgm:pt modelId="{000C393C-C914-4B8C-B39A-03FBE47F8A8E}" type="pres">
      <dgm:prSet presAssocID="{4633DE45-6838-4143-8578-9C3420C344AF}"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Binoculars"/>
        </a:ext>
      </dgm:extLst>
    </dgm:pt>
    <dgm:pt modelId="{E5D9920F-AA54-4346-9CC6-BACDCEA59179}" type="pres">
      <dgm:prSet presAssocID="{4633DE45-6838-4143-8578-9C3420C344AF}" presName="spaceRect" presStyleCnt="0"/>
      <dgm:spPr/>
    </dgm:pt>
    <dgm:pt modelId="{5F284E4D-A26C-4CE9-94A7-2E6FF30B3045}" type="pres">
      <dgm:prSet presAssocID="{4633DE45-6838-4143-8578-9C3420C344AF}" presName="textRect" presStyleLbl="revTx" presStyleIdx="6" presStyleCnt="7">
        <dgm:presLayoutVars>
          <dgm:chMax val="1"/>
          <dgm:chPref val="1"/>
        </dgm:presLayoutVars>
      </dgm:prSet>
      <dgm:spPr/>
    </dgm:pt>
  </dgm:ptLst>
  <dgm:cxnLst>
    <dgm:cxn modelId="{7DDF1016-CAF1-4020-8BD4-138D63D42632}" type="presOf" srcId="{25FEF7ED-4912-4C9F-A1B4-6D958D1C5DB5}" destId="{DB73AEF2-6664-4E1C-A81C-985ABBDD38BF}" srcOrd="0" destOrd="0" presId="urn:microsoft.com/office/officeart/2018/2/layout/IconLabelList"/>
    <dgm:cxn modelId="{60875D25-CDCD-4E09-A5DC-72FC346EAD8E}" srcId="{214BB3E0-8A66-42B2-A071-BA10B99D298D}" destId="{4633DE45-6838-4143-8578-9C3420C344AF}" srcOrd="6" destOrd="0" parTransId="{9B7258C2-9E05-41A4-A0F5-75B0B5DDBA81}" sibTransId="{4B5A9326-FDC2-4FD4-BC45-D7EF96F2FA8E}"/>
    <dgm:cxn modelId="{692E7239-57F9-4691-B26E-75D67C4220C8}" type="presOf" srcId="{214BB3E0-8A66-42B2-A071-BA10B99D298D}" destId="{B7A3B013-C16B-44F9-84DF-57F1FE402EAD}" srcOrd="0" destOrd="0" presId="urn:microsoft.com/office/officeart/2018/2/layout/IconLabelList"/>
    <dgm:cxn modelId="{E6065A4E-4A6F-4AA8-8A26-8AAEC132F5FB}" type="presOf" srcId="{2869A791-9E22-4E8A-A232-2A2968EE8E66}" destId="{AADF1BDA-055E-457E-B0E8-082237724E45}" srcOrd="0" destOrd="0" presId="urn:microsoft.com/office/officeart/2018/2/layout/IconLabelList"/>
    <dgm:cxn modelId="{84DA2B4F-C31D-4943-855A-58AA03935774}" srcId="{214BB3E0-8A66-42B2-A071-BA10B99D298D}" destId="{25FEF7ED-4912-4C9F-A1B4-6D958D1C5DB5}" srcOrd="1" destOrd="0" parTransId="{FFA41D36-8D0A-49D5-9B8A-592220E63E99}" sibTransId="{48E85920-761F-4E7E-86AE-530D60C9214F}"/>
    <dgm:cxn modelId="{58CA2F56-962E-4C4C-82DE-A7D9EF380421}" srcId="{214BB3E0-8A66-42B2-A071-BA10B99D298D}" destId="{A1846EFD-2F4B-4C30-9F59-96A42813F307}" srcOrd="4" destOrd="0" parTransId="{3D41ACEE-4E81-4E4C-9981-F0D1753427C4}" sibTransId="{012D7C03-B1A9-4A60-9098-053EF82DFCE8}"/>
    <dgm:cxn modelId="{0245A35A-D109-4DA9-8CF8-013F22D22310}" type="presOf" srcId="{FB75813C-80EC-4BE8-9122-E93C70FA14DE}" destId="{EF9E7AA4-B6F0-45A1-B8B7-1C9803558702}" srcOrd="0" destOrd="0" presId="urn:microsoft.com/office/officeart/2018/2/layout/IconLabelList"/>
    <dgm:cxn modelId="{932F117E-F0E2-4467-AEE2-951F88B6BC9D}" srcId="{214BB3E0-8A66-42B2-A071-BA10B99D298D}" destId="{2869A791-9E22-4E8A-A232-2A2968EE8E66}" srcOrd="3" destOrd="0" parTransId="{0634F579-EBAE-41BC-9063-56443B1D4573}" sibTransId="{99A5D519-D3E1-4B9B-99F9-EE2D6CC2C8A0}"/>
    <dgm:cxn modelId="{D737A980-8561-4DC6-B135-AE3BE6E9EBA3}" srcId="{214BB3E0-8A66-42B2-A071-BA10B99D298D}" destId="{ABD5A5E4-1485-4A23-9630-44BF1331AECE}" srcOrd="0" destOrd="0" parTransId="{7539CB1D-21D7-456E-BC9F-FA7D9EE63DB3}" sibTransId="{73B32E67-9F85-4FF6-BCF1-0F0D8F8D4025}"/>
    <dgm:cxn modelId="{AC2AC08D-B676-461E-8554-B0A93751E725}" type="presOf" srcId="{01AE7359-D2D1-4B2E-865C-9689743B58B9}" destId="{DBDBABBF-7A48-4C19-8C89-DC288CB52E14}" srcOrd="0" destOrd="0" presId="urn:microsoft.com/office/officeart/2018/2/layout/IconLabelList"/>
    <dgm:cxn modelId="{F6A7D396-BE12-4916-80D5-5BAAC2C27FC1}" type="presOf" srcId="{4633DE45-6838-4143-8578-9C3420C344AF}" destId="{5F284E4D-A26C-4CE9-94A7-2E6FF30B3045}" srcOrd="0" destOrd="0" presId="urn:microsoft.com/office/officeart/2018/2/layout/IconLabelList"/>
    <dgm:cxn modelId="{D3FE7999-947D-461B-8649-F680437D5E30}" type="presOf" srcId="{ABD5A5E4-1485-4A23-9630-44BF1331AECE}" destId="{965C26EF-B9CA-40BF-BC82-D9C5026E7B8B}" srcOrd="0" destOrd="0" presId="urn:microsoft.com/office/officeart/2018/2/layout/IconLabelList"/>
    <dgm:cxn modelId="{1600C8B7-8FD9-42B9-8669-7705305780C0}" type="presOf" srcId="{A1846EFD-2F4B-4C30-9F59-96A42813F307}" destId="{D97CFCFF-1879-4235-B1A8-A371C9276D8D}" srcOrd="0" destOrd="0" presId="urn:microsoft.com/office/officeart/2018/2/layout/IconLabelList"/>
    <dgm:cxn modelId="{C1B81EC7-991B-41AC-9719-EA1167114184}" srcId="{214BB3E0-8A66-42B2-A071-BA10B99D298D}" destId="{01AE7359-D2D1-4B2E-865C-9689743B58B9}" srcOrd="5" destOrd="0" parTransId="{0579BD92-3813-4CD2-8C54-78B351B7F489}" sibTransId="{72AC64E1-4C18-433A-BF0B-383D075DDE11}"/>
    <dgm:cxn modelId="{BFA0A7F8-1338-498C-AB86-732344718D63}" srcId="{214BB3E0-8A66-42B2-A071-BA10B99D298D}" destId="{FB75813C-80EC-4BE8-9122-E93C70FA14DE}" srcOrd="2" destOrd="0" parTransId="{98A58D6B-B15A-43C9-B213-AE207249772B}" sibTransId="{3DF4F2F1-BBE4-4CEF-A354-46415C26C1CF}"/>
    <dgm:cxn modelId="{B2E2A2BD-C8E6-4B6B-8DA1-804274D87C52}" type="presParOf" srcId="{B7A3B013-C16B-44F9-84DF-57F1FE402EAD}" destId="{E3A424B2-386E-461A-979B-6027A96508B2}" srcOrd="0" destOrd="0" presId="urn:microsoft.com/office/officeart/2018/2/layout/IconLabelList"/>
    <dgm:cxn modelId="{685A0B7E-29BA-44DA-A801-21EB72A7519A}" type="presParOf" srcId="{E3A424B2-386E-461A-979B-6027A96508B2}" destId="{FA540C6D-6439-4F19-BF6F-6ED86F1C8344}" srcOrd="0" destOrd="0" presId="urn:microsoft.com/office/officeart/2018/2/layout/IconLabelList"/>
    <dgm:cxn modelId="{F602F03A-238E-47B1-A82F-0CD446D3B02D}" type="presParOf" srcId="{E3A424B2-386E-461A-979B-6027A96508B2}" destId="{B3BDC658-4D5B-4867-B85E-421CB09870C5}" srcOrd="1" destOrd="0" presId="urn:microsoft.com/office/officeart/2018/2/layout/IconLabelList"/>
    <dgm:cxn modelId="{A3B26D70-599F-4790-AAC1-F92C82E39A10}" type="presParOf" srcId="{E3A424B2-386E-461A-979B-6027A96508B2}" destId="{965C26EF-B9CA-40BF-BC82-D9C5026E7B8B}" srcOrd="2" destOrd="0" presId="urn:microsoft.com/office/officeart/2018/2/layout/IconLabelList"/>
    <dgm:cxn modelId="{57F6D7BB-2AD2-4683-99D9-32FF1F8FB63E}" type="presParOf" srcId="{B7A3B013-C16B-44F9-84DF-57F1FE402EAD}" destId="{C3495090-2AD2-4CDF-81B2-CE69CCABFDB7}" srcOrd="1" destOrd="0" presId="urn:microsoft.com/office/officeart/2018/2/layout/IconLabelList"/>
    <dgm:cxn modelId="{A643AE29-340D-4EE4-B86C-3E596B243F33}" type="presParOf" srcId="{B7A3B013-C16B-44F9-84DF-57F1FE402EAD}" destId="{C343AF3C-2CB8-490A-938C-ECCBD41C80D3}" srcOrd="2" destOrd="0" presId="urn:microsoft.com/office/officeart/2018/2/layout/IconLabelList"/>
    <dgm:cxn modelId="{F7BDBF34-389D-486F-941F-34E3DB6E0149}" type="presParOf" srcId="{C343AF3C-2CB8-490A-938C-ECCBD41C80D3}" destId="{D6896A8D-BB45-452F-A6F0-59077B3E2371}" srcOrd="0" destOrd="0" presId="urn:microsoft.com/office/officeart/2018/2/layout/IconLabelList"/>
    <dgm:cxn modelId="{E9259097-78CE-492D-A49B-F807789EABDC}" type="presParOf" srcId="{C343AF3C-2CB8-490A-938C-ECCBD41C80D3}" destId="{2C3880AD-4380-4BE4-B1BE-0A23183C9A46}" srcOrd="1" destOrd="0" presId="urn:microsoft.com/office/officeart/2018/2/layout/IconLabelList"/>
    <dgm:cxn modelId="{F9176723-A6FA-47D1-BAFB-BEA46371BC04}" type="presParOf" srcId="{C343AF3C-2CB8-490A-938C-ECCBD41C80D3}" destId="{DB73AEF2-6664-4E1C-A81C-985ABBDD38BF}" srcOrd="2" destOrd="0" presId="urn:microsoft.com/office/officeart/2018/2/layout/IconLabelList"/>
    <dgm:cxn modelId="{60A34A09-3DE2-45B4-9F90-7A92379F138F}" type="presParOf" srcId="{B7A3B013-C16B-44F9-84DF-57F1FE402EAD}" destId="{433BAAFB-CFB9-44E1-848F-D6CAFA5DFC9C}" srcOrd="3" destOrd="0" presId="urn:microsoft.com/office/officeart/2018/2/layout/IconLabelList"/>
    <dgm:cxn modelId="{ECDCCF47-D541-4FBF-B915-01445B2B1290}" type="presParOf" srcId="{B7A3B013-C16B-44F9-84DF-57F1FE402EAD}" destId="{1D1178F0-6AA4-44B0-B862-70334EA42E03}" srcOrd="4" destOrd="0" presId="urn:microsoft.com/office/officeart/2018/2/layout/IconLabelList"/>
    <dgm:cxn modelId="{11C44656-954D-4854-BAD4-96AAFB1197B5}" type="presParOf" srcId="{1D1178F0-6AA4-44B0-B862-70334EA42E03}" destId="{4F43172D-5007-4E94-84B0-1F2149D07AC9}" srcOrd="0" destOrd="0" presId="urn:microsoft.com/office/officeart/2018/2/layout/IconLabelList"/>
    <dgm:cxn modelId="{CDB3BA3A-F682-4F6A-AEC1-63C176324F56}" type="presParOf" srcId="{1D1178F0-6AA4-44B0-B862-70334EA42E03}" destId="{8194BFF1-66F6-4817-8EDB-1B7446835D0B}" srcOrd="1" destOrd="0" presId="urn:microsoft.com/office/officeart/2018/2/layout/IconLabelList"/>
    <dgm:cxn modelId="{651CC532-DC8F-499D-A154-41FC37EDA76E}" type="presParOf" srcId="{1D1178F0-6AA4-44B0-B862-70334EA42E03}" destId="{EF9E7AA4-B6F0-45A1-B8B7-1C9803558702}" srcOrd="2" destOrd="0" presId="urn:microsoft.com/office/officeart/2018/2/layout/IconLabelList"/>
    <dgm:cxn modelId="{EDF48E61-2C1D-4FFA-90B7-3992C92F1219}" type="presParOf" srcId="{B7A3B013-C16B-44F9-84DF-57F1FE402EAD}" destId="{DCA39D7C-F783-4F8D-B6DD-6D4E62512F76}" srcOrd="5" destOrd="0" presId="urn:microsoft.com/office/officeart/2018/2/layout/IconLabelList"/>
    <dgm:cxn modelId="{F99F2B34-A4B4-4D36-BC77-3699CB777D70}" type="presParOf" srcId="{B7A3B013-C16B-44F9-84DF-57F1FE402EAD}" destId="{924A700C-7599-4C9B-AA0C-7199D723CFB1}" srcOrd="6" destOrd="0" presId="urn:microsoft.com/office/officeart/2018/2/layout/IconLabelList"/>
    <dgm:cxn modelId="{F5091D3E-959B-4588-944C-178FD1A6EE74}" type="presParOf" srcId="{924A700C-7599-4C9B-AA0C-7199D723CFB1}" destId="{DCE9B5D0-F8FC-4AF0-9129-79AFC432FD30}" srcOrd="0" destOrd="0" presId="urn:microsoft.com/office/officeart/2018/2/layout/IconLabelList"/>
    <dgm:cxn modelId="{EBD988C4-5CCA-4990-B8EE-98246FCD8390}" type="presParOf" srcId="{924A700C-7599-4C9B-AA0C-7199D723CFB1}" destId="{77EEE602-1EF1-44C6-AC29-15F612291912}" srcOrd="1" destOrd="0" presId="urn:microsoft.com/office/officeart/2018/2/layout/IconLabelList"/>
    <dgm:cxn modelId="{EABB30BE-3EB7-4F59-BB00-0CD08FC29F26}" type="presParOf" srcId="{924A700C-7599-4C9B-AA0C-7199D723CFB1}" destId="{AADF1BDA-055E-457E-B0E8-082237724E45}" srcOrd="2" destOrd="0" presId="urn:microsoft.com/office/officeart/2018/2/layout/IconLabelList"/>
    <dgm:cxn modelId="{B7A7A3A4-8C3D-47E9-95B7-B08ED13A8F72}" type="presParOf" srcId="{B7A3B013-C16B-44F9-84DF-57F1FE402EAD}" destId="{5AB1871E-CF71-4EB6-A988-1D406519AFD3}" srcOrd="7" destOrd="0" presId="urn:microsoft.com/office/officeart/2018/2/layout/IconLabelList"/>
    <dgm:cxn modelId="{F3F5F6C9-8071-438C-8A29-2DCED318352D}" type="presParOf" srcId="{B7A3B013-C16B-44F9-84DF-57F1FE402EAD}" destId="{DE1F511A-993C-43B0-8C1B-7102E87A4944}" srcOrd="8" destOrd="0" presId="urn:microsoft.com/office/officeart/2018/2/layout/IconLabelList"/>
    <dgm:cxn modelId="{7B7E4E46-A9BE-4DB5-9867-32C74581657B}" type="presParOf" srcId="{DE1F511A-993C-43B0-8C1B-7102E87A4944}" destId="{D22610B9-5628-46EB-A534-967E572BF12C}" srcOrd="0" destOrd="0" presId="urn:microsoft.com/office/officeart/2018/2/layout/IconLabelList"/>
    <dgm:cxn modelId="{B61F5F5E-9DBF-4757-89CB-30C1A25A0D8B}" type="presParOf" srcId="{DE1F511A-993C-43B0-8C1B-7102E87A4944}" destId="{64B8AAAD-7870-4F84-9ADF-066C682C09A2}" srcOrd="1" destOrd="0" presId="urn:microsoft.com/office/officeart/2018/2/layout/IconLabelList"/>
    <dgm:cxn modelId="{6BA1AA2A-3345-4010-AEC7-C0D8FD29E9A9}" type="presParOf" srcId="{DE1F511A-993C-43B0-8C1B-7102E87A4944}" destId="{D97CFCFF-1879-4235-B1A8-A371C9276D8D}" srcOrd="2" destOrd="0" presId="urn:microsoft.com/office/officeart/2018/2/layout/IconLabelList"/>
    <dgm:cxn modelId="{E570D435-7C1B-4E18-B2A3-7F2B7BAED4C4}" type="presParOf" srcId="{B7A3B013-C16B-44F9-84DF-57F1FE402EAD}" destId="{C0767CBE-67E6-4001-8781-43047E34649C}" srcOrd="9" destOrd="0" presId="urn:microsoft.com/office/officeart/2018/2/layout/IconLabelList"/>
    <dgm:cxn modelId="{27098559-79A1-4030-A9CE-58F0E9562AED}" type="presParOf" srcId="{B7A3B013-C16B-44F9-84DF-57F1FE402EAD}" destId="{48DF55D5-CA4B-46AD-8B1E-993D655DED54}" srcOrd="10" destOrd="0" presId="urn:microsoft.com/office/officeart/2018/2/layout/IconLabelList"/>
    <dgm:cxn modelId="{33D3607A-DBA5-443C-AD32-DEE4781060FC}" type="presParOf" srcId="{48DF55D5-CA4B-46AD-8B1E-993D655DED54}" destId="{C943823D-D1C9-4430-8A22-3E8EBAD1CDAA}" srcOrd="0" destOrd="0" presId="urn:microsoft.com/office/officeart/2018/2/layout/IconLabelList"/>
    <dgm:cxn modelId="{8EBDFDCC-75B4-4ACD-A6B4-77442CAC1FFD}" type="presParOf" srcId="{48DF55D5-CA4B-46AD-8B1E-993D655DED54}" destId="{5ED02DB3-1E5B-4D2E-BB83-52B36359C897}" srcOrd="1" destOrd="0" presId="urn:microsoft.com/office/officeart/2018/2/layout/IconLabelList"/>
    <dgm:cxn modelId="{46F0BDCC-F9D9-44FA-BB05-38A7337E83C1}" type="presParOf" srcId="{48DF55D5-CA4B-46AD-8B1E-993D655DED54}" destId="{DBDBABBF-7A48-4C19-8C89-DC288CB52E14}" srcOrd="2" destOrd="0" presId="urn:microsoft.com/office/officeart/2018/2/layout/IconLabelList"/>
    <dgm:cxn modelId="{99EEDB93-E4CB-435B-80B4-61044BB366A1}" type="presParOf" srcId="{B7A3B013-C16B-44F9-84DF-57F1FE402EAD}" destId="{64303CB7-1EA7-47F8-99AA-FD652C423135}" srcOrd="11" destOrd="0" presId="urn:microsoft.com/office/officeart/2018/2/layout/IconLabelList"/>
    <dgm:cxn modelId="{42012FCD-9763-41AB-8B92-3DA8B5301215}" type="presParOf" srcId="{B7A3B013-C16B-44F9-84DF-57F1FE402EAD}" destId="{E28AEDD7-4E14-4CBA-96B1-C866F36EC235}" srcOrd="12" destOrd="0" presId="urn:microsoft.com/office/officeart/2018/2/layout/IconLabelList"/>
    <dgm:cxn modelId="{2B656ABF-702A-422C-9207-DD1A088F7C81}" type="presParOf" srcId="{E28AEDD7-4E14-4CBA-96B1-C866F36EC235}" destId="{000C393C-C914-4B8C-B39A-03FBE47F8A8E}" srcOrd="0" destOrd="0" presId="urn:microsoft.com/office/officeart/2018/2/layout/IconLabelList"/>
    <dgm:cxn modelId="{57476D83-0644-47B9-BDE4-C429F3595AEF}" type="presParOf" srcId="{E28AEDD7-4E14-4CBA-96B1-C866F36EC235}" destId="{E5D9920F-AA54-4346-9CC6-BACDCEA59179}" srcOrd="1" destOrd="0" presId="urn:microsoft.com/office/officeart/2018/2/layout/IconLabelList"/>
    <dgm:cxn modelId="{D976C175-65D7-40B2-B308-9202B0E2FB0A}" type="presParOf" srcId="{E28AEDD7-4E14-4CBA-96B1-C866F36EC235}" destId="{5F284E4D-A26C-4CE9-94A7-2E6FF30B304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FBBA15-BD12-43DF-ADFD-2650D2B9F957}" type="doc">
      <dgm:prSet loTypeId="urn:microsoft.com/office/officeart/2016/7/layout/LinearArrowProcessNumbered" loCatId="process" qsTypeId="urn:microsoft.com/office/officeart/2005/8/quickstyle/simple1" qsCatId="simple" csTypeId="urn:microsoft.com/office/officeart/2005/8/colors/colorful5" csCatId="colorful"/>
      <dgm:spPr/>
      <dgm:t>
        <a:bodyPr/>
        <a:lstStyle/>
        <a:p>
          <a:endParaRPr lang="en-US"/>
        </a:p>
      </dgm:t>
    </dgm:pt>
    <dgm:pt modelId="{BA426B1D-C239-4A8C-8D34-0F567FB83587}">
      <dgm:prSet/>
      <dgm:spPr/>
      <dgm:t>
        <a:bodyPr/>
        <a:lstStyle/>
        <a:p>
          <a:r>
            <a:rPr lang="en-US" b="1"/>
            <a:t>Color Palette and Design: </a:t>
          </a:r>
          <a:r>
            <a:rPr lang="en-US"/>
            <a:t>New choices on color utilization, font selection, position of elements in unison with the style of design to enhance the usability, visibility and the aesthetic appeal of visualization. </a:t>
          </a:r>
        </a:p>
      </dgm:t>
    </dgm:pt>
    <dgm:pt modelId="{264C0A9A-A5C6-4CD9-B1EB-CA58EE3C5BBA}" type="parTrans" cxnId="{55A2D457-5DA7-4FB9-AAAB-C4B3D4F6D385}">
      <dgm:prSet/>
      <dgm:spPr/>
      <dgm:t>
        <a:bodyPr/>
        <a:lstStyle/>
        <a:p>
          <a:endParaRPr lang="en-US"/>
        </a:p>
      </dgm:t>
    </dgm:pt>
    <dgm:pt modelId="{A46C87E2-F29D-4814-92E8-9074335D7BF1}" type="sibTrans" cxnId="{55A2D457-5DA7-4FB9-AAAB-C4B3D4F6D385}">
      <dgm:prSet phldrT="1" phldr="0"/>
      <dgm:spPr/>
      <dgm:t>
        <a:bodyPr/>
        <a:lstStyle/>
        <a:p>
          <a:r>
            <a:rPr lang="en-US"/>
            <a:t>1</a:t>
          </a:r>
        </a:p>
      </dgm:t>
    </dgm:pt>
    <dgm:pt modelId="{025D8C36-94EF-46FA-8C59-F487CFEABA68}">
      <dgm:prSet/>
      <dgm:spPr/>
      <dgm:t>
        <a:bodyPr/>
        <a:lstStyle/>
        <a:p>
          <a:r>
            <a:rPr lang="en-US" b="1"/>
            <a:t>Context and Annotations: </a:t>
          </a:r>
          <a:r>
            <a:rPr lang="en-US"/>
            <a:t>The additional roles of Titles and Subtitles in the Visualizations and some of the other labels for captions, annotations and legends for further understanding of the analysis. </a:t>
          </a:r>
        </a:p>
      </dgm:t>
    </dgm:pt>
    <dgm:pt modelId="{4474DA5D-F331-4BC5-85A5-EC95434E9F4D}" type="parTrans" cxnId="{ED835E67-1493-46B0-8308-2D14D6C5AF24}">
      <dgm:prSet/>
      <dgm:spPr/>
      <dgm:t>
        <a:bodyPr/>
        <a:lstStyle/>
        <a:p>
          <a:endParaRPr lang="en-US"/>
        </a:p>
      </dgm:t>
    </dgm:pt>
    <dgm:pt modelId="{99498D55-6FC8-4DB5-9608-397DC0E30B02}" type="sibTrans" cxnId="{ED835E67-1493-46B0-8308-2D14D6C5AF24}">
      <dgm:prSet phldrT="2" phldr="0"/>
      <dgm:spPr/>
      <dgm:t>
        <a:bodyPr/>
        <a:lstStyle/>
        <a:p>
          <a:r>
            <a:rPr lang="en-US"/>
            <a:t>2</a:t>
          </a:r>
        </a:p>
      </dgm:t>
    </dgm:pt>
    <dgm:pt modelId="{492E7855-21E0-48B1-A613-273594BCD9E6}">
      <dgm:prSet/>
      <dgm:spPr/>
      <dgm:t>
        <a:bodyPr/>
        <a:lstStyle/>
        <a:p>
          <a:r>
            <a:rPr lang="en-US" b="1"/>
            <a:t>Tools and Platforms: </a:t>
          </a:r>
          <a:r>
            <a:rPr lang="en-US"/>
            <a:t>Software that falls under "Other Tools and Applications while developing visualization" Some of the prominent ones are , and more TableauPower BI programming languages and Libraries are D3. js ,Matplotlib and more. </a:t>
          </a:r>
        </a:p>
      </dgm:t>
    </dgm:pt>
    <dgm:pt modelId="{F4A5700A-228B-48B7-BFA9-448676ECEB36}" type="parTrans" cxnId="{8F0AB5A3-DF1E-4233-BEB6-C43737F7DB6B}">
      <dgm:prSet/>
      <dgm:spPr/>
      <dgm:t>
        <a:bodyPr/>
        <a:lstStyle/>
        <a:p>
          <a:endParaRPr lang="en-US"/>
        </a:p>
      </dgm:t>
    </dgm:pt>
    <dgm:pt modelId="{E43F161C-E638-4B44-BA9C-156D5289F8F5}" type="sibTrans" cxnId="{8F0AB5A3-DF1E-4233-BEB6-C43737F7DB6B}">
      <dgm:prSet phldrT="3" phldr="0"/>
      <dgm:spPr/>
      <dgm:t>
        <a:bodyPr/>
        <a:lstStyle/>
        <a:p>
          <a:r>
            <a:rPr lang="en-US"/>
            <a:t>3</a:t>
          </a:r>
        </a:p>
      </dgm:t>
    </dgm:pt>
    <dgm:pt modelId="{3B3C4AD7-7AA6-4E01-BC2F-31EAE42A1735}">
      <dgm:prSet/>
      <dgm:spPr/>
      <dgm:t>
        <a:bodyPr/>
        <a:lstStyle/>
        <a:p>
          <a:r>
            <a:rPr lang="en-US" b="1"/>
            <a:t>Data Preparation:</a:t>
          </a:r>
          <a:r>
            <a:rPr lang="en-US"/>
            <a:t> which involves cleaning of data, that is, data Data preparation cleaning processing, data selection, data reshaping and data condensation that gets a data in the right form so that it can be analyzed and visualized. </a:t>
          </a:r>
        </a:p>
      </dgm:t>
    </dgm:pt>
    <dgm:pt modelId="{BB399249-ED67-4D08-B632-8D0CA0A0209D}" type="parTrans" cxnId="{68336CA6-6F34-4C9F-9798-61661C0B2714}">
      <dgm:prSet/>
      <dgm:spPr/>
      <dgm:t>
        <a:bodyPr/>
        <a:lstStyle/>
        <a:p>
          <a:endParaRPr lang="en-US"/>
        </a:p>
      </dgm:t>
    </dgm:pt>
    <dgm:pt modelId="{B16BF28F-7269-4A4A-A99C-11624AA1FCC7}" type="sibTrans" cxnId="{68336CA6-6F34-4C9F-9798-61661C0B2714}">
      <dgm:prSet phldrT="4" phldr="0"/>
      <dgm:spPr/>
      <dgm:t>
        <a:bodyPr/>
        <a:lstStyle/>
        <a:p>
          <a:r>
            <a:rPr lang="en-US"/>
            <a:t>4</a:t>
          </a:r>
        </a:p>
      </dgm:t>
    </dgm:pt>
    <dgm:pt modelId="{61E36DF7-B251-4127-939A-651C8654BEB5}">
      <dgm:prSet/>
      <dgm:spPr/>
      <dgm:t>
        <a:bodyPr/>
        <a:lstStyle/>
        <a:p>
          <a:r>
            <a:rPr lang="en-US" b="1"/>
            <a:t>Data Exploration: </a:t>
          </a:r>
          <a:r>
            <a:rPr lang="en-US"/>
            <a:t>Simple methods for analyzing the data for searching the pattern, trend, noise, similarity and correlation other than the techniques. </a:t>
          </a:r>
        </a:p>
      </dgm:t>
    </dgm:pt>
    <dgm:pt modelId="{575424E0-9C51-4C36-B8BF-344BBA71AFF8}" type="parTrans" cxnId="{763CE19D-7630-45CA-BDB2-8562E0DCBF10}">
      <dgm:prSet/>
      <dgm:spPr/>
      <dgm:t>
        <a:bodyPr/>
        <a:lstStyle/>
        <a:p>
          <a:endParaRPr lang="en-US"/>
        </a:p>
      </dgm:t>
    </dgm:pt>
    <dgm:pt modelId="{BC2E3BA9-0AC2-4213-864A-3CC9AE74F1FF}" type="sibTrans" cxnId="{763CE19D-7630-45CA-BDB2-8562E0DCBF10}">
      <dgm:prSet phldrT="5" phldr="0"/>
      <dgm:spPr/>
      <dgm:t>
        <a:bodyPr/>
        <a:lstStyle/>
        <a:p>
          <a:r>
            <a:rPr lang="en-US"/>
            <a:t>5</a:t>
          </a:r>
        </a:p>
      </dgm:t>
    </dgm:pt>
    <dgm:pt modelId="{7169D983-33DE-45A5-B09A-1986CB064BE7}">
      <dgm:prSet/>
      <dgm:spPr/>
      <dgm:t>
        <a:bodyPr/>
        <a:lstStyle/>
        <a:p>
          <a:r>
            <a:rPr lang="en-US" b="1"/>
            <a:t>Dashboarding: </a:t>
          </a:r>
          <a:r>
            <a:rPr lang="en-US"/>
            <a:t>An aggregate display of the two screens to give an overall view of the data collected as well as endlessly monitoring the indicators by having the two tabbed views on the same screen. </a:t>
          </a:r>
        </a:p>
      </dgm:t>
    </dgm:pt>
    <dgm:pt modelId="{4A954E8A-67F0-4BA4-AB01-7826EC206AD4}" type="parTrans" cxnId="{525DAC12-BF9C-45B1-9E46-D77BEB47A503}">
      <dgm:prSet/>
      <dgm:spPr/>
      <dgm:t>
        <a:bodyPr/>
        <a:lstStyle/>
        <a:p>
          <a:endParaRPr lang="en-US"/>
        </a:p>
      </dgm:t>
    </dgm:pt>
    <dgm:pt modelId="{620DDC7C-3448-4D3F-B2AA-378A9FCD4498}" type="sibTrans" cxnId="{525DAC12-BF9C-45B1-9E46-D77BEB47A503}">
      <dgm:prSet phldrT="6" phldr="0"/>
      <dgm:spPr/>
      <dgm:t>
        <a:bodyPr/>
        <a:lstStyle/>
        <a:p>
          <a:r>
            <a:rPr lang="en-US"/>
            <a:t>6</a:t>
          </a:r>
        </a:p>
      </dgm:t>
    </dgm:pt>
    <dgm:pt modelId="{B2F53D75-4849-468C-8BC6-17DB99BE0E80}" type="pres">
      <dgm:prSet presAssocID="{BFFBBA15-BD12-43DF-ADFD-2650D2B9F957}" presName="linearFlow" presStyleCnt="0">
        <dgm:presLayoutVars>
          <dgm:dir/>
          <dgm:animLvl val="lvl"/>
          <dgm:resizeHandles val="exact"/>
        </dgm:presLayoutVars>
      </dgm:prSet>
      <dgm:spPr/>
    </dgm:pt>
    <dgm:pt modelId="{FEA7D806-C786-4AEB-8B6E-D88BDAA9E918}" type="pres">
      <dgm:prSet presAssocID="{BA426B1D-C239-4A8C-8D34-0F567FB83587}" presName="compositeNode" presStyleCnt="0"/>
      <dgm:spPr/>
    </dgm:pt>
    <dgm:pt modelId="{897B5741-C287-4732-8A7C-751BB1ABDDEF}" type="pres">
      <dgm:prSet presAssocID="{BA426B1D-C239-4A8C-8D34-0F567FB83587}" presName="parTx" presStyleLbl="node1" presStyleIdx="0" presStyleCnt="0">
        <dgm:presLayoutVars>
          <dgm:chMax val="0"/>
          <dgm:chPref val="0"/>
          <dgm:bulletEnabled val="1"/>
        </dgm:presLayoutVars>
      </dgm:prSet>
      <dgm:spPr/>
    </dgm:pt>
    <dgm:pt modelId="{49460808-28B9-46E0-85BE-1E3DC2F0E02F}" type="pres">
      <dgm:prSet presAssocID="{BA426B1D-C239-4A8C-8D34-0F567FB83587}" presName="parSh" presStyleCnt="0"/>
      <dgm:spPr/>
    </dgm:pt>
    <dgm:pt modelId="{8046FCC4-3DB4-41D8-B805-39905F4CF2DA}" type="pres">
      <dgm:prSet presAssocID="{BA426B1D-C239-4A8C-8D34-0F567FB83587}" presName="lineNode" presStyleLbl="alignAccFollowNode1" presStyleIdx="0" presStyleCnt="18"/>
      <dgm:spPr/>
    </dgm:pt>
    <dgm:pt modelId="{B9A5C1C7-B914-4880-BE20-B3D2C685DF14}" type="pres">
      <dgm:prSet presAssocID="{BA426B1D-C239-4A8C-8D34-0F567FB83587}" presName="lineArrowNode" presStyleLbl="alignAccFollowNode1" presStyleIdx="1" presStyleCnt="18"/>
      <dgm:spPr/>
    </dgm:pt>
    <dgm:pt modelId="{089F6897-E51D-4D19-9C1D-1B0BA7465247}" type="pres">
      <dgm:prSet presAssocID="{A46C87E2-F29D-4814-92E8-9074335D7BF1}" presName="sibTransNodeCircle" presStyleLbl="alignNode1" presStyleIdx="0" presStyleCnt="6">
        <dgm:presLayoutVars>
          <dgm:chMax val="0"/>
          <dgm:bulletEnabled/>
        </dgm:presLayoutVars>
      </dgm:prSet>
      <dgm:spPr/>
    </dgm:pt>
    <dgm:pt modelId="{A21E835C-4399-41F9-9974-F1440D4464CA}" type="pres">
      <dgm:prSet presAssocID="{A46C87E2-F29D-4814-92E8-9074335D7BF1}" presName="spacerBetweenCircleAndCallout" presStyleCnt="0">
        <dgm:presLayoutVars/>
      </dgm:prSet>
      <dgm:spPr/>
    </dgm:pt>
    <dgm:pt modelId="{C625D11E-2A06-415B-93C0-02B90966C933}" type="pres">
      <dgm:prSet presAssocID="{BA426B1D-C239-4A8C-8D34-0F567FB83587}" presName="nodeText" presStyleLbl="alignAccFollowNode1" presStyleIdx="2" presStyleCnt="18">
        <dgm:presLayoutVars>
          <dgm:bulletEnabled val="1"/>
        </dgm:presLayoutVars>
      </dgm:prSet>
      <dgm:spPr/>
    </dgm:pt>
    <dgm:pt modelId="{BF888604-46E1-48B2-A721-B4C71BA668D1}" type="pres">
      <dgm:prSet presAssocID="{A46C87E2-F29D-4814-92E8-9074335D7BF1}" presName="sibTransComposite" presStyleCnt="0"/>
      <dgm:spPr/>
    </dgm:pt>
    <dgm:pt modelId="{7E3C8488-E98B-49E2-82A9-9B19E32FC352}" type="pres">
      <dgm:prSet presAssocID="{025D8C36-94EF-46FA-8C59-F487CFEABA68}" presName="compositeNode" presStyleCnt="0"/>
      <dgm:spPr/>
    </dgm:pt>
    <dgm:pt modelId="{08DD33BB-2BA3-4150-95EF-BD10898BD271}" type="pres">
      <dgm:prSet presAssocID="{025D8C36-94EF-46FA-8C59-F487CFEABA68}" presName="parTx" presStyleLbl="node1" presStyleIdx="0" presStyleCnt="0">
        <dgm:presLayoutVars>
          <dgm:chMax val="0"/>
          <dgm:chPref val="0"/>
          <dgm:bulletEnabled val="1"/>
        </dgm:presLayoutVars>
      </dgm:prSet>
      <dgm:spPr/>
    </dgm:pt>
    <dgm:pt modelId="{CEA9DA58-3536-4D39-BD94-B625D6455CB9}" type="pres">
      <dgm:prSet presAssocID="{025D8C36-94EF-46FA-8C59-F487CFEABA68}" presName="parSh" presStyleCnt="0"/>
      <dgm:spPr/>
    </dgm:pt>
    <dgm:pt modelId="{C5418AED-CE7B-43A0-9B78-A21A707AFAB3}" type="pres">
      <dgm:prSet presAssocID="{025D8C36-94EF-46FA-8C59-F487CFEABA68}" presName="lineNode" presStyleLbl="alignAccFollowNode1" presStyleIdx="3" presStyleCnt="18"/>
      <dgm:spPr/>
    </dgm:pt>
    <dgm:pt modelId="{ECA42760-C394-4D3D-B613-588FC939E33A}" type="pres">
      <dgm:prSet presAssocID="{025D8C36-94EF-46FA-8C59-F487CFEABA68}" presName="lineArrowNode" presStyleLbl="alignAccFollowNode1" presStyleIdx="4" presStyleCnt="18"/>
      <dgm:spPr/>
    </dgm:pt>
    <dgm:pt modelId="{6A3D4E4B-3D87-417F-A701-EC4F933535D9}" type="pres">
      <dgm:prSet presAssocID="{99498D55-6FC8-4DB5-9608-397DC0E30B02}" presName="sibTransNodeCircle" presStyleLbl="alignNode1" presStyleIdx="1" presStyleCnt="6">
        <dgm:presLayoutVars>
          <dgm:chMax val="0"/>
          <dgm:bulletEnabled/>
        </dgm:presLayoutVars>
      </dgm:prSet>
      <dgm:spPr/>
    </dgm:pt>
    <dgm:pt modelId="{D72FB1DC-EBEB-4529-93E7-25AADAD65A49}" type="pres">
      <dgm:prSet presAssocID="{99498D55-6FC8-4DB5-9608-397DC0E30B02}" presName="spacerBetweenCircleAndCallout" presStyleCnt="0">
        <dgm:presLayoutVars/>
      </dgm:prSet>
      <dgm:spPr/>
    </dgm:pt>
    <dgm:pt modelId="{D0856785-1119-4A72-A7C3-DB8838DE09D6}" type="pres">
      <dgm:prSet presAssocID="{025D8C36-94EF-46FA-8C59-F487CFEABA68}" presName="nodeText" presStyleLbl="alignAccFollowNode1" presStyleIdx="5" presStyleCnt="18">
        <dgm:presLayoutVars>
          <dgm:bulletEnabled val="1"/>
        </dgm:presLayoutVars>
      </dgm:prSet>
      <dgm:spPr/>
    </dgm:pt>
    <dgm:pt modelId="{186F06B9-4424-4BBB-949C-01659A47F2BB}" type="pres">
      <dgm:prSet presAssocID="{99498D55-6FC8-4DB5-9608-397DC0E30B02}" presName="sibTransComposite" presStyleCnt="0"/>
      <dgm:spPr/>
    </dgm:pt>
    <dgm:pt modelId="{55B7A3FE-3A6B-4C77-A4D0-037DF0C4E395}" type="pres">
      <dgm:prSet presAssocID="{492E7855-21E0-48B1-A613-273594BCD9E6}" presName="compositeNode" presStyleCnt="0"/>
      <dgm:spPr/>
    </dgm:pt>
    <dgm:pt modelId="{6BD01EF2-ADC0-4293-A9A4-AD0C0CAFF0DF}" type="pres">
      <dgm:prSet presAssocID="{492E7855-21E0-48B1-A613-273594BCD9E6}" presName="parTx" presStyleLbl="node1" presStyleIdx="0" presStyleCnt="0">
        <dgm:presLayoutVars>
          <dgm:chMax val="0"/>
          <dgm:chPref val="0"/>
          <dgm:bulletEnabled val="1"/>
        </dgm:presLayoutVars>
      </dgm:prSet>
      <dgm:spPr/>
    </dgm:pt>
    <dgm:pt modelId="{35F4A648-86AB-4057-ABB9-20FF39D5A7F7}" type="pres">
      <dgm:prSet presAssocID="{492E7855-21E0-48B1-A613-273594BCD9E6}" presName="parSh" presStyleCnt="0"/>
      <dgm:spPr/>
    </dgm:pt>
    <dgm:pt modelId="{B035CF91-EB3D-456E-9C2C-634341E11BB0}" type="pres">
      <dgm:prSet presAssocID="{492E7855-21E0-48B1-A613-273594BCD9E6}" presName="lineNode" presStyleLbl="alignAccFollowNode1" presStyleIdx="6" presStyleCnt="18"/>
      <dgm:spPr/>
    </dgm:pt>
    <dgm:pt modelId="{CFF1191A-F792-4547-9DA1-8BA6A1E8D40B}" type="pres">
      <dgm:prSet presAssocID="{492E7855-21E0-48B1-A613-273594BCD9E6}" presName="lineArrowNode" presStyleLbl="alignAccFollowNode1" presStyleIdx="7" presStyleCnt="18"/>
      <dgm:spPr/>
    </dgm:pt>
    <dgm:pt modelId="{96F9C1B2-175F-410C-953E-532239C25DD3}" type="pres">
      <dgm:prSet presAssocID="{E43F161C-E638-4B44-BA9C-156D5289F8F5}" presName="sibTransNodeCircle" presStyleLbl="alignNode1" presStyleIdx="2" presStyleCnt="6">
        <dgm:presLayoutVars>
          <dgm:chMax val="0"/>
          <dgm:bulletEnabled/>
        </dgm:presLayoutVars>
      </dgm:prSet>
      <dgm:spPr/>
    </dgm:pt>
    <dgm:pt modelId="{21930585-892F-4304-879D-D832FD4223FE}" type="pres">
      <dgm:prSet presAssocID="{E43F161C-E638-4B44-BA9C-156D5289F8F5}" presName="spacerBetweenCircleAndCallout" presStyleCnt="0">
        <dgm:presLayoutVars/>
      </dgm:prSet>
      <dgm:spPr/>
    </dgm:pt>
    <dgm:pt modelId="{8B166536-6076-48CC-BF77-C53ADB142995}" type="pres">
      <dgm:prSet presAssocID="{492E7855-21E0-48B1-A613-273594BCD9E6}" presName="nodeText" presStyleLbl="alignAccFollowNode1" presStyleIdx="8" presStyleCnt="18">
        <dgm:presLayoutVars>
          <dgm:bulletEnabled val="1"/>
        </dgm:presLayoutVars>
      </dgm:prSet>
      <dgm:spPr/>
    </dgm:pt>
    <dgm:pt modelId="{C396117D-1851-41BD-8767-AF19BE498DB8}" type="pres">
      <dgm:prSet presAssocID="{E43F161C-E638-4B44-BA9C-156D5289F8F5}" presName="sibTransComposite" presStyleCnt="0"/>
      <dgm:spPr/>
    </dgm:pt>
    <dgm:pt modelId="{9862829E-2DC9-4290-ADD2-10DE3104F3D2}" type="pres">
      <dgm:prSet presAssocID="{3B3C4AD7-7AA6-4E01-BC2F-31EAE42A1735}" presName="compositeNode" presStyleCnt="0"/>
      <dgm:spPr/>
    </dgm:pt>
    <dgm:pt modelId="{AD945F86-E20E-41FD-8D2B-B1D5B1225743}" type="pres">
      <dgm:prSet presAssocID="{3B3C4AD7-7AA6-4E01-BC2F-31EAE42A1735}" presName="parTx" presStyleLbl="node1" presStyleIdx="0" presStyleCnt="0">
        <dgm:presLayoutVars>
          <dgm:chMax val="0"/>
          <dgm:chPref val="0"/>
          <dgm:bulletEnabled val="1"/>
        </dgm:presLayoutVars>
      </dgm:prSet>
      <dgm:spPr/>
    </dgm:pt>
    <dgm:pt modelId="{7A660369-1241-4F63-97ED-19010EE0AE4F}" type="pres">
      <dgm:prSet presAssocID="{3B3C4AD7-7AA6-4E01-BC2F-31EAE42A1735}" presName="parSh" presStyleCnt="0"/>
      <dgm:spPr/>
    </dgm:pt>
    <dgm:pt modelId="{9A4F99C5-397D-4287-990A-08118F0344F8}" type="pres">
      <dgm:prSet presAssocID="{3B3C4AD7-7AA6-4E01-BC2F-31EAE42A1735}" presName="lineNode" presStyleLbl="alignAccFollowNode1" presStyleIdx="9" presStyleCnt="18"/>
      <dgm:spPr/>
    </dgm:pt>
    <dgm:pt modelId="{96A3722D-93B3-4248-841D-08A9C7B915EB}" type="pres">
      <dgm:prSet presAssocID="{3B3C4AD7-7AA6-4E01-BC2F-31EAE42A1735}" presName="lineArrowNode" presStyleLbl="alignAccFollowNode1" presStyleIdx="10" presStyleCnt="18"/>
      <dgm:spPr/>
    </dgm:pt>
    <dgm:pt modelId="{7716D782-DB4D-4410-BE00-D7F0E1DB7DBD}" type="pres">
      <dgm:prSet presAssocID="{B16BF28F-7269-4A4A-A99C-11624AA1FCC7}" presName="sibTransNodeCircle" presStyleLbl="alignNode1" presStyleIdx="3" presStyleCnt="6">
        <dgm:presLayoutVars>
          <dgm:chMax val="0"/>
          <dgm:bulletEnabled/>
        </dgm:presLayoutVars>
      </dgm:prSet>
      <dgm:spPr/>
    </dgm:pt>
    <dgm:pt modelId="{B142A683-20F4-4AD4-8ECE-9869790C1601}" type="pres">
      <dgm:prSet presAssocID="{B16BF28F-7269-4A4A-A99C-11624AA1FCC7}" presName="spacerBetweenCircleAndCallout" presStyleCnt="0">
        <dgm:presLayoutVars/>
      </dgm:prSet>
      <dgm:spPr/>
    </dgm:pt>
    <dgm:pt modelId="{CCD06C2F-8DDB-4C82-A667-2BCBA2161EF7}" type="pres">
      <dgm:prSet presAssocID="{3B3C4AD7-7AA6-4E01-BC2F-31EAE42A1735}" presName="nodeText" presStyleLbl="alignAccFollowNode1" presStyleIdx="11" presStyleCnt="18">
        <dgm:presLayoutVars>
          <dgm:bulletEnabled val="1"/>
        </dgm:presLayoutVars>
      </dgm:prSet>
      <dgm:spPr/>
    </dgm:pt>
    <dgm:pt modelId="{E02D38AA-AAC9-4EF6-B1B4-32F8DBF9A057}" type="pres">
      <dgm:prSet presAssocID="{B16BF28F-7269-4A4A-A99C-11624AA1FCC7}" presName="sibTransComposite" presStyleCnt="0"/>
      <dgm:spPr/>
    </dgm:pt>
    <dgm:pt modelId="{C720CD96-3E72-4C47-A4F5-3221A8DF1CCC}" type="pres">
      <dgm:prSet presAssocID="{61E36DF7-B251-4127-939A-651C8654BEB5}" presName="compositeNode" presStyleCnt="0"/>
      <dgm:spPr/>
    </dgm:pt>
    <dgm:pt modelId="{E63D956E-58D5-4CEB-B71B-57762B9579A3}" type="pres">
      <dgm:prSet presAssocID="{61E36DF7-B251-4127-939A-651C8654BEB5}" presName="parTx" presStyleLbl="node1" presStyleIdx="0" presStyleCnt="0">
        <dgm:presLayoutVars>
          <dgm:chMax val="0"/>
          <dgm:chPref val="0"/>
          <dgm:bulletEnabled val="1"/>
        </dgm:presLayoutVars>
      </dgm:prSet>
      <dgm:spPr/>
    </dgm:pt>
    <dgm:pt modelId="{2CFA1EC0-8791-4455-925F-3A05385F54C6}" type="pres">
      <dgm:prSet presAssocID="{61E36DF7-B251-4127-939A-651C8654BEB5}" presName="parSh" presStyleCnt="0"/>
      <dgm:spPr/>
    </dgm:pt>
    <dgm:pt modelId="{C962B534-7773-40E1-A9E1-288AEBFD0696}" type="pres">
      <dgm:prSet presAssocID="{61E36DF7-B251-4127-939A-651C8654BEB5}" presName="lineNode" presStyleLbl="alignAccFollowNode1" presStyleIdx="12" presStyleCnt="18"/>
      <dgm:spPr/>
    </dgm:pt>
    <dgm:pt modelId="{ED429753-DFCA-4749-8C4D-EF12D4BFBCF5}" type="pres">
      <dgm:prSet presAssocID="{61E36DF7-B251-4127-939A-651C8654BEB5}" presName="lineArrowNode" presStyleLbl="alignAccFollowNode1" presStyleIdx="13" presStyleCnt="18"/>
      <dgm:spPr/>
    </dgm:pt>
    <dgm:pt modelId="{5726A006-1898-4A0D-A8BD-6F8B16A60277}" type="pres">
      <dgm:prSet presAssocID="{BC2E3BA9-0AC2-4213-864A-3CC9AE74F1FF}" presName="sibTransNodeCircle" presStyleLbl="alignNode1" presStyleIdx="4" presStyleCnt="6">
        <dgm:presLayoutVars>
          <dgm:chMax val="0"/>
          <dgm:bulletEnabled/>
        </dgm:presLayoutVars>
      </dgm:prSet>
      <dgm:spPr/>
    </dgm:pt>
    <dgm:pt modelId="{EED3F3E3-7CA2-4B3C-BFAD-22147F0EF251}" type="pres">
      <dgm:prSet presAssocID="{BC2E3BA9-0AC2-4213-864A-3CC9AE74F1FF}" presName="spacerBetweenCircleAndCallout" presStyleCnt="0">
        <dgm:presLayoutVars/>
      </dgm:prSet>
      <dgm:spPr/>
    </dgm:pt>
    <dgm:pt modelId="{B0C2461F-363F-416E-8327-E390A538ABE1}" type="pres">
      <dgm:prSet presAssocID="{61E36DF7-B251-4127-939A-651C8654BEB5}" presName="nodeText" presStyleLbl="alignAccFollowNode1" presStyleIdx="14" presStyleCnt="18">
        <dgm:presLayoutVars>
          <dgm:bulletEnabled val="1"/>
        </dgm:presLayoutVars>
      </dgm:prSet>
      <dgm:spPr/>
    </dgm:pt>
    <dgm:pt modelId="{C5C1BC56-212B-4BE8-B8B8-2A4E04944314}" type="pres">
      <dgm:prSet presAssocID="{BC2E3BA9-0AC2-4213-864A-3CC9AE74F1FF}" presName="sibTransComposite" presStyleCnt="0"/>
      <dgm:spPr/>
    </dgm:pt>
    <dgm:pt modelId="{AAFD929A-E49F-476B-BEDB-93D5CB228CDA}" type="pres">
      <dgm:prSet presAssocID="{7169D983-33DE-45A5-B09A-1986CB064BE7}" presName="compositeNode" presStyleCnt="0"/>
      <dgm:spPr/>
    </dgm:pt>
    <dgm:pt modelId="{CCE8170F-96D7-409B-881C-60781CE6D817}" type="pres">
      <dgm:prSet presAssocID="{7169D983-33DE-45A5-B09A-1986CB064BE7}" presName="parTx" presStyleLbl="node1" presStyleIdx="0" presStyleCnt="0">
        <dgm:presLayoutVars>
          <dgm:chMax val="0"/>
          <dgm:chPref val="0"/>
          <dgm:bulletEnabled val="1"/>
        </dgm:presLayoutVars>
      </dgm:prSet>
      <dgm:spPr/>
    </dgm:pt>
    <dgm:pt modelId="{B33E710F-69B1-49A2-85B9-5C241C55F4DF}" type="pres">
      <dgm:prSet presAssocID="{7169D983-33DE-45A5-B09A-1986CB064BE7}" presName="parSh" presStyleCnt="0"/>
      <dgm:spPr/>
    </dgm:pt>
    <dgm:pt modelId="{113567A8-3232-459E-8730-43C113271694}" type="pres">
      <dgm:prSet presAssocID="{7169D983-33DE-45A5-B09A-1986CB064BE7}" presName="lineNode" presStyleLbl="alignAccFollowNode1" presStyleIdx="15" presStyleCnt="18"/>
      <dgm:spPr/>
    </dgm:pt>
    <dgm:pt modelId="{3DEA6019-8C79-4E86-8106-1525F59ECB75}" type="pres">
      <dgm:prSet presAssocID="{7169D983-33DE-45A5-B09A-1986CB064BE7}" presName="lineArrowNode" presStyleLbl="alignAccFollowNode1" presStyleIdx="16" presStyleCnt="18"/>
      <dgm:spPr/>
    </dgm:pt>
    <dgm:pt modelId="{61487EE1-D1E6-4D28-A43D-33D52D2F523E}" type="pres">
      <dgm:prSet presAssocID="{620DDC7C-3448-4D3F-B2AA-378A9FCD4498}" presName="sibTransNodeCircle" presStyleLbl="alignNode1" presStyleIdx="5" presStyleCnt="6">
        <dgm:presLayoutVars>
          <dgm:chMax val="0"/>
          <dgm:bulletEnabled/>
        </dgm:presLayoutVars>
      </dgm:prSet>
      <dgm:spPr/>
    </dgm:pt>
    <dgm:pt modelId="{B69672CD-9E53-407E-A10A-EE6117531C72}" type="pres">
      <dgm:prSet presAssocID="{620DDC7C-3448-4D3F-B2AA-378A9FCD4498}" presName="spacerBetweenCircleAndCallout" presStyleCnt="0">
        <dgm:presLayoutVars/>
      </dgm:prSet>
      <dgm:spPr/>
    </dgm:pt>
    <dgm:pt modelId="{F0348B9F-3793-4B61-B763-9B5F74437F78}" type="pres">
      <dgm:prSet presAssocID="{7169D983-33DE-45A5-B09A-1986CB064BE7}" presName="nodeText" presStyleLbl="alignAccFollowNode1" presStyleIdx="17" presStyleCnt="18">
        <dgm:presLayoutVars>
          <dgm:bulletEnabled val="1"/>
        </dgm:presLayoutVars>
      </dgm:prSet>
      <dgm:spPr/>
    </dgm:pt>
  </dgm:ptLst>
  <dgm:cxnLst>
    <dgm:cxn modelId="{EAC3E102-1D85-4FD3-BA76-FAC4F12BA8E3}" type="presOf" srcId="{3B3C4AD7-7AA6-4E01-BC2F-31EAE42A1735}" destId="{CCD06C2F-8DDB-4C82-A667-2BCBA2161EF7}" srcOrd="0" destOrd="0" presId="urn:microsoft.com/office/officeart/2016/7/layout/LinearArrowProcessNumbered"/>
    <dgm:cxn modelId="{525DAC12-BF9C-45B1-9E46-D77BEB47A503}" srcId="{BFFBBA15-BD12-43DF-ADFD-2650D2B9F957}" destId="{7169D983-33DE-45A5-B09A-1986CB064BE7}" srcOrd="5" destOrd="0" parTransId="{4A954E8A-67F0-4BA4-AB01-7826EC206AD4}" sibTransId="{620DDC7C-3448-4D3F-B2AA-378A9FCD4498}"/>
    <dgm:cxn modelId="{F8A05C5E-F555-4CC5-9BD0-C232C50BE63F}" type="presOf" srcId="{BFFBBA15-BD12-43DF-ADFD-2650D2B9F957}" destId="{B2F53D75-4849-468C-8BC6-17DB99BE0E80}" srcOrd="0" destOrd="0" presId="urn:microsoft.com/office/officeart/2016/7/layout/LinearArrowProcessNumbered"/>
    <dgm:cxn modelId="{2BABC260-3822-4F37-A99F-F4B06E280E9C}" type="presOf" srcId="{A46C87E2-F29D-4814-92E8-9074335D7BF1}" destId="{089F6897-E51D-4D19-9C1D-1B0BA7465247}" srcOrd="0" destOrd="0" presId="urn:microsoft.com/office/officeart/2016/7/layout/LinearArrowProcessNumbered"/>
    <dgm:cxn modelId="{C9C7AE42-C316-4530-AE33-36EC3F388D89}" type="presOf" srcId="{61E36DF7-B251-4127-939A-651C8654BEB5}" destId="{B0C2461F-363F-416E-8327-E390A538ABE1}" srcOrd="0" destOrd="0" presId="urn:microsoft.com/office/officeart/2016/7/layout/LinearArrowProcessNumbered"/>
    <dgm:cxn modelId="{ED835E67-1493-46B0-8308-2D14D6C5AF24}" srcId="{BFFBBA15-BD12-43DF-ADFD-2650D2B9F957}" destId="{025D8C36-94EF-46FA-8C59-F487CFEABA68}" srcOrd="1" destOrd="0" parTransId="{4474DA5D-F331-4BC5-85A5-EC95434E9F4D}" sibTransId="{99498D55-6FC8-4DB5-9608-397DC0E30B02}"/>
    <dgm:cxn modelId="{55A2D457-5DA7-4FB9-AAAB-C4B3D4F6D385}" srcId="{BFFBBA15-BD12-43DF-ADFD-2650D2B9F957}" destId="{BA426B1D-C239-4A8C-8D34-0F567FB83587}" srcOrd="0" destOrd="0" parTransId="{264C0A9A-A5C6-4CD9-B1EB-CA58EE3C5BBA}" sibTransId="{A46C87E2-F29D-4814-92E8-9074335D7BF1}"/>
    <dgm:cxn modelId="{DA218C7C-0B00-4EB8-B120-BD32097AB02F}" type="presOf" srcId="{7169D983-33DE-45A5-B09A-1986CB064BE7}" destId="{F0348B9F-3793-4B61-B763-9B5F74437F78}" srcOrd="0" destOrd="0" presId="urn:microsoft.com/office/officeart/2016/7/layout/LinearArrowProcessNumbered"/>
    <dgm:cxn modelId="{81919196-490F-4A8F-A05F-10EC6A195269}" type="presOf" srcId="{025D8C36-94EF-46FA-8C59-F487CFEABA68}" destId="{D0856785-1119-4A72-A7C3-DB8838DE09D6}" srcOrd="0" destOrd="0" presId="urn:microsoft.com/office/officeart/2016/7/layout/LinearArrowProcessNumbered"/>
    <dgm:cxn modelId="{906AA996-C7AB-4502-802E-3E27FCA9F106}" type="presOf" srcId="{E43F161C-E638-4B44-BA9C-156D5289F8F5}" destId="{96F9C1B2-175F-410C-953E-532239C25DD3}" srcOrd="0" destOrd="0" presId="urn:microsoft.com/office/officeart/2016/7/layout/LinearArrowProcessNumbered"/>
    <dgm:cxn modelId="{763CE19D-7630-45CA-BDB2-8562E0DCBF10}" srcId="{BFFBBA15-BD12-43DF-ADFD-2650D2B9F957}" destId="{61E36DF7-B251-4127-939A-651C8654BEB5}" srcOrd="4" destOrd="0" parTransId="{575424E0-9C51-4C36-B8BF-344BBA71AFF8}" sibTransId="{BC2E3BA9-0AC2-4213-864A-3CC9AE74F1FF}"/>
    <dgm:cxn modelId="{8F0AB5A3-DF1E-4233-BEB6-C43737F7DB6B}" srcId="{BFFBBA15-BD12-43DF-ADFD-2650D2B9F957}" destId="{492E7855-21E0-48B1-A613-273594BCD9E6}" srcOrd="2" destOrd="0" parTransId="{F4A5700A-228B-48B7-BFA9-448676ECEB36}" sibTransId="{E43F161C-E638-4B44-BA9C-156D5289F8F5}"/>
    <dgm:cxn modelId="{944FCCA3-EA7C-475D-801E-73053BD7D14F}" type="presOf" srcId="{99498D55-6FC8-4DB5-9608-397DC0E30B02}" destId="{6A3D4E4B-3D87-417F-A701-EC4F933535D9}" srcOrd="0" destOrd="0" presId="urn:microsoft.com/office/officeart/2016/7/layout/LinearArrowProcessNumbered"/>
    <dgm:cxn modelId="{68336CA6-6F34-4C9F-9798-61661C0B2714}" srcId="{BFFBBA15-BD12-43DF-ADFD-2650D2B9F957}" destId="{3B3C4AD7-7AA6-4E01-BC2F-31EAE42A1735}" srcOrd="3" destOrd="0" parTransId="{BB399249-ED67-4D08-B632-8D0CA0A0209D}" sibTransId="{B16BF28F-7269-4A4A-A99C-11624AA1FCC7}"/>
    <dgm:cxn modelId="{AA2534CF-3BA0-48FE-A3AA-C6D608138151}" type="presOf" srcId="{B16BF28F-7269-4A4A-A99C-11624AA1FCC7}" destId="{7716D782-DB4D-4410-BE00-D7F0E1DB7DBD}" srcOrd="0" destOrd="0" presId="urn:microsoft.com/office/officeart/2016/7/layout/LinearArrowProcessNumbered"/>
    <dgm:cxn modelId="{01FCB2DC-FC1B-4B60-A995-EB3DF8F75391}" type="presOf" srcId="{BC2E3BA9-0AC2-4213-864A-3CC9AE74F1FF}" destId="{5726A006-1898-4A0D-A8BD-6F8B16A60277}" srcOrd="0" destOrd="0" presId="urn:microsoft.com/office/officeart/2016/7/layout/LinearArrowProcessNumbered"/>
    <dgm:cxn modelId="{4CE1EFE3-17BD-44C4-9CA2-CC432E3443BE}" type="presOf" srcId="{620DDC7C-3448-4D3F-B2AA-378A9FCD4498}" destId="{61487EE1-D1E6-4D28-A43D-33D52D2F523E}" srcOrd="0" destOrd="0" presId="urn:microsoft.com/office/officeart/2016/7/layout/LinearArrowProcessNumbered"/>
    <dgm:cxn modelId="{64B732E6-0631-4599-BA18-576347FCDD96}" type="presOf" srcId="{492E7855-21E0-48B1-A613-273594BCD9E6}" destId="{8B166536-6076-48CC-BF77-C53ADB142995}" srcOrd="0" destOrd="0" presId="urn:microsoft.com/office/officeart/2016/7/layout/LinearArrowProcessNumbered"/>
    <dgm:cxn modelId="{A5DC4AF5-1941-4919-B2D9-C3A7D059C451}" type="presOf" srcId="{BA426B1D-C239-4A8C-8D34-0F567FB83587}" destId="{C625D11E-2A06-415B-93C0-02B90966C933}" srcOrd="0" destOrd="0" presId="urn:microsoft.com/office/officeart/2016/7/layout/LinearArrowProcessNumbered"/>
    <dgm:cxn modelId="{E305D4F9-978D-4FDD-A95A-C556FEC18D11}" type="presParOf" srcId="{B2F53D75-4849-468C-8BC6-17DB99BE0E80}" destId="{FEA7D806-C786-4AEB-8B6E-D88BDAA9E918}" srcOrd="0" destOrd="0" presId="urn:microsoft.com/office/officeart/2016/7/layout/LinearArrowProcessNumbered"/>
    <dgm:cxn modelId="{AC6319D0-35D6-4A59-9C64-5549F8A4D60C}" type="presParOf" srcId="{FEA7D806-C786-4AEB-8B6E-D88BDAA9E918}" destId="{897B5741-C287-4732-8A7C-751BB1ABDDEF}" srcOrd="0" destOrd="0" presId="urn:microsoft.com/office/officeart/2016/7/layout/LinearArrowProcessNumbered"/>
    <dgm:cxn modelId="{F7F17E08-B9AF-4B11-91F5-2453CFC4AEF3}" type="presParOf" srcId="{FEA7D806-C786-4AEB-8B6E-D88BDAA9E918}" destId="{49460808-28B9-46E0-85BE-1E3DC2F0E02F}" srcOrd="1" destOrd="0" presId="urn:microsoft.com/office/officeart/2016/7/layout/LinearArrowProcessNumbered"/>
    <dgm:cxn modelId="{2E93CBDB-DF1C-46A5-8746-8CAD9ADC523E}" type="presParOf" srcId="{49460808-28B9-46E0-85BE-1E3DC2F0E02F}" destId="{8046FCC4-3DB4-41D8-B805-39905F4CF2DA}" srcOrd="0" destOrd="0" presId="urn:microsoft.com/office/officeart/2016/7/layout/LinearArrowProcessNumbered"/>
    <dgm:cxn modelId="{EE648CB7-483A-4625-A99C-4D6418F28A7C}" type="presParOf" srcId="{49460808-28B9-46E0-85BE-1E3DC2F0E02F}" destId="{B9A5C1C7-B914-4880-BE20-B3D2C685DF14}" srcOrd="1" destOrd="0" presId="urn:microsoft.com/office/officeart/2016/7/layout/LinearArrowProcessNumbered"/>
    <dgm:cxn modelId="{07F62CE7-FDB0-4007-92B4-266D6CB335AA}" type="presParOf" srcId="{49460808-28B9-46E0-85BE-1E3DC2F0E02F}" destId="{089F6897-E51D-4D19-9C1D-1B0BA7465247}" srcOrd="2" destOrd="0" presId="urn:microsoft.com/office/officeart/2016/7/layout/LinearArrowProcessNumbered"/>
    <dgm:cxn modelId="{31AEE124-ABB7-4744-B1B8-4016B34E4482}" type="presParOf" srcId="{49460808-28B9-46E0-85BE-1E3DC2F0E02F}" destId="{A21E835C-4399-41F9-9974-F1440D4464CA}" srcOrd="3" destOrd="0" presId="urn:microsoft.com/office/officeart/2016/7/layout/LinearArrowProcessNumbered"/>
    <dgm:cxn modelId="{4DFB9366-0E20-47E8-BEE3-831960DF6466}" type="presParOf" srcId="{FEA7D806-C786-4AEB-8B6E-D88BDAA9E918}" destId="{C625D11E-2A06-415B-93C0-02B90966C933}" srcOrd="2" destOrd="0" presId="urn:microsoft.com/office/officeart/2016/7/layout/LinearArrowProcessNumbered"/>
    <dgm:cxn modelId="{4CE0BF62-9ED5-41EC-9E97-F79F4442C0D5}" type="presParOf" srcId="{B2F53D75-4849-468C-8BC6-17DB99BE0E80}" destId="{BF888604-46E1-48B2-A721-B4C71BA668D1}" srcOrd="1" destOrd="0" presId="urn:microsoft.com/office/officeart/2016/7/layout/LinearArrowProcessNumbered"/>
    <dgm:cxn modelId="{54DB2644-09C7-483F-AFCD-1EB5DEEDEECA}" type="presParOf" srcId="{B2F53D75-4849-468C-8BC6-17DB99BE0E80}" destId="{7E3C8488-E98B-49E2-82A9-9B19E32FC352}" srcOrd="2" destOrd="0" presId="urn:microsoft.com/office/officeart/2016/7/layout/LinearArrowProcessNumbered"/>
    <dgm:cxn modelId="{7F963834-AECD-436D-A63F-408D5472C8DC}" type="presParOf" srcId="{7E3C8488-E98B-49E2-82A9-9B19E32FC352}" destId="{08DD33BB-2BA3-4150-95EF-BD10898BD271}" srcOrd="0" destOrd="0" presId="urn:microsoft.com/office/officeart/2016/7/layout/LinearArrowProcessNumbered"/>
    <dgm:cxn modelId="{62384352-241A-4AC2-9AFF-5052311BCA7B}" type="presParOf" srcId="{7E3C8488-E98B-49E2-82A9-9B19E32FC352}" destId="{CEA9DA58-3536-4D39-BD94-B625D6455CB9}" srcOrd="1" destOrd="0" presId="urn:microsoft.com/office/officeart/2016/7/layout/LinearArrowProcessNumbered"/>
    <dgm:cxn modelId="{04E0C05C-7C1D-4EA7-91FB-3DD1E7CBF6E4}" type="presParOf" srcId="{CEA9DA58-3536-4D39-BD94-B625D6455CB9}" destId="{C5418AED-CE7B-43A0-9B78-A21A707AFAB3}" srcOrd="0" destOrd="0" presId="urn:microsoft.com/office/officeart/2016/7/layout/LinearArrowProcessNumbered"/>
    <dgm:cxn modelId="{4493C630-290C-43C0-B4D0-6FD83EA5E9FA}" type="presParOf" srcId="{CEA9DA58-3536-4D39-BD94-B625D6455CB9}" destId="{ECA42760-C394-4D3D-B613-588FC939E33A}" srcOrd="1" destOrd="0" presId="urn:microsoft.com/office/officeart/2016/7/layout/LinearArrowProcessNumbered"/>
    <dgm:cxn modelId="{C138F26A-E68F-4C82-B0F3-62C4E8631EB7}" type="presParOf" srcId="{CEA9DA58-3536-4D39-BD94-B625D6455CB9}" destId="{6A3D4E4B-3D87-417F-A701-EC4F933535D9}" srcOrd="2" destOrd="0" presId="urn:microsoft.com/office/officeart/2016/7/layout/LinearArrowProcessNumbered"/>
    <dgm:cxn modelId="{6078756B-1803-4F1E-88E3-105249074FBF}" type="presParOf" srcId="{CEA9DA58-3536-4D39-BD94-B625D6455CB9}" destId="{D72FB1DC-EBEB-4529-93E7-25AADAD65A49}" srcOrd="3" destOrd="0" presId="urn:microsoft.com/office/officeart/2016/7/layout/LinearArrowProcessNumbered"/>
    <dgm:cxn modelId="{9DA44D81-AB8E-4461-8E20-CECDC9E22DC3}" type="presParOf" srcId="{7E3C8488-E98B-49E2-82A9-9B19E32FC352}" destId="{D0856785-1119-4A72-A7C3-DB8838DE09D6}" srcOrd="2" destOrd="0" presId="urn:microsoft.com/office/officeart/2016/7/layout/LinearArrowProcessNumbered"/>
    <dgm:cxn modelId="{E2E5D469-8BA1-4DBE-9C73-D734676FBA29}" type="presParOf" srcId="{B2F53D75-4849-468C-8BC6-17DB99BE0E80}" destId="{186F06B9-4424-4BBB-949C-01659A47F2BB}" srcOrd="3" destOrd="0" presId="urn:microsoft.com/office/officeart/2016/7/layout/LinearArrowProcessNumbered"/>
    <dgm:cxn modelId="{78CB2CBD-D391-4A44-819A-5A53A7933695}" type="presParOf" srcId="{B2F53D75-4849-468C-8BC6-17DB99BE0E80}" destId="{55B7A3FE-3A6B-4C77-A4D0-037DF0C4E395}" srcOrd="4" destOrd="0" presId="urn:microsoft.com/office/officeart/2016/7/layout/LinearArrowProcessNumbered"/>
    <dgm:cxn modelId="{5595B11F-E220-4EAB-8F91-3B294CBE94DB}" type="presParOf" srcId="{55B7A3FE-3A6B-4C77-A4D0-037DF0C4E395}" destId="{6BD01EF2-ADC0-4293-A9A4-AD0C0CAFF0DF}" srcOrd="0" destOrd="0" presId="urn:microsoft.com/office/officeart/2016/7/layout/LinearArrowProcessNumbered"/>
    <dgm:cxn modelId="{B0FB6676-B582-4FB2-9E4F-132B20BDDE82}" type="presParOf" srcId="{55B7A3FE-3A6B-4C77-A4D0-037DF0C4E395}" destId="{35F4A648-86AB-4057-ABB9-20FF39D5A7F7}" srcOrd="1" destOrd="0" presId="urn:microsoft.com/office/officeart/2016/7/layout/LinearArrowProcessNumbered"/>
    <dgm:cxn modelId="{97D95C1D-D6BA-4FD7-8066-BD3930140A5C}" type="presParOf" srcId="{35F4A648-86AB-4057-ABB9-20FF39D5A7F7}" destId="{B035CF91-EB3D-456E-9C2C-634341E11BB0}" srcOrd="0" destOrd="0" presId="urn:microsoft.com/office/officeart/2016/7/layout/LinearArrowProcessNumbered"/>
    <dgm:cxn modelId="{215ADA59-F095-4F67-92AF-8F87CB1D3FD0}" type="presParOf" srcId="{35F4A648-86AB-4057-ABB9-20FF39D5A7F7}" destId="{CFF1191A-F792-4547-9DA1-8BA6A1E8D40B}" srcOrd="1" destOrd="0" presId="urn:microsoft.com/office/officeart/2016/7/layout/LinearArrowProcessNumbered"/>
    <dgm:cxn modelId="{79C57264-5FE4-4767-AF92-297D24B2B43E}" type="presParOf" srcId="{35F4A648-86AB-4057-ABB9-20FF39D5A7F7}" destId="{96F9C1B2-175F-410C-953E-532239C25DD3}" srcOrd="2" destOrd="0" presId="urn:microsoft.com/office/officeart/2016/7/layout/LinearArrowProcessNumbered"/>
    <dgm:cxn modelId="{F8F89A25-6402-4DD5-A748-8514A74D89C0}" type="presParOf" srcId="{35F4A648-86AB-4057-ABB9-20FF39D5A7F7}" destId="{21930585-892F-4304-879D-D832FD4223FE}" srcOrd="3" destOrd="0" presId="urn:microsoft.com/office/officeart/2016/7/layout/LinearArrowProcessNumbered"/>
    <dgm:cxn modelId="{EAC50831-4148-48AE-BBF1-07EFDFCCE9A0}" type="presParOf" srcId="{55B7A3FE-3A6B-4C77-A4D0-037DF0C4E395}" destId="{8B166536-6076-48CC-BF77-C53ADB142995}" srcOrd="2" destOrd="0" presId="urn:microsoft.com/office/officeart/2016/7/layout/LinearArrowProcessNumbered"/>
    <dgm:cxn modelId="{7B5F3ADD-D0F1-46D1-BB9C-A6F992346FA0}" type="presParOf" srcId="{B2F53D75-4849-468C-8BC6-17DB99BE0E80}" destId="{C396117D-1851-41BD-8767-AF19BE498DB8}" srcOrd="5" destOrd="0" presId="urn:microsoft.com/office/officeart/2016/7/layout/LinearArrowProcessNumbered"/>
    <dgm:cxn modelId="{347BC895-3A26-4083-8BB4-BE4F4C9EAF44}" type="presParOf" srcId="{B2F53D75-4849-468C-8BC6-17DB99BE0E80}" destId="{9862829E-2DC9-4290-ADD2-10DE3104F3D2}" srcOrd="6" destOrd="0" presId="urn:microsoft.com/office/officeart/2016/7/layout/LinearArrowProcessNumbered"/>
    <dgm:cxn modelId="{EFD1C913-4919-473E-BA47-A02D560D9870}" type="presParOf" srcId="{9862829E-2DC9-4290-ADD2-10DE3104F3D2}" destId="{AD945F86-E20E-41FD-8D2B-B1D5B1225743}" srcOrd="0" destOrd="0" presId="urn:microsoft.com/office/officeart/2016/7/layout/LinearArrowProcessNumbered"/>
    <dgm:cxn modelId="{87186098-2174-419E-A69A-FC8A84E4E41E}" type="presParOf" srcId="{9862829E-2DC9-4290-ADD2-10DE3104F3D2}" destId="{7A660369-1241-4F63-97ED-19010EE0AE4F}" srcOrd="1" destOrd="0" presId="urn:microsoft.com/office/officeart/2016/7/layout/LinearArrowProcessNumbered"/>
    <dgm:cxn modelId="{972F252C-E935-4541-81E0-D40CA905AE3F}" type="presParOf" srcId="{7A660369-1241-4F63-97ED-19010EE0AE4F}" destId="{9A4F99C5-397D-4287-990A-08118F0344F8}" srcOrd="0" destOrd="0" presId="urn:microsoft.com/office/officeart/2016/7/layout/LinearArrowProcessNumbered"/>
    <dgm:cxn modelId="{23C37BF4-A947-4376-98FB-CA026164E584}" type="presParOf" srcId="{7A660369-1241-4F63-97ED-19010EE0AE4F}" destId="{96A3722D-93B3-4248-841D-08A9C7B915EB}" srcOrd="1" destOrd="0" presId="urn:microsoft.com/office/officeart/2016/7/layout/LinearArrowProcessNumbered"/>
    <dgm:cxn modelId="{48A7DF30-4FA4-4975-8246-B982C99BAED1}" type="presParOf" srcId="{7A660369-1241-4F63-97ED-19010EE0AE4F}" destId="{7716D782-DB4D-4410-BE00-D7F0E1DB7DBD}" srcOrd="2" destOrd="0" presId="urn:microsoft.com/office/officeart/2016/7/layout/LinearArrowProcessNumbered"/>
    <dgm:cxn modelId="{775B55A1-0790-4684-A9B1-1358B6D397D0}" type="presParOf" srcId="{7A660369-1241-4F63-97ED-19010EE0AE4F}" destId="{B142A683-20F4-4AD4-8ECE-9869790C1601}" srcOrd="3" destOrd="0" presId="urn:microsoft.com/office/officeart/2016/7/layout/LinearArrowProcessNumbered"/>
    <dgm:cxn modelId="{B04990DF-8352-482B-A50E-D6AE7DC5173E}" type="presParOf" srcId="{9862829E-2DC9-4290-ADD2-10DE3104F3D2}" destId="{CCD06C2F-8DDB-4C82-A667-2BCBA2161EF7}" srcOrd="2" destOrd="0" presId="urn:microsoft.com/office/officeart/2016/7/layout/LinearArrowProcessNumbered"/>
    <dgm:cxn modelId="{E83A2C55-E3A3-4D81-B37E-E54E997AA11B}" type="presParOf" srcId="{B2F53D75-4849-468C-8BC6-17DB99BE0E80}" destId="{E02D38AA-AAC9-4EF6-B1B4-32F8DBF9A057}" srcOrd="7" destOrd="0" presId="urn:microsoft.com/office/officeart/2016/7/layout/LinearArrowProcessNumbered"/>
    <dgm:cxn modelId="{62E5AC07-C0E4-4258-906F-DB04316AA80D}" type="presParOf" srcId="{B2F53D75-4849-468C-8BC6-17DB99BE0E80}" destId="{C720CD96-3E72-4C47-A4F5-3221A8DF1CCC}" srcOrd="8" destOrd="0" presId="urn:microsoft.com/office/officeart/2016/7/layout/LinearArrowProcessNumbered"/>
    <dgm:cxn modelId="{D57A405C-7879-4822-8756-9629180E7225}" type="presParOf" srcId="{C720CD96-3E72-4C47-A4F5-3221A8DF1CCC}" destId="{E63D956E-58D5-4CEB-B71B-57762B9579A3}" srcOrd="0" destOrd="0" presId="urn:microsoft.com/office/officeart/2016/7/layout/LinearArrowProcessNumbered"/>
    <dgm:cxn modelId="{28CE0897-4703-486C-A621-A314608C08F7}" type="presParOf" srcId="{C720CD96-3E72-4C47-A4F5-3221A8DF1CCC}" destId="{2CFA1EC0-8791-4455-925F-3A05385F54C6}" srcOrd="1" destOrd="0" presId="urn:microsoft.com/office/officeart/2016/7/layout/LinearArrowProcessNumbered"/>
    <dgm:cxn modelId="{CA094969-2558-48BE-A6D7-075F08C7C672}" type="presParOf" srcId="{2CFA1EC0-8791-4455-925F-3A05385F54C6}" destId="{C962B534-7773-40E1-A9E1-288AEBFD0696}" srcOrd="0" destOrd="0" presId="urn:microsoft.com/office/officeart/2016/7/layout/LinearArrowProcessNumbered"/>
    <dgm:cxn modelId="{0D6EC4C6-17D2-4F5A-B0BE-33AAB2F5F849}" type="presParOf" srcId="{2CFA1EC0-8791-4455-925F-3A05385F54C6}" destId="{ED429753-DFCA-4749-8C4D-EF12D4BFBCF5}" srcOrd="1" destOrd="0" presId="urn:microsoft.com/office/officeart/2016/7/layout/LinearArrowProcessNumbered"/>
    <dgm:cxn modelId="{763A71ED-D3A5-4EFC-BF9A-2087B7372F75}" type="presParOf" srcId="{2CFA1EC0-8791-4455-925F-3A05385F54C6}" destId="{5726A006-1898-4A0D-A8BD-6F8B16A60277}" srcOrd="2" destOrd="0" presId="urn:microsoft.com/office/officeart/2016/7/layout/LinearArrowProcessNumbered"/>
    <dgm:cxn modelId="{8FFA96C8-C82E-4D9A-ABC0-839D28DE8453}" type="presParOf" srcId="{2CFA1EC0-8791-4455-925F-3A05385F54C6}" destId="{EED3F3E3-7CA2-4B3C-BFAD-22147F0EF251}" srcOrd="3" destOrd="0" presId="urn:microsoft.com/office/officeart/2016/7/layout/LinearArrowProcessNumbered"/>
    <dgm:cxn modelId="{4E39827E-3FCA-451E-B59C-71F62A5E33B6}" type="presParOf" srcId="{C720CD96-3E72-4C47-A4F5-3221A8DF1CCC}" destId="{B0C2461F-363F-416E-8327-E390A538ABE1}" srcOrd="2" destOrd="0" presId="urn:microsoft.com/office/officeart/2016/7/layout/LinearArrowProcessNumbered"/>
    <dgm:cxn modelId="{5EF643D4-E3D4-4859-B9C6-DF432F81C308}" type="presParOf" srcId="{B2F53D75-4849-468C-8BC6-17DB99BE0E80}" destId="{C5C1BC56-212B-4BE8-B8B8-2A4E04944314}" srcOrd="9" destOrd="0" presId="urn:microsoft.com/office/officeart/2016/7/layout/LinearArrowProcessNumbered"/>
    <dgm:cxn modelId="{DCD21A5A-32E5-4C10-BE86-E7178F11FAB0}" type="presParOf" srcId="{B2F53D75-4849-468C-8BC6-17DB99BE0E80}" destId="{AAFD929A-E49F-476B-BEDB-93D5CB228CDA}" srcOrd="10" destOrd="0" presId="urn:microsoft.com/office/officeart/2016/7/layout/LinearArrowProcessNumbered"/>
    <dgm:cxn modelId="{A297E66F-7BCC-498B-A816-CC788EF310BA}" type="presParOf" srcId="{AAFD929A-E49F-476B-BEDB-93D5CB228CDA}" destId="{CCE8170F-96D7-409B-881C-60781CE6D817}" srcOrd="0" destOrd="0" presId="urn:microsoft.com/office/officeart/2016/7/layout/LinearArrowProcessNumbered"/>
    <dgm:cxn modelId="{D1177288-0827-4DC1-ADAB-BC6A9D3B116E}" type="presParOf" srcId="{AAFD929A-E49F-476B-BEDB-93D5CB228CDA}" destId="{B33E710F-69B1-49A2-85B9-5C241C55F4DF}" srcOrd="1" destOrd="0" presId="urn:microsoft.com/office/officeart/2016/7/layout/LinearArrowProcessNumbered"/>
    <dgm:cxn modelId="{5786ED07-D2C3-435D-A754-A74A70E10E5C}" type="presParOf" srcId="{B33E710F-69B1-49A2-85B9-5C241C55F4DF}" destId="{113567A8-3232-459E-8730-43C113271694}" srcOrd="0" destOrd="0" presId="urn:microsoft.com/office/officeart/2016/7/layout/LinearArrowProcessNumbered"/>
    <dgm:cxn modelId="{98442CE3-F095-4269-A1AB-9DB84A1AE4FA}" type="presParOf" srcId="{B33E710F-69B1-49A2-85B9-5C241C55F4DF}" destId="{3DEA6019-8C79-4E86-8106-1525F59ECB75}" srcOrd="1" destOrd="0" presId="urn:microsoft.com/office/officeart/2016/7/layout/LinearArrowProcessNumbered"/>
    <dgm:cxn modelId="{6D0BBEDD-EC8E-48D0-836F-FA97CF873171}" type="presParOf" srcId="{B33E710F-69B1-49A2-85B9-5C241C55F4DF}" destId="{61487EE1-D1E6-4D28-A43D-33D52D2F523E}" srcOrd="2" destOrd="0" presId="urn:microsoft.com/office/officeart/2016/7/layout/LinearArrowProcessNumbered"/>
    <dgm:cxn modelId="{40471C37-4D9A-4857-A43D-63AAC59F40D2}" type="presParOf" srcId="{B33E710F-69B1-49A2-85B9-5C241C55F4DF}" destId="{B69672CD-9E53-407E-A10A-EE6117531C72}" srcOrd="3" destOrd="0" presId="urn:microsoft.com/office/officeart/2016/7/layout/LinearArrowProcessNumbered"/>
    <dgm:cxn modelId="{EE1506F2-8BC1-4588-99C9-CF0BEC885B23}" type="presParOf" srcId="{AAFD929A-E49F-476B-BEDB-93D5CB228CDA}" destId="{F0348B9F-3793-4B61-B763-9B5F74437F78}"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DB556B-9FCA-4398-A6D3-06B53F43E5D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2F743D67-3633-442F-ACE9-181422B73D7D}">
      <dgm:prSet/>
      <dgm:spPr/>
      <dgm:t>
        <a:bodyPr/>
        <a:lstStyle/>
        <a:p>
          <a:r>
            <a:rPr lang="en-US"/>
            <a:t>Intuitive: Presenting a graph as a node-link structure instantly makes sense, even to people who have never worked with graphs before.</a:t>
          </a:r>
        </a:p>
      </dgm:t>
    </dgm:pt>
    <dgm:pt modelId="{CF74BC10-5EF3-4237-BC2E-7B38ED3B2F44}" type="parTrans" cxnId="{20499177-0436-42FB-80B0-E40374816BC1}">
      <dgm:prSet/>
      <dgm:spPr/>
      <dgm:t>
        <a:bodyPr/>
        <a:lstStyle/>
        <a:p>
          <a:endParaRPr lang="en-US"/>
        </a:p>
      </dgm:t>
    </dgm:pt>
    <dgm:pt modelId="{4B4544AD-ECB9-434C-8117-5BE2C26639DC}" type="sibTrans" cxnId="{20499177-0436-42FB-80B0-E40374816BC1}">
      <dgm:prSet/>
      <dgm:spPr/>
      <dgm:t>
        <a:bodyPr/>
        <a:lstStyle/>
        <a:p>
          <a:endParaRPr lang="en-US"/>
        </a:p>
      </dgm:t>
    </dgm:pt>
    <dgm:pt modelId="{D9FF86BB-5EE9-4B93-BBBF-8322AD17C7A6}">
      <dgm:prSet/>
      <dgm:spPr/>
      <dgm:t>
        <a:bodyPr/>
        <a:lstStyle/>
        <a:p>
          <a:r>
            <a:rPr lang="en-US"/>
            <a:t>Fast: It is fast because our brains are great at identifying patterns, but only when data is presented in a tangible format. Armed with visualization, we can spot trends and outliers very effectively.</a:t>
          </a:r>
        </a:p>
      </dgm:t>
    </dgm:pt>
    <dgm:pt modelId="{766C485C-64FE-44CF-B6F8-7172E94B16C6}" type="parTrans" cxnId="{9A1FEC63-CEF6-407E-91D8-D40EFCF5A402}">
      <dgm:prSet/>
      <dgm:spPr/>
      <dgm:t>
        <a:bodyPr/>
        <a:lstStyle/>
        <a:p>
          <a:endParaRPr lang="en-US"/>
        </a:p>
      </dgm:t>
    </dgm:pt>
    <dgm:pt modelId="{148813B0-AD34-45C8-81AB-AF8DD6395514}" type="sibTrans" cxnId="{9A1FEC63-CEF6-407E-91D8-D40EFCF5A402}">
      <dgm:prSet/>
      <dgm:spPr/>
      <dgm:t>
        <a:bodyPr/>
        <a:lstStyle/>
        <a:p>
          <a:endParaRPr lang="en-US"/>
        </a:p>
      </dgm:t>
    </dgm:pt>
    <dgm:pt modelId="{7F5C20BF-A19A-40F4-AF82-AF8597B68C85}">
      <dgm:prSet/>
      <dgm:spPr/>
      <dgm:t>
        <a:bodyPr/>
        <a:lstStyle/>
        <a:p>
          <a:r>
            <a:rPr lang="en-US"/>
            <a:t>Flexible: The world is densely connected, so as long as there is an interesting relationship in your data somewhere, you will find value in graph visualization.</a:t>
          </a:r>
        </a:p>
      </dgm:t>
    </dgm:pt>
    <dgm:pt modelId="{34FE04EA-73C7-4708-A979-3E07E132E3BF}" type="parTrans" cxnId="{0E14093F-D22B-4879-ADCA-C67BCB74C457}">
      <dgm:prSet/>
      <dgm:spPr/>
      <dgm:t>
        <a:bodyPr/>
        <a:lstStyle/>
        <a:p>
          <a:endParaRPr lang="en-US"/>
        </a:p>
      </dgm:t>
    </dgm:pt>
    <dgm:pt modelId="{57CD2498-D740-4A0A-BE89-270E0B025AC7}" type="sibTrans" cxnId="{0E14093F-D22B-4879-ADCA-C67BCB74C457}">
      <dgm:prSet/>
      <dgm:spPr/>
      <dgm:t>
        <a:bodyPr/>
        <a:lstStyle/>
        <a:p>
          <a:endParaRPr lang="en-US"/>
        </a:p>
      </dgm:t>
    </dgm:pt>
    <dgm:pt modelId="{596F4E42-95B0-4237-AEBF-A13DB9C6C11F}">
      <dgm:prSet/>
      <dgm:spPr/>
      <dgm:t>
        <a:bodyPr/>
        <a:lstStyle/>
        <a:p>
          <a:r>
            <a:rPr lang="en-US"/>
            <a:t>Insightful: Exploring graph data interactively allows users to gain more in-depth knowledge, understand the context and ask more questions, compared to static visualization or raw data.</a:t>
          </a:r>
        </a:p>
      </dgm:t>
    </dgm:pt>
    <dgm:pt modelId="{2C3B76B6-C787-462A-BB7E-C9B86DF17CFA}" type="parTrans" cxnId="{978973A7-E7F2-4DD7-A557-FD7E307D2AA1}">
      <dgm:prSet/>
      <dgm:spPr/>
      <dgm:t>
        <a:bodyPr/>
        <a:lstStyle/>
        <a:p>
          <a:endParaRPr lang="en-US"/>
        </a:p>
      </dgm:t>
    </dgm:pt>
    <dgm:pt modelId="{6B0FADE2-CC6D-47CF-BF34-453E98B05A6B}" type="sibTrans" cxnId="{978973A7-E7F2-4DD7-A557-FD7E307D2AA1}">
      <dgm:prSet/>
      <dgm:spPr/>
      <dgm:t>
        <a:bodyPr/>
        <a:lstStyle/>
        <a:p>
          <a:endParaRPr lang="en-US"/>
        </a:p>
      </dgm:t>
    </dgm:pt>
    <dgm:pt modelId="{A0C22659-E19A-4611-89EB-A4F791321874}" type="pres">
      <dgm:prSet presAssocID="{33DB556B-9FCA-4398-A6D3-06B53F43E5D4}" presName="linear" presStyleCnt="0">
        <dgm:presLayoutVars>
          <dgm:animLvl val="lvl"/>
          <dgm:resizeHandles val="exact"/>
        </dgm:presLayoutVars>
      </dgm:prSet>
      <dgm:spPr/>
    </dgm:pt>
    <dgm:pt modelId="{2EF17F61-C98B-4194-A92D-C18752ACA95B}" type="pres">
      <dgm:prSet presAssocID="{2F743D67-3633-442F-ACE9-181422B73D7D}" presName="parentText" presStyleLbl="node1" presStyleIdx="0" presStyleCnt="4">
        <dgm:presLayoutVars>
          <dgm:chMax val="0"/>
          <dgm:bulletEnabled val="1"/>
        </dgm:presLayoutVars>
      </dgm:prSet>
      <dgm:spPr/>
    </dgm:pt>
    <dgm:pt modelId="{ECE5060E-3ECA-4DC1-BA1B-AE88F17D3FC8}" type="pres">
      <dgm:prSet presAssocID="{4B4544AD-ECB9-434C-8117-5BE2C26639DC}" presName="spacer" presStyleCnt="0"/>
      <dgm:spPr/>
    </dgm:pt>
    <dgm:pt modelId="{E4ACB95C-D1A2-4D86-BC81-4BE639834B8F}" type="pres">
      <dgm:prSet presAssocID="{D9FF86BB-5EE9-4B93-BBBF-8322AD17C7A6}" presName="parentText" presStyleLbl="node1" presStyleIdx="1" presStyleCnt="4">
        <dgm:presLayoutVars>
          <dgm:chMax val="0"/>
          <dgm:bulletEnabled val="1"/>
        </dgm:presLayoutVars>
      </dgm:prSet>
      <dgm:spPr/>
    </dgm:pt>
    <dgm:pt modelId="{D45D6F1A-131B-4800-8FFA-8F6E53AF6DDF}" type="pres">
      <dgm:prSet presAssocID="{148813B0-AD34-45C8-81AB-AF8DD6395514}" presName="spacer" presStyleCnt="0"/>
      <dgm:spPr/>
    </dgm:pt>
    <dgm:pt modelId="{A21BF2F6-8E2E-4383-8DE1-767E67405634}" type="pres">
      <dgm:prSet presAssocID="{7F5C20BF-A19A-40F4-AF82-AF8597B68C85}" presName="parentText" presStyleLbl="node1" presStyleIdx="2" presStyleCnt="4">
        <dgm:presLayoutVars>
          <dgm:chMax val="0"/>
          <dgm:bulletEnabled val="1"/>
        </dgm:presLayoutVars>
      </dgm:prSet>
      <dgm:spPr/>
    </dgm:pt>
    <dgm:pt modelId="{7B92443E-DAD6-40FA-81BE-7A89C61B5B2C}" type="pres">
      <dgm:prSet presAssocID="{57CD2498-D740-4A0A-BE89-270E0B025AC7}" presName="spacer" presStyleCnt="0"/>
      <dgm:spPr/>
    </dgm:pt>
    <dgm:pt modelId="{DCBD99F9-D1B5-4BDF-A414-D4C5B3A6AA7D}" type="pres">
      <dgm:prSet presAssocID="{596F4E42-95B0-4237-AEBF-A13DB9C6C11F}" presName="parentText" presStyleLbl="node1" presStyleIdx="3" presStyleCnt="4">
        <dgm:presLayoutVars>
          <dgm:chMax val="0"/>
          <dgm:bulletEnabled val="1"/>
        </dgm:presLayoutVars>
      </dgm:prSet>
      <dgm:spPr/>
    </dgm:pt>
  </dgm:ptLst>
  <dgm:cxnLst>
    <dgm:cxn modelId="{0E14093F-D22B-4879-ADCA-C67BCB74C457}" srcId="{33DB556B-9FCA-4398-A6D3-06B53F43E5D4}" destId="{7F5C20BF-A19A-40F4-AF82-AF8597B68C85}" srcOrd="2" destOrd="0" parTransId="{34FE04EA-73C7-4708-A979-3E07E132E3BF}" sibTransId="{57CD2498-D740-4A0A-BE89-270E0B025AC7}"/>
    <dgm:cxn modelId="{9A1FEC63-CEF6-407E-91D8-D40EFCF5A402}" srcId="{33DB556B-9FCA-4398-A6D3-06B53F43E5D4}" destId="{D9FF86BB-5EE9-4B93-BBBF-8322AD17C7A6}" srcOrd="1" destOrd="0" parTransId="{766C485C-64FE-44CF-B6F8-7172E94B16C6}" sibTransId="{148813B0-AD34-45C8-81AB-AF8DD6395514}"/>
    <dgm:cxn modelId="{4F99476D-970F-49E8-B0F8-D600AE9E7EC4}" type="presOf" srcId="{33DB556B-9FCA-4398-A6D3-06B53F43E5D4}" destId="{A0C22659-E19A-4611-89EB-A4F791321874}" srcOrd="0" destOrd="0" presId="urn:microsoft.com/office/officeart/2005/8/layout/vList2"/>
    <dgm:cxn modelId="{20499177-0436-42FB-80B0-E40374816BC1}" srcId="{33DB556B-9FCA-4398-A6D3-06B53F43E5D4}" destId="{2F743D67-3633-442F-ACE9-181422B73D7D}" srcOrd="0" destOrd="0" parTransId="{CF74BC10-5EF3-4237-BC2E-7B38ED3B2F44}" sibTransId="{4B4544AD-ECB9-434C-8117-5BE2C26639DC}"/>
    <dgm:cxn modelId="{D6B5F29B-405C-4DD6-ABA4-8F71458A706D}" type="presOf" srcId="{D9FF86BB-5EE9-4B93-BBBF-8322AD17C7A6}" destId="{E4ACB95C-D1A2-4D86-BC81-4BE639834B8F}" srcOrd="0" destOrd="0" presId="urn:microsoft.com/office/officeart/2005/8/layout/vList2"/>
    <dgm:cxn modelId="{978973A7-E7F2-4DD7-A557-FD7E307D2AA1}" srcId="{33DB556B-9FCA-4398-A6D3-06B53F43E5D4}" destId="{596F4E42-95B0-4237-AEBF-A13DB9C6C11F}" srcOrd="3" destOrd="0" parTransId="{2C3B76B6-C787-462A-BB7E-C9B86DF17CFA}" sibTransId="{6B0FADE2-CC6D-47CF-BF34-453E98B05A6B}"/>
    <dgm:cxn modelId="{5D4ADEBC-F95B-4529-8943-11F0070B029A}" type="presOf" srcId="{2F743D67-3633-442F-ACE9-181422B73D7D}" destId="{2EF17F61-C98B-4194-A92D-C18752ACA95B}" srcOrd="0" destOrd="0" presId="urn:microsoft.com/office/officeart/2005/8/layout/vList2"/>
    <dgm:cxn modelId="{713A6DDD-F100-46CF-814E-8707798B0725}" type="presOf" srcId="{7F5C20BF-A19A-40F4-AF82-AF8597B68C85}" destId="{A21BF2F6-8E2E-4383-8DE1-767E67405634}" srcOrd="0" destOrd="0" presId="urn:microsoft.com/office/officeart/2005/8/layout/vList2"/>
    <dgm:cxn modelId="{2BD8F8E1-D00C-474D-9D8C-1131A9172AEF}" type="presOf" srcId="{596F4E42-95B0-4237-AEBF-A13DB9C6C11F}" destId="{DCBD99F9-D1B5-4BDF-A414-D4C5B3A6AA7D}" srcOrd="0" destOrd="0" presId="urn:microsoft.com/office/officeart/2005/8/layout/vList2"/>
    <dgm:cxn modelId="{82BA3315-7058-47FE-81D9-6F112E4B9CB5}" type="presParOf" srcId="{A0C22659-E19A-4611-89EB-A4F791321874}" destId="{2EF17F61-C98B-4194-A92D-C18752ACA95B}" srcOrd="0" destOrd="0" presId="urn:microsoft.com/office/officeart/2005/8/layout/vList2"/>
    <dgm:cxn modelId="{6D0EE2E0-8BB6-401C-AE6F-9BE4B11158D3}" type="presParOf" srcId="{A0C22659-E19A-4611-89EB-A4F791321874}" destId="{ECE5060E-3ECA-4DC1-BA1B-AE88F17D3FC8}" srcOrd="1" destOrd="0" presId="urn:microsoft.com/office/officeart/2005/8/layout/vList2"/>
    <dgm:cxn modelId="{1ED9185A-EC9B-4146-9912-6F3498B9739D}" type="presParOf" srcId="{A0C22659-E19A-4611-89EB-A4F791321874}" destId="{E4ACB95C-D1A2-4D86-BC81-4BE639834B8F}" srcOrd="2" destOrd="0" presId="urn:microsoft.com/office/officeart/2005/8/layout/vList2"/>
    <dgm:cxn modelId="{27193711-D7A2-47BB-9D23-DECC215F3E7C}" type="presParOf" srcId="{A0C22659-E19A-4611-89EB-A4F791321874}" destId="{D45D6F1A-131B-4800-8FFA-8F6E53AF6DDF}" srcOrd="3" destOrd="0" presId="urn:microsoft.com/office/officeart/2005/8/layout/vList2"/>
    <dgm:cxn modelId="{8B6AAFC2-EEA6-4341-94BB-49AEEE9CAF2C}" type="presParOf" srcId="{A0C22659-E19A-4611-89EB-A4F791321874}" destId="{A21BF2F6-8E2E-4383-8DE1-767E67405634}" srcOrd="4" destOrd="0" presId="urn:microsoft.com/office/officeart/2005/8/layout/vList2"/>
    <dgm:cxn modelId="{4DB5FCA6-6740-4E33-AD6F-74030668D10A}" type="presParOf" srcId="{A0C22659-E19A-4611-89EB-A4F791321874}" destId="{7B92443E-DAD6-40FA-81BE-7A89C61B5B2C}" srcOrd="5" destOrd="0" presId="urn:microsoft.com/office/officeart/2005/8/layout/vList2"/>
    <dgm:cxn modelId="{D4B58146-793C-4A1D-869D-D0D8DD4AB32E}" type="presParOf" srcId="{A0C22659-E19A-4611-89EB-A4F791321874}" destId="{DCBD99F9-D1B5-4BDF-A414-D4C5B3A6AA7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2F6A8D-3E2F-4686-A9CF-3F452176FDF8}"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6C42C6E-817C-401A-835F-ECBC07581C08}">
      <dgm:prSet/>
      <dgm:spPr/>
      <dgm:t>
        <a:bodyPr/>
        <a:lstStyle/>
        <a:p>
          <a:pPr>
            <a:lnSpc>
              <a:spcPct val="100000"/>
            </a:lnSpc>
            <a:defRPr b="1"/>
          </a:pPr>
          <a:r>
            <a:rPr lang="en-US"/>
            <a:t>Trend Analysis (Showing changes over time)</a:t>
          </a:r>
        </a:p>
      </dgm:t>
    </dgm:pt>
    <dgm:pt modelId="{BE8A5268-FB9F-4496-B0FE-0712362B6D73}" type="parTrans" cxnId="{FB6B1AED-A3DB-4DF5-83AE-78756E483440}">
      <dgm:prSet/>
      <dgm:spPr/>
      <dgm:t>
        <a:bodyPr/>
        <a:lstStyle/>
        <a:p>
          <a:endParaRPr lang="en-US"/>
        </a:p>
      </dgm:t>
    </dgm:pt>
    <dgm:pt modelId="{530A33CA-04C4-4EC8-8BA3-3EE1A41B45D0}" type="sibTrans" cxnId="{FB6B1AED-A3DB-4DF5-83AE-78756E483440}">
      <dgm:prSet/>
      <dgm:spPr/>
      <dgm:t>
        <a:bodyPr/>
        <a:lstStyle/>
        <a:p>
          <a:endParaRPr lang="en-US"/>
        </a:p>
      </dgm:t>
    </dgm:pt>
    <dgm:pt modelId="{34160E65-D6FD-428D-B57B-AA4BC38255EB}">
      <dgm:prSet/>
      <dgm:spPr/>
      <dgm:t>
        <a:bodyPr/>
        <a:lstStyle/>
        <a:p>
          <a:pPr>
            <a:lnSpc>
              <a:spcPct val="100000"/>
            </a:lnSpc>
          </a:pPr>
          <a:r>
            <a:rPr lang="en-US" b="1"/>
            <a:t>Charts:</a:t>
          </a:r>
          <a:r>
            <a:rPr lang="en-US"/>
            <a:t> Line charts, bar charts, sparklines, motion charts, scatter plots.</a:t>
          </a:r>
        </a:p>
      </dgm:t>
    </dgm:pt>
    <dgm:pt modelId="{41955F59-CDDB-4AA1-9BFE-4AE0F8B608AA}" type="parTrans" cxnId="{9FACF727-F598-4673-B2C4-39DB64C95B16}">
      <dgm:prSet/>
      <dgm:spPr/>
      <dgm:t>
        <a:bodyPr/>
        <a:lstStyle/>
        <a:p>
          <a:endParaRPr lang="en-US"/>
        </a:p>
      </dgm:t>
    </dgm:pt>
    <dgm:pt modelId="{118DDBC3-EB08-4FF6-9C05-38C67B3573EA}" type="sibTrans" cxnId="{9FACF727-F598-4673-B2C4-39DB64C95B16}">
      <dgm:prSet/>
      <dgm:spPr/>
      <dgm:t>
        <a:bodyPr/>
        <a:lstStyle/>
        <a:p>
          <a:endParaRPr lang="en-US"/>
        </a:p>
      </dgm:t>
    </dgm:pt>
    <dgm:pt modelId="{13586BE5-1262-43EC-965B-218D70686C19}">
      <dgm:prSet/>
      <dgm:spPr/>
      <dgm:t>
        <a:bodyPr/>
        <a:lstStyle/>
        <a:p>
          <a:pPr>
            <a:lnSpc>
              <a:spcPct val="100000"/>
            </a:lnSpc>
          </a:pPr>
          <a:r>
            <a:rPr lang="en-US"/>
            <a:t>Visual suggestion:</a:t>
          </a:r>
        </a:p>
      </dgm:t>
    </dgm:pt>
    <dgm:pt modelId="{C8401D18-84C9-42F8-AC63-FBD9A9792381}" type="parTrans" cxnId="{A531CAB7-ECD3-4635-9810-23B3F401FE62}">
      <dgm:prSet/>
      <dgm:spPr/>
      <dgm:t>
        <a:bodyPr/>
        <a:lstStyle/>
        <a:p>
          <a:endParaRPr lang="en-US"/>
        </a:p>
      </dgm:t>
    </dgm:pt>
    <dgm:pt modelId="{FD58FF26-9AA8-4E1B-B145-3049396C50F3}" type="sibTrans" cxnId="{A531CAB7-ECD3-4635-9810-23B3F401FE62}">
      <dgm:prSet/>
      <dgm:spPr/>
      <dgm:t>
        <a:bodyPr/>
        <a:lstStyle/>
        <a:p>
          <a:endParaRPr lang="en-US"/>
        </a:p>
      </dgm:t>
    </dgm:pt>
    <dgm:pt modelId="{30CDA7AF-78C5-419E-92DC-F1E02499E88D}">
      <dgm:prSet/>
      <dgm:spPr/>
      <dgm:t>
        <a:bodyPr/>
        <a:lstStyle/>
        <a:p>
          <a:r>
            <a:rPr lang="en-US"/>
            <a:t>Show a </a:t>
          </a:r>
          <a:r>
            <a:rPr lang="en-US" b="1"/>
            <a:t>line chart</a:t>
          </a:r>
          <a:r>
            <a:rPr lang="en-US"/>
            <a:t> example with a rising trend.</a:t>
          </a:r>
        </a:p>
      </dgm:t>
    </dgm:pt>
    <dgm:pt modelId="{80F1167C-5128-4DCE-9230-B455AF0111EF}" type="parTrans" cxnId="{0BA2DB7D-0016-41B3-B282-BC2560312660}">
      <dgm:prSet/>
      <dgm:spPr/>
      <dgm:t>
        <a:bodyPr/>
        <a:lstStyle/>
        <a:p>
          <a:endParaRPr lang="en-US"/>
        </a:p>
      </dgm:t>
    </dgm:pt>
    <dgm:pt modelId="{7C406519-F83F-45AA-8A4B-0EA977C9E270}" type="sibTrans" cxnId="{0BA2DB7D-0016-41B3-B282-BC2560312660}">
      <dgm:prSet/>
      <dgm:spPr/>
      <dgm:t>
        <a:bodyPr/>
        <a:lstStyle/>
        <a:p>
          <a:endParaRPr lang="en-US"/>
        </a:p>
      </dgm:t>
    </dgm:pt>
    <dgm:pt modelId="{52B2DAE7-B3ED-4030-9FE4-1E91394BB8D3}">
      <dgm:prSet/>
      <dgm:spPr/>
      <dgm:t>
        <a:bodyPr/>
        <a:lstStyle/>
        <a:p>
          <a:r>
            <a:rPr lang="en-US"/>
            <a:t>Include a </a:t>
          </a:r>
          <a:r>
            <a:rPr lang="en-US" b="1"/>
            <a:t>sparkline</a:t>
          </a:r>
          <a:r>
            <a:rPr lang="en-US"/>
            <a:t> in a small dashboard panel.</a:t>
          </a:r>
        </a:p>
      </dgm:t>
    </dgm:pt>
    <dgm:pt modelId="{DB2384D4-3A23-4778-8E06-F06F692694F0}" type="parTrans" cxnId="{43159E98-656E-4E02-80E1-8D8D99AE2155}">
      <dgm:prSet/>
      <dgm:spPr/>
      <dgm:t>
        <a:bodyPr/>
        <a:lstStyle/>
        <a:p>
          <a:endParaRPr lang="en-US"/>
        </a:p>
      </dgm:t>
    </dgm:pt>
    <dgm:pt modelId="{D0C7C27E-4D20-4AFA-A4F4-3D08A75B798F}" type="sibTrans" cxnId="{43159E98-656E-4E02-80E1-8D8D99AE2155}">
      <dgm:prSet/>
      <dgm:spPr/>
      <dgm:t>
        <a:bodyPr/>
        <a:lstStyle/>
        <a:p>
          <a:endParaRPr lang="en-US"/>
        </a:p>
      </dgm:t>
    </dgm:pt>
    <dgm:pt modelId="{CBB4ABE0-FA39-48A9-8F7A-245ABD456F80}">
      <dgm:prSet/>
      <dgm:spPr/>
      <dgm:t>
        <a:bodyPr/>
        <a:lstStyle/>
        <a:p>
          <a:r>
            <a:rPr lang="en-US"/>
            <a:t>Optional: a </a:t>
          </a:r>
          <a:r>
            <a:rPr lang="en-US" b="1"/>
            <a:t>motion chart GIF</a:t>
          </a:r>
          <a:r>
            <a:rPr lang="en-US"/>
            <a:t> showing multiple trends over time.</a:t>
          </a:r>
        </a:p>
      </dgm:t>
    </dgm:pt>
    <dgm:pt modelId="{596E66C6-05BA-4157-97A9-3B907ADE1FFC}" type="parTrans" cxnId="{B1760888-7DD4-44B6-A0E3-15F3F83B542F}">
      <dgm:prSet/>
      <dgm:spPr/>
      <dgm:t>
        <a:bodyPr/>
        <a:lstStyle/>
        <a:p>
          <a:endParaRPr lang="en-US"/>
        </a:p>
      </dgm:t>
    </dgm:pt>
    <dgm:pt modelId="{2717E795-09D4-4424-8A6F-58CE121EB7A8}" type="sibTrans" cxnId="{B1760888-7DD4-44B6-A0E3-15F3F83B542F}">
      <dgm:prSet/>
      <dgm:spPr/>
      <dgm:t>
        <a:bodyPr/>
        <a:lstStyle/>
        <a:p>
          <a:endParaRPr lang="en-US"/>
        </a:p>
      </dgm:t>
    </dgm:pt>
    <dgm:pt modelId="{CCF6EA83-0C99-4870-9FF0-7A8134D02F60}">
      <dgm:prSet/>
      <dgm:spPr/>
      <dgm:t>
        <a:bodyPr/>
        <a:lstStyle/>
        <a:p>
          <a:pPr>
            <a:lnSpc>
              <a:spcPct val="100000"/>
            </a:lnSpc>
            <a:defRPr b="1"/>
          </a:pPr>
          <a:r>
            <a:rPr lang="en-US"/>
            <a:t>Correlation (Finding relationships between variables)</a:t>
          </a:r>
        </a:p>
      </dgm:t>
    </dgm:pt>
    <dgm:pt modelId="{F9EA9E02-54FC-4091-9D41-0651E29CAB61}" type="parTrans" cxnId="{E100F13B-BCB1-4844-BAA0-B425B1F291E2}">
      <dgm:prSet/>
      <dgm:spPr/>
      <dgm:t>
        <a:bodyPr/>
        <a:lstStyle/>
        <a:p>
          <a:endParaRPr lang="en-US"/>
        </a:p>
      </dgm:t>
    </dgm:pt>
    <dgm:pt modelId="{97452E1B-9C1A-4181-B1AE-F724F6E36337}" type="sibTrans" cxnId="{E100F13B-BCB1-4844-BAA0-B425B1F291E2}">
      <dgm:prSet/>
      <dgm:spPr/>
      <dgm:t>
        <a:bodyPr/>
        <a:lstStyle/>
        <a:p>
          <a:endParaRPr lang="en-US"/>
        </a:p>
      </dgm:t>
    </dgm:pt>
    <dgm:pt modelId="{3E67B6E8-C85B-48B3-8DA6-D47AE49CE4F8}">
      <dgm:prSet/>
      <dgm:spPr/>
      <dgm:t>
        <a:bodyPr/>
        <a:lstStyle/>
        <a:p>
          <a:pPr>
            <a:lnSpc>
              <a:spcPct val="100000"/>
            </a:lnSpc>
          </a:pPr>
          <a:r>
            <a:rPr lang="en-US" b="1"/>
            <a:t>Charts:</a:t>
          </a:r>
          <a:r>
            <a:rPr lang="en-US"/>
            <a:t> Scatter plot, bubble chart, heatmap.</a:t>
          </a:r>
        </a:p>
      </dgm:t>
    </dgm:pt>
    <dgm:pt modelId="{775AC730-6F20-4645-AE6F-8EE6581D0830}" type="parTrans" cxnId="{C8D80C2B-BE28-41C6-BD86-021332063091}">
      <dgm:prSet/>
      <dgm:spPr/>
      <dgm:t>
        <a:bodyPr/>
        <a:lstStyle/>
        <a:p>
          <a:endParaRPr lang="en-US"/>
        </a:p>
      </dgm:t>
    </dgm:pt>
    <dgm:pt modelId="{A005E16F-F5E7-4BF1-827D-2D374D54C8AA}" type="sibTrans" cxnId="{C8D80C2B-BE28-41C6-BD86-021332063091}">
      <dgm:prSet/>
      <dgm:spPr/>
      <dgm:t>
        <a:bodyPr/>
        <a:lstStyle/>
        <a:p>
          <a:endParaRPr lang="en-US"/>
        </a:p>
      </dgm:t>
    </dgm:pt>
    <dgm:pt modelId="{41F5913F-6F71-4054-8277-B9DE96AA3BAD}">
      <dgm:prSet/>
      <dgm:spPr/>
      <dgm:t>
        <a:bodyPr/>
        <a:lstStyle/>
        <a:p>
          <a:pPr>
            <a:lnSpc>
              <a:spcPct val="100000"/>
            </a:lnSpc>
          </a:pPr>
          <a:r>
            <a:rPr lang="en-US"/>
            <a:t>Visual suggestion:</a:t>
          </a:r>
        </a:p>
      </dgm:t>
    </dgm:pt>
    <dgm:pt modelId="{576A92CB-CF5D-4A4A-81BF-D45F9F97D455}" type="parTrans" cxnId="{8EF915FF-1D46-4015-8D78-E484D11C8952}">
      <dgm:prSet/>
      <dgm:spPr/>
      <dgm:t>
        <a:bodyPr/>
        <a:lstStyle/>
        <a:p>
          <a:endParaRPr lang="en-US"/>
        </a:p>
      </dgm:t>
    </dgm:pt>
    <dgm:pt modelId="{54737CB7-7563-45AD-A6DF-DFEA91288FA3}" type="sibTrans" cxnId="{8EF915FF-1D46-4015-8D78-E484D11C8952}">
      <dgm:prSet/>
      <dgm:spPr/>
      <dgm:t>
        <a:bodyPr/>
        <a:lstStyle/>
        <a:p>
          <a:endParaRPr lang="en-US"/>
        </a:p>
      </dgm:t>
    </dgm:pt>
    <dgm:pt modelId="{C2D9438F-F04E-4C13-AC9A-0DD1F24CEFFE}">
      <dgm:prSet/>
      <dgm:spPr/>
      <dgm:t>
        <a:bodyPr/>
        <a:lstStyle/>
        <a:p>
          <a:r>
            <a:rPr lang="en-US"/>
            <a:t>Scatter plot with clear correlation vs. no correlation.</a:t>
          </a:r>
        </a:p>
      </dgm:t>
    </dgm:pt>
    <dgm:pt modelId="{CDDAA96E-F76D-41D2-A21F-A1CF355D4BCC}" type="parTrans" cxnId="{8331E154-DC96-46A1-9AE5-4601F0667457}">
      <dgm:prSet/>
      <dgm:spPr/>
      <dgm:t>
        <a:bodyPr/>
        <a:lstStyle/>
        <a:p>
          <a:endParaRPr lang="en-US"/>
        </a:p>
      </dgm:t>
    </dgm:pt>
    <dgm:pt modelId="{F05F6603-B4AC-4EA3-809D-73FFDF064759}" type="sibTrans" cxnId="{8331E154-DC96-46A1-9AE5-4601F0667457}">
      <dgm:prSet/>
      <dgm:spPr/>
      <dgm:t>
        <a:bodyPr/>
        <a:lstStyle/>
        <a:p>
          <a:endParaRPr lang="en-US"/>
        </a:p>
      </dgm:t>
    </dgm:pt>
    <dgm:pt modelId="{14DBE608-BB08-4C43-9913-78511576CA80}">
      <dgm:prSet/>
      <dgm:spPr/>
      <dgm:t>
        <a:bodyPr/>
        <a:lstStyle/>
        <a:p>
          <a:r>
            <a:rPr lang="en-US"/>
            <a:t>Bubble chart showing three variables (x, y, size).</a:t>
          </a:r>
        </a:p>
      </dgm:t>
    </dgm:pt>
    <dgm:pt modelId="{A4E6E451-C1F0-41B1-88FC-B7DC267EAFBB}" type="parTrans" cxnId="{94C7ED4C-DC1A-4329-9F3C-AD1CECF4DFA0}">
      <dgm:prSet/>
      <dgm:spPr/>
      <dgm:t>
        <a:bodyPr/>
        <a:lstStyle/>
        <a:p>
          <a:endParaRPr lang="en-US"/>
        </a:p>
      </dgm:t>
    </dgm:pt>
    <dgm:pt modelId="{D767B915-10BC-4C35-A6F4-EC6063F9B6F2}" type="sibTrans" cxnId="{94C7ED4C-DC1A-4329-9F3C-AD1CECF4DFA0}">
      <dgm:prSet/>
      <dgm:spPr/>
      <dgm:t>
        <a:bodyPr/>
        <a:lstStyle/>
        <a:p>
          <a:endParaRPr lang="en-US"/>
        </a:p>
      </dgm:t>
    </dgm:pt>
    <dgm:pt modelId="{4B945D11-EF90-44E1-A275-42556E011E3D}">
      <dgm:prSet/>
      <dgm:spPr/>
      <dgm:t>
        <a:bodyPr/>
        <a:lstStyle/>
        <a:p>
          <a:r>
            <a:rPr lang="en-US"/>
            <a:t>Heatmap matrix for multiple correlations.</a:t>
          </a:r>
        </a:p>
      </dgm:t>
    </dgm:pt>
    <dgm:pt modelId="{A1814770-1F82-4574-85BF-AEEB442E2B07}" type="parTrans" cxnId="{14FC9FD0-2258-4CB6-874A-6F1C25BB082C}">
      <dgm:prSet/>
      <dgm:spPr/>
      <dgm:t>
        <a:bodyPr/>
        <a:lstStyle/>
        <a:p>
          <a:endParaRPr lang="en-US"/>
        </a:p>
      </dgm:t>
    </dgm:pt>
    <dgm:pt modelId="{1B606893-AAFE-4D7C-87D2-E859CAE98CE8}" type="sibTrans" cxnId="{14FC9FD0-2258-4CB6-874A-6F1C25BB082C}">
      <dgm:prSet/>
      <dgm:spPr/>
      <dgm:t>
        <a:bodyPr/>
        <a:lstStyle/>
        <a:p>
          <a:endParaRPr lang="en-US"/>
        </a:p>
      </dgm:t>
    </dgm:pt>
    <dgm:pt modelId="{ACA28BF8-E7DB-42C7-96E5-8B93EEA62E8A}" type="pres">
      <dgm:prSet presAssocID="{CD2F6A8D-3E2F-4686-A9CF-3F452176FDF8}" presName="root" presStyleCnt="0">
        <dgm:presLayoutVars>
          <dgm:dir/>
          <dgm:resizeHandles val="exact"/>
        </dgm:presLayoutVars>
      </dgm:prSet>
      <dgm:spPr/>
    </dgm:pt>
    <dgm:pt modelId="{3DF683A6-45AA-4DBA-8CA9-B0638107CCB9}" type="pres">
      <dgm:prSet presAssocID="{A6C42C6E-817C-401A-835F-ECBC07581C08}" presName="compNode" presStyleCnt="0"/>
      <dgm:spPr/>
    </dgm:pt>
    <dgm:pt modelId="{B9591C92-CD92-421F-A0DB-396E1F5DF947}" type="pres">
      <dgm:prSet presAssocID="{A6C42C6E-817C-401A-835F-ECBC07581C0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ie chart"/>
        </a:ext>
      </dgm:extLst>
    </dgm:pt>
    <dgm:pt modelId="{83396791-06C3-4507-98B0-CF3EB9AAB186}" type="pres">
      <dgm:prSet presAssocID="{A6C42C6E-817C-401A-835F-ECBC07581C08}" presName="iconSpace" presStyleCnt="0"/>
      <dgm:spPr/>
    </dgm:pt>
    <dgm:pt modelId="{23D3CBB4-4326-4997-B2A7-5ED37BA35F1C}" type="pres">
      <dgm:prSet presAssocID="{A6C42C6E-817C-401A-835F-ECBC07581C08}" presName="parTx" presStyleLbl="revTx" presStyleIdx="0" presStyleCnt="4">
        <dgm:presLayoutVars>
          <dgm:chMax val="0"/>
          <dgm:chPref val="0"/>
        </dgm:presLayoutVars>
      </dgm:prSet>
      <dgm:spPr/>
    </dgm:pt>
    <dgm:pt modelId="{2D4D4021-A784-4F06-A9CC-10312F5522EE}" type="pres">
      <dgm:prSet presAssocID="{A6C42C6E-817C-401A-835F-ECBC07581C08}" presName="txSpace" presStyleCnt="0"/>
      <dgm:spPr/>
    </dgm:pt>
    <dgm:pt modelId="{3558396E-89F2-4826-A3B4-E50EA17311DF}" type="pres">
      <dgm:prSet presAssocID="{A6C42C6E-817C-401A-835F-ECBC07581C08}" presName="desTx" presStyleLbl="revTx" presStyleIdx="1" presStyleCnt="4">
        <dgm:presLayoutVars/>
      </dgm:prSet>
      <dgm:spPr/>
    </dgm:pt>
    <dgm:pt modelId="{4A896192-2555-4DDC-BE87-D9EE20D547B7}" type="pres">
      <dgm:prSet presAssocID="{530A33CA-04C4-4EC8-8BA3-3EE1A41B45D0}" presName="sibTrans" presStyleCnt="0"/>
      <dgm:spPr/>
    </dgm:pt>
    <dgm:pt modelId="{E7237158-035D-4D8F-B17F-77FCBA91063C}" type="pres">
      <dgm:prSet presAssocID="{CCF6EA83-0C99-4870-9FF0-7A8134D02F60}" presName="compNode" presStyleCnt="0"/>
      <dgm:spPr/>
    </dgm:pt>
    <dgm:pt modelId="{6BEDFCCB-D55C-4C9F-AEFB-944B6F931A79}" type="pres">
      <dgm:prSet presAssocID="{CCF6EA83-0C99-4870-9FF0-7A8134D02F6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64975BEE-CEC3-4BBD-AF98-9DA9EB543344}" type="pres">
      <dgm:prSet presAssocID="{CCF6EA83-0C99-4870-9FF0-7A8134D02F60}" presName="iconSpace" presStyleCnt="0"/>
      <dgm:spPr/>
    </dgm:pt>
    <dgm:pt modelId="{63372C56-0624-4A72-8FCC-A8979E243FC9}" type="pres">
      <dgm:prSet presAssocID="{CCF6EA83-0C99-4870-9FF0-7A8134D02F60}" presName="parTx" presStyleLbl="revTx" presStyleIdx="2" presStyleCnt="4">
        <dgm:presLayoutVars>
          <dgm:chMax val="0"/>
          <dgm:chPref val="0"/>
        </dgm:presLayoutVars>
      </dgm:prSet>
      <dgm:spPr/>
    </dgm:pt>
    <dgm:pt modelId="{DA975D21-E217-42BC-A138-4850F2E5FA20}" type="pres">
      <dgm:prSet presAssocID="{CCF6EA83-0C99-4870-9FF0-7A8134D02F60}" presName="txSpace" presStyleCnt="0"/>
      <dgm:spPr/>
    </dgm:pt>
    <dgm:pt modelId="{7BBB52AF-04DC-4817-A3C8-A72770EB0D71}" type="pres">
      <dgm:prSet presAssocID="{CCF6EA83-0C99-4870-9FF0-7A8134D02F60}" presName="desTx" presStyleLbl="revTx" presStyleIdx="3" presStyleCnt="4">
        <dgm:presLayoutVars/>
      </dgm:prSet>
      <dgm:spPr/>
    </dgm:pt>
  </dgm:ptLst>
  <dgm:cxnLst>
    <dgm:cxn modelId="{3A03A60D-965E-4309-8CF5-6AFE7FD89444}" type="presOf" srcId="{CBB4ABE0-FA39-48A9-8F7A-245ABD456F80}" destId="{3558396E-89F2-4826-A3B4-E50EA17311DF}" srcOrd="0" destOrd="4" presId="urn:microsoft.com/office/officeart/2018/5/layout/CenteredIconLabelDescriptionList"/>
    <dgm:cxn modelId="{8ADD7B10-5FAE-43A0-A842-0B569B1C7443}" type="presOf" srcId="{3E67B6E8-C85B-48B3-8DA6-D47AE49CE4F8}" destId="{7BBB52AF-04DC-4817-A3C8-A72770EB0D71}" srcOrd="0" destOrd="0" presId="urn:microsoft.com/office/officeart/2018/5/layout/CenteredIconLabelDescriptionList"/>
    <dgm:cxn modelId="{8E38DD16-158E-4952-A5A5-96C984589E37}" type="presOf" srcId="{C2D9438F-F04E-4C13-AC9A-0DD1F24CEFFE}" destId="{7BBB52AF-04DC-4817-A3C8-A72770EB0D71}" srcOrd="0" destOrd="2" presId="urn:microsoft.com/office/officeart/2018/5/layout/CenteredIconLabelDescriptionList"/>
    <dgm:cxn modelId="{C248F624-9E4F-4568-9D22-AC12653877C8}" type="presOf" srcId="{30CDA7AF-78C5-419E-92DC-F1E02499E88D}" destId="{3558396E-89F2-4826-A3B4-E50EA17311DF}" srcOrd="0" destOrd="2" presId="urn:microsoft.com/office/officeart/2018/5/layout/CenteredIconLabelDescriptionList"/>
    <dgm:cxn modelId="{9FACF727-F598-4673-B2C4-39DB64C95B16}" srcId="{A6C42C6E-817C-401A-835F-ECBC07581C08}" destId="{34160E65-D6FD-428D-B57B-AA4BC38255EB}" srcOrd="0" destOrd="0" parTransId="{41955F59-CDDB-4AA1-9BFE-4AE0F8B608AA}" sibTransId="{118DDBC3-EB08-4FF6-9C05-38C67B3573EA}"/>
    <dgm:cxn modelId="{976ED629-F2A6-4375-B481-4F5D52576D33}" type="presOf" srcId="{CD2F6A8D-3E2F-4686-A9CF-3F452176FDF8}" destId="{ACA28BF8-E7DB-42C7-96E5-8B93EEA62E8A}" srcOrd="0" destOrd="0" presId="urn:microsoft.com/office/officeart/2018/5/layout/CenteredIconLabelDescriptionList"/>
    <dgm:cxn modelId="{C8D80C2B-BE28-41C6-BD86-021332063091}" srcId="{CCF6EA83-0C99-4870-9FF0-7A8134D02F60}" destId="{3E67B6E8-C85B-48B3-8DA6-D47AE49CE4F8}" srcOrd="0" destOrd="0" parTransId="{775AC730-6F20-4645-AE6F-8EE6581D0830}" sibTransId="{A005E16F-F5E7-4BF1-827D-2D374D54C8AA}"/>
    <dgm:cxn modelId="{E100F13B-BCB1-4844-BAA0-B425B1F291E2}" srcId="{CD2F6A8D-3E2F-4686-A9CF-3F452176FDF8}" destId="{CCF6EA83-0C99-4870-9FF0-7A8134D02F60}" srcOrd="1" destOrd="0" parTransId="{F9EA9E02-54FC-4091-9D41-0651E29CAB61}" sibTransId="{97452E1B-9C1A-4181-B1AE-F724F6E36337}"/>
    <dgm:cxn modelId="{84178C42-C556-4491-AC97-C6BB4E739FF6}" type="presOf" srcId="{13586BE5-1262-43EC-965B-218D70686C19}" destId="{3558396E-89F2-4826-A3B4-E50EA17311DF}" srcOrd="0" destOrd="1" presId="urn:microsoft.com/office/officeart/2018/5/layout/CenteredIconLabelDescriptionList"/>
    <dgm:cxn modelId="{94C7ED4C-DC1A-4329-9F3C-AD1CECF4DFA0}" srcId="{41F5913F-6F71-4054-8277-B9DE96AA3BAD}" destId="{14DBE608-BB08-4C43-9913-78511576CA80}" srcOrd="1" destOrd="0" parTransId="{A4E6E451-C1F0-41B1-88FC-B7DC267EAFBB}" sibTransId="{D767B915-10BC-4C35-A6F4-EC6063F9B6F2}"/>
    <dgm:cxn modelId="{12DC9772-C989-465B-AF31-2E05834D0154}" type="presOf" srcId="{52B2DAE7-B3ED-4030-9FE4-1E91394BB8D3}" destId="{3558396E-89F2-4826-A3B4-E50EA17311DF}" srcOrd="0" destOrd="3" presId="urn:microsoft.com/office/officeart/2018/5/layout/CenteredIconLabelDescriptionList"/>
    <dgm:cxn modelId="{8331E154-DC96-46A1-9AE5-4601F0667457}" srcId="{41F5913F-6F71-4054-8277-B9DE96AA3BAD}" destId="{C2D9438F-F04E-4C13-AC9A-0DD1F24CEFFE}" srcOrd="0" destOrd="0" parTransId="{CDDAA96E-F76D-41D2-A21F-A1CF355D4BCC}" sibTransId="{F05F6603-B4AC-4EA3-809D-73FFDF064759}"/>
    <dgm:cxn modelId="{8CF0F974-C710-4395-BC92-DE71C6DB153E}" type="presOf" srcId="{34160E65-D6FD-428D-B57B-AA4BC38255EB}" destId="{3558396E-89F2-4826-A3B4-E50EA17311DF}" srcOrd="0" destOrd="0" presId="urn:microsoft.com/office/officeart/2018/5/layout/CenteredIconLabelDescriptionList"/>
    <dgm:cxn modelId="{F5FAC877-FD3E-45F6-B297-92161B7D2BEC}" type="presOf" srcId="{14DBE608-BB08-4C43-9913-78511576CA80}" destId="{7BBB52AF-04DC-4817-A3C8-A72770EB0D71}" srcOrd="0" destOrd="3" presId="urn:microsoft.com/office/officeart/2018/5/layout/CenteredIconLabelDescriptionList"/>
    <dgm:cxn modelId="{0BA2DB7D-0016-41B3-B282-BC2560312660}" srcId="{13586BE5-1262-43EC-965B-218D70686C19}" destId="{30CDA7AF-78C5-419E-92DC-F1E02499E88D}" srcOrd="0" destOrd="0" parTransId="{80F1167C-5128-4DCE-9230-B455AF0111EF}" sibTransId="{7C406519-F83F-45AA-8A4B-0EA977C9E270}"/>
    <dgm:cxn modelId="{9A998282-3041-4FC0-BC29-A16F3641305D}" type="presOf" srcId="{4B945D11-EF90-44E1-A275-42556E011E3D}" destId="{7BBB52AF-04DC-4817-A3C8-A72770EB0D71}" srcOrd="0" destOrd="4" presId="urn:microsoft.com/office/officeart/2018/5/layout/CenteredIconLabelDescriptionList"/>
    <dgm:cxn modelId="{B1760888-7DD4-44B6-A0E3-15F3F83B542F}" srcId="{13586BE5-1262-43EC-965B-218D70686C19}" destId="{CBB4ABE0-FA39-48A9-8F7A-245ABD456F80}" srcOrd="2" destOrd="0" parTransId="{596E66C6-05BA-4157-97A9-3B907ADE1FFC}" sibTransId="{2717E795-09D4-4424-8A6F-58CE121EB7A8}"/>
    <dgm:cxn modelId="{43159E98-656E-4E02-80E1-8D8D99AE2155}" srcId="{13586BE5-1262-43EC-965B-218D70686C19}" destId="{52B2DAE7-B3ED-4030-9FE4-1E91394BB8D3}" srcOrd="1" destOrd="0" parTransId="{DB2384D4-3A23-4778-8E06-F06F692694F0}" sibTransId="{D0C7C27E-4D20-4AFA-A4F4-3D08A75B798F}"/>
    <dgm:cxn modelId="{4F88CEA0-6F3F-4EB6-B05E-4DA0AFBA0AAC}" type="presOf" srcId="{CCF6EA83-0C99-4870-9FF0-7A8134D02F60}" destId="{63372C56-0624-4A72-8FCC-A8979E243FC9}" srcOrd="0" destOrd="0" presId="urn:microsoft.com/office/officeart/2018/5/layout/CenteredIconLabelDescriptionList"/>
    <dgm:cxn modelId="{B5BEF0A5-8F15-4F82-B01F-52B398119C34}" type="presOf" srcId="{41F5913F-6F71-4054-8277-B9DE96AA3BAD}" destId="{7BBB52AF-04DC-4817-A3C8-A72770EB0D71}" srcOrd="0" destOrd="1" presId="urn:microsoft.com/office/officeart/2018/5/layout/CenteredIconLabelDescriptionList"/>
    <dgm:cxn modelId="{A531CAB7-ECD3-4635-9810-23B3F401FE62}" srcId="{A6C42C6E-817C-401A-835F-ECBC07581C08}" destId="{13586BE5-1262-43EC-965B-218D70686C19}" srcOrd="1" destOrd="0" parTransId="{C8401D18-84C9-42F8-AC63-FBD9A9792381}" sibTransId="{FD58FF26-9AA8-4E1B-B145-3049396C50F3}"/>
    <dgm:cxn modelId="{C10E50CD-23B2-40C3-83C6-9491AE47969D}" type="presOf" srcId="{A6C42C6E-817C-401A-835F-ECBC07581C08}" destId="{23D3CBB4-4326-4997-B2A7-5ED37BA35F1C}" srcOrd="0" destOrd="0" presId="urn:microsoft.com/office/officeart/2018/5/layout/CenteredIconLabelDescriptionList"/>
    <dgm:cxn modelId="{14FC9FD0-2258-4CB6-874A-6F1C25BB082C}" srcId="{41F5913F-6F71-4054-8277-B9DE96AA3BAD}" destId="{4B945D11-EF90-44E1-A275-42556E011E3D}" srcOrd="2" destOrd="0" parTransId="{A1814770-1F82-4574-85BF-AEEB442E2B07}" sibTransId="{1B606893-AAFE-4D7C-87D2-E859CAE98CE8}"/>
    <dgm:cxn modelId="{FB6B1AED-A3DB-4DF5-83AE-78756E483440}" srcId="{CD2F6A8D-3E2F-4686-A9CF-3F452176FDF8}" destId="{A6C42C6E-817C-401A-835F-ECBC07581C08}" srcOrd="0" destOrd="0" parTransId="{BE8A5268-FB9F-4496-B0FE-0712362B6D73}" sibTransId="{530A33CA-04C4-4EC8-8BA3-3EE1A41B45D0}"/>
    <dgm:cxn modelId="{8EF915FF-1D46-4015-8D78-E484D11C8952}" srcId="{CCF6EA83-0C99-4870-9FF0-7A8134D02F60}" destId="{41F5913F-6F71-4054-8277-B9DE96AA3BAD}" srcOrd="1" destOrd="0" parTransId="{576A92CB-CF5D-4A4A-81BF-D45F9F97D455}" sibTransId="{54737CB7-7563-45AD-A6DF-DFEA91288FA3}"/>
    <dgm:cxn modelId="{A3A46718-55FB-44AD-B0EE-9CCBCD9D1B50}" type="presParOf" srcId="{ACA28BF8-E7DB-42C7-96E5-8B93EEA62E8A}" destId="{3DF683A6-45AA-4DBA-8CA9-B0638107CCB9}" srcOrd="0" destOrd="0" presId="urn:microsoft.com/office/officeart/2018/5/layout/CenteredIconLabelDescriptionList"/>
    <dgm:cxn modelId="{32DCC3BC-5581-4D2E-8FD7-F1E0FA6C792C}" type="presParOf" srcId="{3DF683A6-45AA-4DBA-8CA9-B0638107CCB9}" destId="{B9591C92-CD92-421F-A0DB-396E1F5DF947}" srcOrd="0" destOrd="0" presId="urn:microsoft.com/office/officeart/2018/5/layout/CenteredIconLabelDescriptionList"/>
    <dgm:cxn modelId="{7F848C17-1582-47D5-9758-F17A63E098F5}" type="presParOf" srcId="{3DF683A6-45AA-4DBA-8CA9-B0638107CCB9}" destId="{83396791-06C3-4507-98B0-CF3EB9AAB186}" srcOrd="1" destOrd="0" presId="urn:microsoft.com/office/officeart/2018/5/layout/CenteredIconLabelDescriptionList"/>
    <dgm:cxn modelId="{095FCCB1-1B18-423B-8C69-A3C6D02C3122}" type="presParOf" srcId="{3DF683A6-45AA-4DBA-8CA9-B0638107CCB9}" destId="{23D3CBB4-4326-4997-B2A7-5ED37BA35F1C}" srcOrd="2" destOrd="0" presId="urn:microsoft.com/office/officeart/2018/5/layout/CenteredIconLabelDescriptionList"/>
    <dgm:cxn modelId="{9918C4F9-35C9-47AF-91CA-31E03E4A09BB}" type="presParOf" srcId="{3DF683A6-45AA-4DBA-8CA9-B0638107CCB9}" destId="{2D4D4021-A784-4F06-A9CC-10312F5522EE}" srcOrd="3" destOrd="0" presId="urn:microsoft.com/office/officeart/2018/5/layout/CenteredIconLabelDescriptionList"/>
    <dgm:cxn modelId="{4933C15A-96EF-4AF9-846E-27A0CA823099}" type="presParOf" srcId="{3DF683A6-45AA-4DBA-8CA9-B0638107CCB9}" destId="{3558396E-89F2-4826-A3B4-E50EA17311DF}" srcOrd="4" destOrd="0" presId="urn:microsoft.com/office/officeart/2018/5/layout/CenteredIconLabelDescriptionList"/>
    <dgm:cxn modelId="{5DB94602-0020-4E45-8075-16705F73D293}" type="presParOf" srcId="{ACA28BF8-E7DB-42C7-96E5-8B93EEA62E8A}" destId="{4A896192-2555-4DDC-BE87-D9EE20D547B7}" srcOrd="1" destOrd="0" presId="urn:microsoft.com/office/officeart/2018/5/layout/CenteredIconLabelDescriptionList"/>
    <dgm:cxn modelId="{5A6EAFA7-C2F4-4284-B4EF-4CC614A3EF2E}" type="presParOf" srcId="{ACA28BF8-E7DB-42C7-96E5-8B93EEA62E8A}" destId="{E7237158-035D-4D8F-B17F-77FCBA91063C}" srcOrd="2" destOrd="0" presId="urn:microsoft.com/office/officeart/2018/5/layout/CenteredIconLabelDescriptionList"/>
    <dgm:cxn modelId="{430F3E6D-FD69-4D5C-A53D-E75138AB65CE}" type="presParOf" srcId="{E7237158-035D-4D8F-B17F-77FCBA91063C}" destId="{6BEDFCCB-D55C-4C9F-AEFB-944B6F931A79}" srcOrd="0" destOrd="0" presId="urn:microsoft.com/office/officeart/2018/5/layout/CenteredIconLabelDescriptionList"/>
    <dgm:cxn modelId="{DCCFC018-9DE9-4CD5-8907-4B6198BA6085}" type="presParOf" srcId="{E7237158-035D-4D8F-B17F-77FCBA91063C}" destId="{64975BEE-CEC3-4BBD-AF98-9DA9EB543344}" srcOrd="1" destOrd="0" presId="urn:microsoft.com/office/officeart/2018/5/layout/CenteredIconLabelDescriptionList"/>
    <dgm:cxn modelId="{A6B06033-D862-4CC7-B1EA-ABEFD8D017CA}" type="presParOf" srcId="{E7237158-035D-4D8F-B17F-77FCBA91063C}" destId="{63372C56-0624-4A72-8FCC-A8979E243FC9}" srcOrd="2" destOrd="0" presId="urn:microsoft.com/office/officeart/2018/5/layout/CenteredIconLabelDescriptionList"/>
    <dgm:cxn modelId="{15460A18-2FB2-4E2F-86F3-2897E3B30C0B}" type="presParOf" srcId="{E7237158-035D-4D8F-B17F-77FCBA91063C}" destId="{DA975D21-E217-42BC-A138-4850F2E5FA20}" srcOrd="3" destOrd="0" presId="urn:microsoft.com/office/officeart/2018/5/layout/CenteredIconLabelDescriptionList"/>
    <dgm:cxn modelId="{8A636AA1-DB4E-464F-85E3-F81397A5B7B0}" type="presParOf" srcId="{E7237158-035D-4D8F-B17F-77FCBA91063C}" destId="{7BBB52AF-04DC-4817-A3C8-A72770EB0D7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43D4E8-3B17-4E38-AD6A-1C99B59330FE}"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84A5797-8540-4A21-9CC1-CFFCAF10F08F}">
      <dgm:prSet/>
      <dgm:spPr/>
      <dgm:t>
        <a:bodyPr/>
        <a:lstStyle/>
        <a:p>
          <a:pPr>
            <a:defRPr b="1"/>
          </a:pPr>
          <a:r>
            <a:rPr lang="en-US"/>
            <a:t>3. Part-to-Whole (Showing proportions of a whole)</a:t>
          </a:r>
        </a:p>
      </dgm:t>
    </dgm:pt>
    <dgm:pt modelId="{B6F8C6C3-9D27-4134-96FF-E49A099990E0}" type="parTrans" cxnId="{CBFEB553-9182-46F3-B6D4-EA6CCD4B14ED}">
      <dgm:prSet/>
      <dgm:spPr/>
      <dgm:t>
        <a:bodyPr/>
        <a:lstStyle/>
        <a:p>
          <a:endParaRPr lang="en-US"/>
        </a:p>
      </dgm:t>
    </dgm:pt>
    <dgm:pt modelId="{432F5720-F7A0-46C1-81C5-42049881F25C}" type="sibTrans" cxnId="{CBFEB553-9182-46F3-B6D4-EA6CCD4B14ED}">
      <dgm:prSet/>
      <dgm:spPr/>
      <dgm:t>
        <a:bodyPr/>
        <a:lstStyle/>
        <a:p>
          <a:endParaRPr lang="en-US"/>
        </a:p>
      </dgm:t>
    </dgm:pt>
    <dgm:pt modelId="{85B95949-AEB6-4570-A38B-17E0D085C4B9}">
      <dgm:prSet/>
      <dgm:spPr/>
      <dgm:t>
        <a:bodyPr/>
        <a:lstStyle/>
        <a:p>
          <a:r>
            <a:rPr lang="en-US" b="1"/>
            <a:t>Charts:</a:t>
          </a:r>
          <a:r>
            <a:rPr lang="en-US"/>
            <a:t> Pie chart, stacked bar, side-by-side bar, tree map, square pie.</a:t>
          </a:r>
        </a:p>
      </dgm:t>
    </dgm:pt>
    <dgm:pt modelId="{FA126073-5653-42EC-85E3-CE28864F7593}" type="parTrans" cxnId="{05AFC90A-C9C2-4124-9C28-D40E465B985C}">
      <dgm:prSet/>
      <dgm:spPr/>
      <dgm:t>
        <a:bodyPr/>
        <a:lstStyle/>
        <a:p>
          <a:endParaRPr lang="en-US"/>
        </a:p>
      </dgm:t>
    </dgm:pt>
    <dgm:pt modelId="{B3EEDA26-943E-478A-B760-7E7300D0C952}" type="sibTrans" cxnId="{05AFC90A-C9C2-4124-9C28-D40E465B985C}">
      <dgm:prSet/>
      <dgm:spPr/>
      <dgm:t>
        <a:bodyPr/>
        <a:lstStyle/>
        <a:p>
          <a:endParaRPr lang="en-US"/>
        </a:p>
      </dgm:t>
    </dgm:pt>
    <dgm:pt modelId="{D519D127-2203-4543-AC63-8828E5F8E0EA}">
      <dgm:prSet/>
      <dgm:spPr/>
      <dgm:t>
        <a:bodyPr/>
        <a:lstStyle/>
        <a:p>
          <a:r>
            <a:rPr lang="en-US"/>
            <a:t>Visual suggestion:</a:t>
          </a:r>
        </a:p>
      </dgm:t>
    </dgm:pt>
    <dgm:pt modelId="{1E75F61F-D1E3-4593-945D-4D7D991B8D15}" type="parTrans" cxnId="{22978802-7587-460A-A997-015D517DFAD9}">
      <dgm:prSet/>
      <dgm:spPr/>
      <dgm:t>
        <a:bodyPr/>
        <a:lstStyle/>
        <a:p>
          <a:endParaRPr lang="en-US"/>
        </a:p>
      </dgm:t>
    </dgm:pt>
    <dgm:pt modelId="{CACF0E13-E944-499D-BA88-5BE40160D952}" type="sibTrans" cxnId="{22978802-7587-460A-A997-015D517DFAD9}">
      <dgm:prSet/>
      <dgm:spPr/>
      <dgm:t>
        <a:bodyPr/>
        <a:lstStyle/>
        <a:p>
          <a:endParaRPr lang="en-US"/>
        </a:p>
      </dgm:t>
    </dgm:pt>
    <dgm:pt modelId="{16F845A8-AB58-4496-9E23-1E7DCC113126}">
      <dgm:prSet/>
      <dgm:spPr/>
      <dgm:t>
        <a:bodyPr/>
        <a:lstStyle/>
        <a:p>
          <a:r>
            <a:rPr lang="en-US"/>
            <a:t>Side-by-side pie and stacked bar for comparison.</a:t>
          </a:r>
        </a:p>
      </dgm:t>
    </dgm:pt>
    <dgm:pt modelId="{DFCBD315-7C91-4509-B5D6-1497CBF3D20C}" type="parTrans" cxnId="{9C783691-2399-4AA4-8235-BD293E630BF0}">
      <dgm:prSet/>
      <dgm:spPr/>
      <dgm:t>
        <a:bodyPr/>
        <a:lstStyle/>
        <a:p>
          <a:endParaRPr lang="en-US"/>
        </a:p>
      </dgm:t>
    </dgm:pt>
    <dgm:pt modelId="{71C05F1C-83B8-43CE-A4A5-3A3991FDADA7}" type="sibTrans" cxnId="{9C783691-2399-4AA4-8235-BD293E630BF0}">
      <dgm:prSet/>
      <dgm:spPr/>
      <dgm:t>
        <a:bodyPr/>
        <a:lstStyle/>
        <a:p>
          <a:endParaRPr lang="en-US"/>
        </a:p>
      </dgm:t>
    </dgm:pt>
    <dgm:pt modelId="{2A394F19-B0FC-4F26-8E30-963E5DCADFAA}">
      <dgm:prSet/>
      <dgm:spPr/>
      <dgm:t>
        <a:bodyPr/>
        <a:lstStyle/>
        <a:p>
          <a:r>
            <a:rPr lang="en-US"/>
            <a:t>Tree map showing hierarchical data.</a:t>
          </a:r>
        </a:p>
      </dgm:t>
    </dgm:pt>
    <dgm:pt modelId="{9D7D6C7F-F84A-4DE6-A14D-372340275FB1}" type="parTrans" cxnId="{3FC97353-E8C2-44FF-BA00-600835BFA905}">
      <dgm:prSet/>
      <dgm:spPr/>
      <dgm:t>
        <a:bodyPr/>
        <a:lstStyle/>
        <a:p>
          <a:endParaRPr lang="en-US"/>
        </a:p>
      </dgm:t>
    </dgm:pt>
    <dgm:pt modelId="{1F568D7F-429D-40E2-B046-5702C5124F22}" type="sibTrans" cxnId="{3FC97353-E8C2-44FF-BA00-600835BFA905}">
      <dgm:prSet/>
      <dgm:spPr/>
      <dgm:t>
        <a:bodyPr/>
        <a:lstStyle/>
        <a:p>
          <a:endParaRPr lang="en-US"/>
        </a:p>
      </dgm:t>
    </dgm:pt>
    <dgm:pt modelId="{CD7465A1-5FA3-4296-8509-C8C1660CCC82}">
      <dgm:prSet/>
      <dgm:spPr/>
      <dgm:t>
        <a:bodyPr/>
        <a:lstStyle/>
        <a:p>
          <a:r>
            <a:rPr lang="en-US"/>
            <a:t>Use contrasting colors to differentiate categories.</a:t>
          </a:r>
        </a:p>
      </dgm:t>
    </dgm:pt>
    <dgm:pt modelId="{1EAD40F3-BDC3-486B-A22A-321B1068C305}" type="parTrans" cxnId="{CE2C44CF-9CB4-476C-A5D2-A09075F5FEB5}">
      <dgm:prSet/>
      <dgm:spPr/>
      <dgm:t>
        <a:bodyPr/>
        <a:lstStyle/>
        <a:p>
          <a:endParaRPr lang="en-US"/>
        </a:p>
      </dgm:t>
    </dgm:pt>
    <dgm:pt modelId="{B776FA6E-8058-4B09-ADFD-B8B808D4BFE4}" type="sibTrans" cxnId="{CE2C44CF-9CB4-476C-A5D2-A09075F5FEB5}">
      <dgm:prSet/>
      <dgm:spPr/>
      <dgm:t>
        <a:bodyPr/>
        <a:lstStyle/>
        <a:p>
          <a:endParaRPr lang="en-US"/>
        </a:p>
      </dgm:t>
    </dgm:pt>
    <dgm:pt modelId="{27C423F3-C6EC-4246-9FC8-B3880165B858}">
      <dgm:prSet/>
      <dgm:spPr/>
      <dgm:t>
        <a:bodyPr/>
        <a:lstStyle/>
        <a:p>
          <a:pPr>
            <a:defRPr b="1"/>
          </a:pPr>
          <a:r>
            <a:rPr lang="en-US"/>
            <a:t>4. Geographical Data (Showing spatial distribution)</a:t>
          </a:r>
        </a:p>
      </dgm:t>
    </dgm:pt>
    <dgm:pt modelId="{D7A23039-3D90-4175-BB8F-4C1754B3F689}" type="parTrans" cxnId="{828EB9CA-B93F-4AAF-B471-BA666F4F6E9D}">
      <dgm:prSet/>
      <dgm:spPr/>
      <dgm:t>
        <a:bodyPr/>
        <a:lstStyle/>
        <a:p>
          <a:endParaRPr lang="en-US"/>
        </a:p>
      </dgm:t>
    </dgm:pt>
    <dgm:pt modelId="{71A8CC7C-F3ED-47F6-8096-E109CF26F6ED}" type="sibTrans" cxnId="{828EB9CA-B93F-4AAF-B471-BA666F4F6E9D}">
      <dgm:prSet/>
      <dgm:spPr/>
      <dgm:t>
        <a:bodyPr/>
        <a:lstStyle/>
        <a:p>
          <a:endParaRPr lang="en-US"/>
        </a:p>
      </dgm:t>
    </dgm:pt>
    <dgm:pt modelId="{8B916359-2CD9-491C-AEA1-39C0B3B8CC3E}">
      <dgm:prSet/>
      <dgm:spPr/>
      <dgm:t>
        <a:bodyPr/>
        <a:lstStyle/>
        <a:p>
          <a:r>
            <a:rPr lang="en-US" b="1"/>
            <a:t>Charts:</a:t>
          </a:r>
          <a:r>
            <a:rPr lang="en-US"/>
            <a:t> Choropleth map, symbol map, map with embedded pie/bar charts.</a:t>
          </a:r>
        </a:p>
      </dgm:t>
    </dgm:pt>
    <dgm:pt modelId="{8B56CD2B-E2CF-419E-BEA9-72F105971670}" type="parTrans" cxnId="{EBEBCC04-56D6-4236-BD98-9FFA3CC70064}">
      <dgm:prSet/>
      <dgm:spPr/>
      <dgm:t>
        <a:bodyPr/>
        <a:lstStyle/>
        <a:p>
          <a:endParaRPr lang="en-US"/>
        </a:p>
      </dgm:t>
    </dgm:pt>
    <dgm:pt modelId="{E02053F1-744A-4E11-A013-BCE57CC385D4}" type="sibTrans" cxnId="{EBEBCC04-56D6-4236-BD98-9FFA3CC70064}">
      <dgm:prSet/>
      <dgm:spPr/>
      <dgm:t>
        <a:bodyPr/>
        <a:lstStyle/>
        <a:p>
          <a:endParaRPr lang="en-US"/>
        </a:p>
      </dgm:t>
    </dgm:pt>
    <dgm:pt modelId="{9B6236B2-4230-4E34-ABEA-1D44FF4316CF}">
      <dgm:prSet/>
      <dgm:spPr/>
      <dgm:t>
        <a:bodyPr/>
        <a:lstStyle/>
        <a:p>
          <a:r>
            <a:rPr lang="en-US"/>
            <a:t>Visual suggestion:</a:t>
          </a:r>
        </a:p>
      </dgm:t>
    </dgm:pt>
    <dgm:pt modelId="{2AC46FCE-23EF-4793-B036-D4FDF64F32F1}" type="parTrans" cxnId="{9ED725B0-0C39-4918-82E2-4002C020C46D}">
      <dgm:prSet/>
      <dgm:spPr/>
      <dgm:t>
        <a:bodyPr/>
        <a:lstStyle/>
        <a:p>
          <a:endParaRPr lang="en-US"/>
        </a:p>
      </dgm:t>
    </dgm:pt>
    <dgm:pt modelId="{97988E1F-5A97-4C8C-B0B7-1096EFDDF386}" type="sibTrans" cxnId="{9ED725B0-0C39-4918-82E2-4002C020C46D}">
      <dgm:prSet/>
      <dgm:spPr/>
      <dgm:t>
        <a:bodyPr/>
        <a:lstStyle/>
        <a:p>
          <a:endParaRPr lang="en-US"/>
        </a:p>
      </dgm:t>
    </dgm:pt>
    <dgm:pt modelId="{F57D01D8-8654-4894-9237-6307B972B785}">
      <dgm:prSet/>
      <dgm:spPr/>
      <dgm:t>
        <a:bodyPr/>
        <a:lstStyle/>
        <a:p>
          <a:r>
            <a:rPr lang="en-US"/>
            <a:t>Map of a country/region with color intensity representing values.</a:t>
          </a:r>
        </a:p>
      </dgm:t>
    </dgm:pt>
    <dgm:pt modelId="{71550529-62A4-435F-AC3E-86A18BDDA7C4}" type="parTrans" cxnId="{E4671615-3029-4870-A139-8B6AA8871716}">
      <dgm:prSet/>
      <dgm:spPr/>
      <dgm:t>
        <a:bodyPr/>
        <a:lstStyle/>
        <a:p>
          <a:endParaRPr lang="en-US"/>
        </a:p>
      </dgm:t>
    </dgm:pt>
    <dgm:pt modelId="{24D97AAC-1077-4A1E-9F19-F9292236FE6B}" type="sibTrans" cxnId="{E4671615-3029-4870-A139-8B6AA8871716}">
      <dgm:prSet/>
      <dgm:spPr/>
      <dgm:t>
        <a:bodyPr/>
        <a:lstStyle/>
        <a:p>
          <a:endParaRPr lang="en-US"/>
        </a:p>
      </dgm:t>
    </dgm:pt>
    <dgm:pt modelId="{E29296FF-F648-4465-B202-CB1C337DB7A6}">
      <dgm:prSet/>
      <dgm:spPr/>
      <dgm:t>
        <a:bodyPr/>
        <a:lstStyle/>
        <a:p>
          <a:r>
            <a:rPr lang="en-US"/>
            <a:t>Pie charts overlaid on map to show breakdown by region.</a:t>
          </a:r>
        </a:p>
      </dgm:t>
    </dgm:pt>
    <dgm:pt modelId="{0A172403-54A2-46C2-9BE9-EAD41AD96C17}" type="parTrans" cxnId="{3F7FB798-CACE-4F47-BFD0-5FFC27586891}">
      <dgm:prSet/>
      <dgm:spPr/>
      <dgm:t>
        <a:bodyPr/>
        <a:lstStyle/>
        <a:p>
          <a:endParaRPr lang="en-US"/>
        </a:p>
      </dgm:t>
    </dgm:pt>
    <dgm:pt modelId="{06329FBB-1583-40CF-B645-331CDB78C01F}" type="sibTrans" cxnId="{3F7FB798-CACE-4F47-BFD0-5FFC27586891}">
      <dgm:prSet/>
      <dgm:spPr/>
      <dgm:t>
        <a:bodyPr/>
        <a:lstStyle/>
        <a:p>
          <a:endParaRPr lang="en-US"/>
        </a:p>
      </dgm:t>
    </dgm:pt>
    <dgm:pt modelId="{2730C5BE-E8D2-4043-BE5F-81896D151C32}" type="pres">
      <dgm:prSet presAssocID="{8C43D4E8-3B17-4E38-AD6A-1C99B59330FE}" presName="root" presStyleCnt="0">
        <dgm:presLayoutVars>
          <dgm:dir/>
          <dgm:resizeHandles val="exact"/>
        </dgm:presLayoutVars>
      </dgm:prSet>
      <dgm:spPr/>
    </dgm:pt>
    <dgm:pt modelId="{9EAEC88A-C7CC-4036-A6E2-9165618159EF}" type="pres">
      <dgm:prSet presAssocID="{884A5797-8540-4A21-9CC1-CFFCAF10F08F}" presName="compNode" presStyleCnt="0"/>
      <dgm:spPr/>
    </dgm:pt>
    <dgm:pt modelId="{11BB076C-AD18-4599-9E78-E9692B4B40D3}" type="pres">
      <dgm:prSet presAssocID="{884A5797-8540-4A21-9CC1-CFFCAF10F08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ie chart"/>
        </a:ext>
      </dgm:extLst>
    </dgm:pt>
    <dgm:pt modelId="{B1DCF39C-ED1F-4961-B9BA-DEBA244C9215}" type="pres">
      <dgm:prSet presAssocID="{884A5797-8540-4A21-9CC1-CFFCAF10F08F}" presName="iconSpace" presStyleCnt="0"/>
      <dgm:spPr/>
    </dgm:pt>
    <dgm:pt modelId="{AD47C689-B9CE-482E-8E3A-82E6FC6C6098}" type="pres">
      <dgm:prSet presAssocID="{884A5797-8540-4A21-9CC1-CFFCAF10F08F}" presName="parTx" presStyleLbl="revTx" presStyleIdx="0" presStyleCnt="4">
        <dgm:presLayoutVars>
          <dgm:chMax val="0"/>
          <dgm:chPref val="0"/>
        </dgm:presLayoutVars>
      </dgm:prSet>
      <dgm:spPr/>
    </dgm:pt>
    <dgm:pt modelId="{173CE218-00A8-4C02-811D-DCDDFEAFB39F}" type="pres">
      <dgm:prSet presAssocID="{884A5797-8540-4A21-9CC1-CFFCAF10F08F}" presName="txSpace" presStyleCnt="0"/>
      <dgm:spPr/>
    </dgm:pt>
    <dgm:pt modelId="{45FE25B8-9C42-4068-B43D-4AA37969CE5B}" type="pres">
      <dgm:prSet presAssocID="{884A5797-8540-4A21-9CC1-CFFCAF10F08F}" presName="desTx" presStyleLbl="revTx" presStyleIdx="1" presStyleCnt="4">
        <dgm:presLayoutVars/>
      </dgm:prSet>
      <dgm:spPr/>
    </dgm:pt>
    <dgm:pt modelId="{B7143495-78FF-4E5D-99C3-8928C208388E}" type="pres">
      <dgm:prSet presAssocID="{432F5720-F7A0-46C1-81C5-42049881F25C}" presName="sibTrans" presStyleCnt="0"/>
      <dgm:spPr/>
    </dgm:pt>
    <dgm:pt modelId="{BB402588-1CDF-403B-A23D-6AE8D02DF2D4}" type="pres">
      <dgm:prSet presAssocID="{27C423F3-C6EC-4246-9FC8-B3880165B858}" presName="compNode" presStyleCnt="0"/>
      <dgm:spPr/>
    </dgm:pt>
    <dgm:pt modelId="{A378D75C-E3AD-402A-BBE7-41EF923FD72D}" type="pres">
      <dgm:prSet presAssocID="{27C423F3-C6EC-4246-9FC8-B3880165B85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ie"/>
        </a:ext>
      </dgm:extLst>
    </dgm:pt>
    <dgm:pt modelId="{2D494DAD-4004-447D-B4D4-027B82B34406}" type="pres">
      <dgm:prSet presAssocID="{27C423F3-C6EC-4246-9FC8-B3880165B858}" presName="iconSpace" presStyleCnt="0"/>
      <dgm:spPr/>
    </dgm:pt>
    <dgm:pt modelId="{E5EC92D1-4F3B-48B1-B0A5-7B34CA11B36E}" type="pres">
      <dgm:prSet presAssocID="{27C423F3-C6EC-4246-9FC8-B3880165B858}" presName="parTx" presStyleLbl="revTx" presStyleIdx="2" presStyleCnt="4">
        <dgm:presLayoutVars>
          <dgm:chMax val="0"/>
          <dgm:chPref val="0"/>
        </dgm:presLayoutVars>
      </dgm:prSet>
      <dgm:spPr/>
    </dgm:pt>
    <dgm:pt modelId="{61A69DEC-7FAA-4B4D-B572-F891DDD6D789}" type="pres">
      <dgm:prSet presAssocID="{27C423F3-C6EC-4246-9FC8-B3880165B858}" presName="txSpace" presStyleCnt="0"/>
      <dgm:spPr/>
    </dgm:pt>
    <dgm:pt modelId="{0A05FEC2-2EF0-415A-947F-8AA6BFC9A82E}" type="pres">
      <dgm:prSet presAssocID="{27C423F3-C6EC-4246-9FC8-B3880165B858}" presName="desTx" presStyleLbl="revTx" presStyleIdx="3" presStyleCnt="4">
        <dgm:presLayoutVars/>
      </dgm:prSet>
      <dgm:spPr/>
    </dgm:pt>
  </dgm:ptLst>
  <dgm:cxnLst>
    <dgm:cxn modelId="{22978802-7587-460A-A997-015D517DFAD9}" srcId="{884A5797-8540-4A21-9CC1-CFFCAF10F08F}" destId="{D519D127-2203-4543-AC63-8828E5F8E0EA}" srcOrd="1" destOrd="0" parTransId="{1E75F61F-D1E3-4593-945D-4D7D991B8D15}" sibTransId="{CACF0E13-E944-499D-BA88-5BE40160D952}"/>
    <dgm:cxn modelId="{EBEBCC04-56D6-4236-BD98-9FFA3CC70064}" srcId="{27C423F3-C6EC-4246-9FC8-B3880165B858}" destId="{8B916359-2CD9-491C-AEA1-39C0B3B8CC3E}" srcOrd="0" destOrd="0" parTransId="{8B56CD2B-E2CF-419E-BEA9-72F105971670}" sibTransId="{E02053F1-744A-4E11-A013-BCE57CC385D4}"/>
    <dgm:cxn modelId="{05AFC90A-C9C2-4124-9C28-D40E465B985C}" srcId="{884A5797-8540-4A21-9CC1-CFFCAF10F08F}" destId="{85B95949-AEB6-4570-A38B-17E0D085C4B9}" srcOrd="0" destOrd="0" parTransId="{FA126073-5653-42EC-85E3-CE28864F7593}" sibTransId="{B3EEDA26-943E-478A-B760-7E7300D0C952}"/>
    <dgm:cxn modelId="{E4671615-3029-4870-A139-8B6AA8871716}" srcId="{27C423F3-C6EC-4246-9FC8-B3880165B858}" destId="{F57D01D8-8654-4894-9237-6307B972B785}" srcOrd="2" destOrd="0" parTransId="{71550529-62A4-435F-AC3E-86A18BDDA7C4}" sibTransId="{24D97AAC-1077-4A1E-9F19-F9292236FE6B}"/>
    <dgm:cxn modelId="{DA1D3A2A-C9B3-42A7-8AFC-A77640AC7322}" type="presOf" srcId="{2A394F19-B0FC-4F26-8E30-963E5DCADFAA}" destId="{45FE25B8-9C42-4068-B43D-4AA37969CE5B}" srcOrd="0" destOrd="3" presId="urn:microsoft.com/office/officeart/2018/5/layout/CenteredIconLabelDescriptionList"/>
    <dgm:cxn modelId="{755D2B35-1CDC-4FC1-BB9B-D572CCB7C7CD}" type="presOf" srcId="{E29296FF-F648-4465-B202-CB1C337DB7A6}" destId="{0A05FEC2-2EF0-415A-947F-8AA6BFC9A82E}" srcOrd="0" destOrd="3" presId="urn:microsoft.com/office/officeart/2018/5/layout/CenteredIconLabelDescriptionList"/>
    <dgm:cxn modelId="{BA100741-20E4-4787-9531-1A1D53D6F918}" type="presOf" srcId="{F57D01D8-8654-4894-9237-6307B972B785}" destId="{0A05FEC2-2EF0-415A-947F-8AA6BFC9A82E}" srcOrd="0" destOrd="2" presId="urn:microsoft.com/office/officeart/2018/5/layout/CenteredIconLabelDescriptionList"/>
    <dgm:cxn modelId="{682A9B4E-9D70-4B6D-83EE-687E689DFD44}" type="presOf" srcId="{16F845A8-AB58-4496-9E23-1E7DCC113126}" destId="{45FE25B8-9C42-4068-B43D-4AA37969CE5B}" srcOrd="0" destOrd="2" presId="urn:microsoft.com/office/officeart/2018/5/layout/CenteredIconLabelDescriptionList"/>
    <dgm:cxn modelId="{3FC97353-E8C2-44FF-BA00-600835BFA905}" srcId="{D519D127-2203-4543-AC63-8828E5F8E0EA}" destId="{2A394F19-B0FC-4F26-8E30-963E5DCADFAA}" srcOrd="1" destOrd="0" parTransId="{9D7D6C7F-F84A-4DE6-A14D-372340275FB1}" sibTransId="{1F568D7F-429D-40E2-B046-5702C5124F22}"/>
    <dgm:cxn modelId="{CBFEB553-9182-46F3-B6D4-EA6CCD4B14ED}" srcId="{8C43D4E8-3B17-4E38-AD6A-1C99B59330FE}" destId="{884A5797-8540-4A21-9CC1-CFFCAF10F08F}" srcOrd="0" destOrd="0" parTransId="{B6F8C6C3-9D27-4134-96FF-E49A099990E0}" sibTransId="{432F5720-F7A0-46C1-81C5-42049881F25C}"/>
    <dgm:cxn modelId="{37F53155-40DF-4BDE-8816-34EA015228FD}" type="presOf" srcId="{CD7465A1-5FA3-4296-8509-C8C1660CCC82}" destId="{45FE25B8-9C42-4068-B43D-4AA37969CE5B}" srcOrd="0" destOrd="4" presId="urn:microsoft.com/office/officeart/2018/5/layout/CenteredIconLabelDescriptionList"/>
    <dgm:cxn modelId="{55C15758-BF60-4258-8B52-CF27E6FEE686}" type="presOf" srcId="{D519D127-2203-4543-AC63-8828E5F8E0EA}" destId="{45FE25B8-9C42-4068-B43D-4AA37969CE5B}" srcOrd="0" destOrd="1" presId="urn:microsoft.com/office/officeart/2018/5/layout/CenteredIconLabelDescriptionList"/>
    <dgm:cxn modelId="{9C783691-2399-4AA4-8235-BD293E630BF0}" srcId="{D519D127-2203-4543-AC63-8828E5F8E0EA}" destId="{16F845A8-AB58-4496-9E23-1E7DCC113126}" srcOrd="0" destOrd="0" parTransId="{DFCBD315-7C91-4509-B5D6-1497CBF3D20C}" sibTransId="{71C05F1C-83B8-43CE-A4A5-3A3991FDADA7}"/>
    <dgm:cxn modelId="{3F7FB798-CACE-4F47-BFD0-5FFC27586891}" srcId="{27C423F3-C6EC-4246-9FC8-B3880165B858}" destId="{E29296FF-F648-4465-B202-CB1C337DB7A6}" srcOrd="3" destOrd="0" parTransId="{0A172403-54A2-46C2-9BE9-EAD41AD96C17}" sibTransId="{06329FBB-1583-40CF-B645-331CDB78C01F}"/>
    <dgm:cxn modelId="{BF9EBF9C-E087-4BB9-A7EF-8B007F9431E0}" type="presOf" srcId="{8C43D4E8-3B17-4E38-AD6A-1C99B59330FE}" destId="{2730C5BE-E8D2-4043-BE5F-81896D151C32}" srcOrd="0" destOrd="0" presId="urn:microsoft.com/office/officeart/2018/5/layout/CenteredIconLabelDescriptionList"/>
    <dgm:cxn modelId="{1FAE3DA5-1260-43F1-B1DD-0231CE2BFF93}" type="presOf" srcId="{85B95949-AEB6-4570-A38B-17E0D085C4B9}" destId="{45FE25B8-9C42-4068-B43D-4AA37969CE5B}" srcOrd="0" destOrd="0" presId="urn:microsoft.com/office/officeart/2018/5/layout/CenteredIconLabelDescriptionList"/>
    <dgm:cxn modelId="{9ED725B0-0C39-4918-82E2-4002C020C46D}" srcId="{27C423F3-C6EC-4246-9FC8-B3880165B858}" destId="{9B6236B2-4230-4E34-ABEA-1D44FF4316CF}" srcOrd="1" destOrd="0" parTransId="{2AC46FCE-23EF-4793-B036-D4FDF64F32F1}" sibTransId="{97988E1F-5A97-4C8C-B0B7-1096EFDDF386}"/>
    <dgm:cxn modelId="{754E8FBC-AF00-45B5-8066-0DB9F8703CEB}" type="presOf" srcId="{27C423F3-C6EC-4246-9FC8-B3880165B858}" destId="{E5EC92D1-4F3B-48B1-B0A5-7B34CA11B36E}" srcOrd="0" destOrd="0" presId="urn:microsoft.com/office/officeart/2018/5/layout/CenteredIconLabelDescriptionList"/>
    <dgm:cxn modelId="{4663B6C5-71D1-48BB-BB52-DFDFC1E59140}" type="presOf" srcId="{884A5797-8540-4A21-9CC1-CFFCAF10F08F}" destId="{AD47C689-B9CE-482E-8E3A-82E6FC6C6098}" srcOrd="0" destOrd="0" presId="urn:microsoft.com/office/officeart/2018/5/layout/CenteredIconLabelDescriptionList"/>
    <dgm:cxn modelId="{B5D8E6C9-8AC4-4D6E-B480-E53E8063BB42}" type="presOf" srcId="{8B916359-2CD9-491C-AEA1-39C0B3B8CC3E}" destId="{0A05FEC2-2EF0-415A-947F-8AA6BFC9A82E}" srcOrd="0" destOrd="0" presId="urn:microsoft.com/office/officeart/2018/5/layout/CenteredIconLabelDescriptionList"/>
    <dgm:cxn modelId="{828EB9CA-B93F-4AAF-B471-BA666F4F6E9D}" srcId="{8C43D4E8-3B17-4E38-AD6A-1C99B59330FE}" destId="{27C423F3-C6EC-4246-9FC8-B3880165B858}" srcOrd="1" destOrd="0" parTransId="{D7A23039-3D90-4175-BB8F-4C1754B3F689}" sibTransId="{71A8CC7C-F3ED-47F6-8096-E109CF26F6ED}"/>
    <dgm:cxn modelId="{CE2C44CF-9CB4-476C-A5D2-A09075F5FEB5}" srcId="{D519D127-2203-4543-AC63-8828E5F8E0EA}" destId="{CD7465A1-5FA3-4296-8509-C8C1660CCC82}" srcOrd="2" destOrd="0" parTransId="{1EAD40F3-BDC3-486B-A22A-321B1068C305}" sibTransId="{B776FA6E-8058-4B09-ADFD-B8B808D4BFE4}"/>
    <dgm:cxn modelId="{19EA58EB-59AA-4516-9B01-0ABE300F9D3F}" type="presOf" srcId="{9B6236B2-4230-4E34-ABEA-1D44FF4316CF}" destId="{0A05FEC2-2EF0-415A-947F-8AA6BFC9A82E}" srcOrd="0" destOrd="1" presId="urn:microsoft.com/office/officeart/2018/5/layout/CenteredIconLabelDescriptionList"/>
    <dgm:cxn modelId="{61803302-8E5E-4FF8-B407-CD061F2E71DA}" type="presParOf" srcId="{2730C5BE-E8D2-4043-BE5F-81896D151C32}" destId="{9EAEC88A-C7CC-4036-A6E2-9165618159EF}" srcOrd="0" destOrd="0" presId="urn:microsoft.com/office/officeart/2018/5/layout/CenteredIconLabelDescriptionList"/>
    <dgm:cxn modelId="{063BAF1A-64E1-40FD-8FC3-4E53E041B7E1}" type="presParOf" srcId="{9EAEC88A-C7CC-4036-A6E2-9165618159EF}" destId="{11BB076C-AD18-4599-9E78-E9692B4B40D3}" srcOrd="0" destOrd="0" presId="urn:microsoft.com/office/officeart/2018/5/layout/CenteredIconLabelDescriptionList"/>
    <dgm:cxn modelId="{D55BA4F9-8721-4DC8-9BC2-B6C74E948C70}" type="presParOf" srcId="{9EAEC88A-C7CC-4036-A6E2-9165618159EF}" destId="{B1DCF39C-ED1F-4961-B9BA-DEBA244C9215}" srcOrd="1" destOrd="0" presId="urn:microsoft.com/office/officeart/2018/5/layout/CenteredIconLabelDescriptionList"/>
    <dgm:cxn modelId="{84C52FB5-FA59-4D24-BE29-8DFD6D62C480}" type="presParOf" srcId="{9EAEC88A-C7CC-4036-A6E2-9165618159EF}" destId="{AD47C689-B9CE-482E-8E3A-82E6FC6C6098}" srcOrd="2" destOrd="0" presId="urn:microsoft.com/office/officeart/2018/5/layout/CenteredIconLabelDescriptionList"/>
    <dgm:cxn modelId="{C7C60BCF-D5C6-4338-8EEF-08BA08BEF809}" type="presParOf" srcId="{9EAEC88A-C7CC-4036-A6E2-9165618159EF}" destId="{173CE218-00A8-4C02-811D-DCDDFEAFB39F}" srcOrd="3" destOrd="0" presId="urn:microsoft.com/office/officeart/2018/5/layout/CenteredIconLabelDescriptionList"/>
    <dgm:cxn modelId="{2D8CC97A-18B3-456E-B717-DA4BF0F9B79F}" type="presParOf" srcId="{9EAEC88A-C7CC-4036-A6E2-9165618159EF}" destId="{45FE25B8-9C42-4068-B43D-4AA37969CE5B}" srcOrd="4" destOrd="0" presId="urn:microsoft.com/office/officeart/2018/5/layout/CenteredIconLabelDescriptionList"/>
    <dgm:cxn modelId="{BF1C79D3-E1F1-4863-B66F-157B5EBA785C}" type="presParOf" srcId="{2730C5BE-E8D2-4043-BE5F-81896D151C32}" destId="{B7143495-78FF-4E5D-99C3-8928C208388E}" srcOrd="1" destOrd="0" presId="urn:microsoft.com/office/officeart/2018/5/layout/CenteredIconLabelDescriptionList"/>
    <dgm:cxn modelId="{95F0B7F9-5C16-4BA0-8473-3A2343446598}" type="presParOf" srcId="{2730C5BE-E8D2-4043-BE5F-81896D151C32}" destId="{BB402588-1CDF-403B-A23D-6AE8D02DF2D4}" srcOrd="2" destOrd="0" presId="urn:microsoft.com/office/officeart/2018/5/layout/CenteredIconLabelDescriptionList"/>
    <dgm:cxn modelId="{61B20C96-7620-4E9A-AD34-3EB29E6A56EC}" type="presParOf" srcId="{BB402588-1CDF-403B-A23D-6AE8D02DF2D4}" destId="{A378D75C-E3AD-402A-BBE7-41EF923FD72D}" srcOrd="0" destOrd="0" presId="urn:microsoft.com/office/officeart/2018/5/layout/CenteredIconLabelDescriptionList"/>
    <dgm:cxn modelId="{CCE58CBA-8189-426B-85C7-DE69EBDC00D4}" type="presParOf" srcId="{BB402588-1CDF-403B-A23D-6AE8D02DF2D4}" destId="{2D494DAD-4004-447D-B4D4-027B82B34406}" srcOrd="1" destOrd="0" presId="urn:microsoft.com/office/officeart/2018/5/layout/CenteredIconLabelDescriptionList"/>
    <dgm:cxn modelId="{70EE75C6-0971-4733-A24D-B77BC3D0F745}" type="presParOf" srcId="{BB402588-1CDF-403B-A23D-6AE8D02DF2D4}" destId="{E5EC92D1-4F3B-48B1-B0A5-7B34CA11B36E}" srcOrd="2" destOrd="0" presId="urn:microsoft.com/office/officeart/2018/5/layout/CenteredIconLabelDescriptionList"/>
    <dgm:cxn modelId="{BFD7A4D4-D701-456C-965A-3CB07B1BACBE}" type="presParOf" srcId="{BB402588-1CDF-403B-A23D-6AE8D02DF2D4}" destId="{61A69DEC-7FAA-4B4D-B572-F891DDD6D789}" srcOrd="3" destOrd="0" presId="urn:microsoft.com/office/officeart/2018/5/layout/CenteredIconLabelDescriptionList"/>
    <dgm:cxn modelId="{83FE889E-3CBC-464D-A2B6-A1F71DF9BA37}" type="presParOf" srcId="{BB402588-1CDF-403B-A23D-6AE8D02DF2D4}" destId="{0A05FEC2-2EF0-415A-947F-8AA6BFC9A82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E1913DC-3629-426A-9015-250078B1079F}"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BB6B2798-F5C4-48F3-A906-6A609D320177}">
      <dgm:prSet/>
      <dgm:spPr/>
      <dgm:t>
        <a:bodyPr/>
        <a:lstStyle/>
        <a:p>
          <a:r>
            <a:rPr lang="en-US"/>
            <a:t>Start</a:t>
          </a:r>
        </a:p>
      </dgm:t>
    </dgm:pt>
    <dgm:pt modelId="{ECDEA3C3-2C62-482B-A566-5925F537FAAF}" type="parTrans" cxnId="{2EB6B7D0-E17C-47DA-9C3F-3260DFC4FC84}">
      <dgm:prSet/>
      <dgm:spPr/>
      <dgm:t>
        <a:bodyPr/>
        <a:lstStyle/>
        <a:p>
          <a:endParaRPr lang="en-US"/>
        </a:p>
      </dgm:t>
    </dgm:pt>
    <dgm:pt modelId="{B7FB08BB-70FD-4C49-AA59-C1D479CA446B}" type="sibTrans" cxnId="{2EB6B7D0-E17C-47DA-9C3F-3260DFC4FC84}">
      <dgm:prSet/>
      <dgm:spPr/>
      <dgm:t>
        <a:bodyPr/>
        <a:lstStyle/>
        <a:p>
          <a:endParaRPr lang="en-US"/>
        </a:p>
      </dgm:t>
    </dgm:pt>
    <dgm:pt modelId="{6F3804C1-A469-4851-B02B-AA804056EF4C}">
      <dgm:prSet/>
      <dgm:spPr/>
      <dgm:t>
        <a:bodyPr/>
        <a:lstStyle/>
        <a:p>
          <a:r>
            <a:rPr lang="en-US"/>
            <a:t>Too much complexity: Trying to show every detail at once overwhelms users.</a:t>
          </a:r>
          <a:br>
            <a:rPr lang="en-US"/>
          </a:br>
          <a:r>
            <a:rPr lang="en-US"/>
            <a:t>Tip: Start with an MVP (Minimum Viable Product) — just the most important metrics and charts. Build, test, and improve step by step.</a:t>
          </a:r>
        </a:p>
      </dgm:t>
    </dgm:pt>
    <dgm:pt modelId="{1F4DC646-525B-440C-8DA3-EF9F7609803F}" type="parTrans" cxnId="{EB1162E1-D02C-4519-91C2-82A1EF9011E8}">
      <dgm:prSet/>
      <dgm:spPr/>
      <dgm:t>
        <a:bodyPr/>
        <a:lstStyle/>
        <a:p>
          <a:endParaRPr lang="en-US"/>
        </a:p>
      </dgm:t>
    </dgm:pt>
    <dgm:pt modelId="{05B0CA13-3433-4D8C-BC4C-4593535B6825}" type="sibTrans" cxnId="{EB1162E1-D02C-4519-91C2-82A1EF9011E8}">
      <dgm:prSet/>
      <dgm:spPr/>
      <dgm:t>
        <a:bodyPr/>
        <a:lstStyle/>
        <a:p>
          <a:endParaRPr lang="en-US"/>
        </a:p>
      </dgm:t>
    </dgm:pt>
    <dgm:pt modelId="{FA99E105-B75D-483B-A10A-0E9DB562856B}">
      <dgm:prSet/>
      <dgm:spPr/>
      <dgm:t>
        <a:bodyPr/>
        <a:lstStyle/>
        <a:p>
          <a:r>
            <a:rPr lang="en-US"/>
            <a:t>Using</a:t>
          </a:r>
        </a:p>
      </dgm:t>
    </dgm:pt>
    <dgm:pt modelId="{99BA0EF4-3D25-4C5F-994E-E0D809C8D840}" type="parTrans" cxnId="{3DF7F0FF-2EE8-45A8-AE16-137E236270DD}">
      <dgm:prSet/>
      <dgm:spPr/>
      <dgm:t>
        <a:bodyPr/>
        <a:lstStyle/>
        <a:p>
          <a:endParaRPr lang="en-US"/>
        </a:p>
      </dgm:t>
    </dgm:pt>
    <dgm:pt modelId="{32E5E431-C702-4ABD-B389-29A6EAA53844}" type="sibTrans" cxnId="{3DF7F0FF-2EE8-45A8-AE16-137E236270DD}">
      <dgm:prSet/>
      <dgm:spPr/>
      <dgm:t>
        <a:bodyPr/>
        <a:lstStyle/>
        <a:p>
          <a:endParaRPr lang="en-US"/>
        </a:p>
      </dgm:t>
    </dgm:pt>
    <dgm:pt modelId="{9BAFF8F3-1E98-492B-9DF6-3139889EB498}">
      <dgm:prSet/>
      <dgm:spPr/>
      <dgm:t>
        <a:bodyPr/>
        <a:lstStyle/>
        <a:p>
          <a:r>
            <a:rPr lang="en-US"/>
            <a:t>Using metrics no one understands: Technical jargon or obscure numbers confuse the audience.</a:t>
          </a:r>
          <a:br>
            <a:rPr lang="en-US"/>
          </a:br>
          <a:r>
            <a:rPr lang="en-US"/>
            <a:t>Tip: Use plain language. Labels like “Active Users Last 7 Days” are clearer than “7d Monthly Active Users (MAU)”. Add explanations if needed.</a:t>
          </a:r>
        </a:p>
      </dgm:t>
    </dgm:pt>
    <dgm:pt modelId="{C787141D-0282-435A-AF17-16E6855A2E54}" type="parTrans" cxnId="{77D168DB-F217-4A5C-9B70-32288384ACDD}">
      <dgm:prSet/>
      <dgm:spPr/>
      <dgm:t>
        <a:bodyPr/>
        <a:lstStyle/>
        <a:p>
          <a:endParaRPr lang="en-US"/>
        </a:p>
      </dgm:t>
    </dgm:pt>
    <dgm:pt modelId="{2E523248-01E6-4579-BFCA-B5FC52B534E5}" type="sibTrans" cxnId="{77D168DB-F217-4A5C-9B70-32288384ACDD}">
      <dgm:prSet/>
      <dgm:spPr/>
      <dgm:t>
        <a:bodyPr/>
        <a:lstStyle/>
        <a:p>
          <a:endParaRPr lang="en-US"/>
        </a:p>
      </dgm:t>
    </dgm:pt>
    <dgm:pt modelId="{FC74A835-0054-4CA2-AFF5-5AFBDD0EAB32}">
      <dgm:prSet/>
      <dgm:spPr/>
      <dgm:t>
        <a:bodyPr/>
        <a:lstStyle/>
        <a:p>
          <a:r>
            <a:rPr lang="en-US"/>
            <a:t>Cluttering</a:t>
          </a:r>
        </a:p>
      </dgm:t>
    </dgm:pt>
    <dgm:pt modelId="{77956027-D894-4B4A-8A90-205CAB78FF2C}" type="parTrans" cxnId="{067C2EF2-EB89-43DA-84E0-6324C078D543}">
      <dgm:prSet/>
      <dgm:spPr/>
      <dgm:t>
        <a:bodyPr/>
        <a:lstStyle/>
        <a:p>
          <a:endParaRPr lang="en-US"/>
        </a:p>
      </dgm:t>
    </dgm:pt>
    <dgm:pt modelId="{74FFA49D-9FF7-4655-94E2-7108AD596D85}" type="sibTrans" cxnId="{067C2EF2-EB89-43DA-84E0-6324C078D543}">
      <dgm:prSet/>
      <dgm:spPr/>
      <dgm:t>
        <a:bodyPr/>
        <a:lstStyle/>
        <a:p>
          <a:endParaRPr lang="en-US"/>
        </a:p>
      </dgm:t>
    </dgm:pt>
    <dgm:pt modelId="{10F9AB94-987E-478D-B711-4C40C5EDE626}">
      <dgm:prSet/>
      <dgm:spPr/>
      <dgm:t>
        <a:bodyPr/>
        <a:lstStyle/>
        <a:p>
          <a:r>
            <a:rPr lang="en-US"/>
            <a:t>Cluttering with unimportant graphics: Fancy widgets, colors, or 3D effects can hide the main message.</a:t>
          </a:r>
          <a:br>
            <a:rPr lang="en-US"/>
          </a:br>
          <a:r>
            <a:rPr lang="en-US"/>
            <a:t>Tip: Keep visuals simple. Focus on the story you want to tell with the data. Less is more.</a:t>
          </a:r>
        </a:p>
      </dgm:t>
    </dgm:pt>
    <dgm:pt modelId="{AF73A975-BC29-40F2-8BDA-7C1BCF283A65}" type="parTrans" cxnId="{A504CD27-EF7A-4879-B3D6-9375AE846720}">
      <dgm:prSet/>
      <dgm:spPr/>
      <dgm:t>
        <a:bodyPr/>
        <a:lstStyle/>
        <a:p>
          <a:endParaRPr lang="en-US"/>
        </a:p>
      </dgm:t>
    </dgm:pt>
    <dgm:pt modelId="{6355A12D-BF8D-43E1-BB58-218A261CA1D9}" type="sibTrans" cxnId="{A504CD27-EF7A-4879-B3D6-9375AE846720}">
      <dgm:prSet/>
      <dgm:spPr/>
      <dgm:t>
        <a:bodyPr/>
        <a:lstStyle/>
        <a:p>
          <a:endParaRPr lang="en-US"/>
        </a:p>
      </dgm:t>
    </dgm:pt>
    <dgm:pt modelId="{4E3096AB-573F-4D48-B873-97064433C7C4}">
      <dgm:prSet/>
      <dgm:spPr/>
      <dgm:t>
        <a:bodyPr/>
        <a:lstStyle/>
        <a:p>
          <a:r>
            <a:rPr lang="en-US"/>
            <a:t>Waiting</a:t>
          </a:r>
        </a:p>
      </dgm:t>
    </dgm:pt>
    <dgm:pt modelId="{7838C85D-DB8B-48D4-BCA7-A38A53FC0084}" type="parTrans" cxnId="{BCEDB4C3-51C0-4F57-AC4E-265AA070D518}">
      <dgm:prSet/>
      <dgm:spPr/>
      <dgm:t>
        <a:bodyPr/>
        <a:lstStyle/>
        <a:p>
          <a:endParaRPr lang="en-US"/>
        </a:p>
      </dgm:t>
    </dgm:pt>
    <dgm:pt modelId="{D3C35987-7D28-4477-9FD0-153FE11AB480}" type="sibTrans" cxnId="{BCEDB4C3-51C0-4F57-AC4E-265AA070D518}">
      <dgm:prSet/>
      <dgm:spPr/>
      <dgm:t>
        <a:bodyPr/>
        <a:lstStyle/>
        <a:p>
          <a:endParaRPr lang="en-US"/>
        </a:p>
      </dgm:t>
    </dgm:pt>
    <dgm:pt modelId="{C143E068-5E4D-488B-BE1E-19F1B8D5F7BE}">
      <dgm:prSet/>
      <dgm:spPr/>
      <dgm:t>
        <a:bodyPr/>
        <a:lstStyle/>
        <a:p>
          <a:r>
            <a:rPr lang="en-US"/>
            <a:t>Waiting for big BI projects: Long, complex software projects can delay insights.</a:t>
          </a:r>
          <a:br>
            <a:rPr lang="en-US"/>
          </a:br>
          <a:r>
            <a:rPr lang="en-US"/>
            <a:t>Tip: Prototype quickly with small tools or spreadsheets. Iterate and improve gradually.</a:t>
          </a:r>
        </a:p>
      </dgm:t>
    </dgm:pt>
    <dgm:pt modelId="{7EEF91F3-D27A-40FE-975A-4A76ABA7EE68}" type="parTrans" cxnId="{72384A09-CFDD-4F7E-A9C0-54CA3D65D44C}">
      <dgm:prSet/>
      <dgm:spPr/>
      <dgm:t>
        <a:bodyPr/>
        <a:lstStyle/>
        <a:p>
          <a:endParaRPr lang="en-US"/>
        </a:p>
      </dgm:t>
    </dgm:pt>
    <dgm:pt modelId="{222AFD73-135D-428E-BED4-141EFB8ADD24}" type="sibTrans" cxnId="{72384A09-CFDD-4F7E-A9C0-54CA3D65D44C}">
      <dgm:prSet/>
      <dgm:spPr/>
      <dgm:t>
        <a:bodyPr/>
        <a:lstStyle/>
        <a:p>
          <a:endParaRPr lang="en-US"/>
        </a:p>
      </dgm:t>
    </dgm:pt>
    <dgm:pt modelId="{CF497011-FAD0-4A47-B88A-B67791DD5EA9}">
      <dgm:prSet/>
      <dgm:spPr/>
      <dgm:t>
        <a:bodyPr/>
        <a:lstStyle/>
        <a:p>
          <a:r>
            <a:rPr lang="en-US"/>
            <a:t>Underestimating</a:t>
          </a:r>
        </a:p>
      </dgm:t>
    </dgm:pt>
    <dgm:pt modelId="{3E3198AB-79B2-4A48-B73F-E6C51EDDCC92}" type="parTrans" cxnId="{745515DA-1F09-4652-BB36-9F03D429ED35}">
      <dgm:prSet/>
      <dgm:spPr/>
      <dgm:t>
        <a:bodyPr/>
        <a:lstStyle/>
        <a:p>
          <a:endParaRPr lang="en-US"/>
        </a:p>
      </dgm:t>
    </dgm:pt>
    <dgm:pt modelId="{269C05DC-BB93-44DD-AFD4-F0E08F6DACE3}" type="sibTrans" cxnId="{745515DA-1F09-4652-BB36-9F03D429ED35}">
      <dgm:prSet/>
      <dgm:spPr/>
      <dgm:t>
        <a:bodyPr/>
        <a:lstStyle/>
        <a:p>
          <a:endParaRPr lang="en-US"/>
        </a:p>
      </dgm:t>
    </dgm:pt>
    <dgm:pt modelId="{0339F4F3-4976-4063-8897-30999F64276A}">
      <dgm:prSet/>
      <dgm:spPr/>
      <dgm:t>
        <a:bodyPr/>
        <a:lstStyle/>
        <a:p>
          <a:r>
            <a:rPr lang="en-US"/>
            <a:t>Underestimating effort: A dashboard looks simple, but it takes time to clean data, design charts, and maintain.</a:t>
          </a:r>
          <a:br>
            <a:rPr lang="en-US"/>
          </a:br>
          <a:r>
            <a:rPr lang="en-US"/>
            <a:t>Tip: Plan for ongoing updates, QA checks, and someone responsible for keeping it accurate.</a:t>
          </a:r>
        </a:p>
      </dgm:t>
    </dgm:pt>
    <dgm:pt modelId="{0A180291-159A-40D5-B735-9E0118DF02E6}" type="parTrans" cxnId="{9D1436D9-03F7-4572-A4F8-8FCF20F7F78D}">
      <dgm:prSet/>
      <dgm:spPr/>
      <dgm:t>
        <a:bodyPr/>
        <a:lstStyle/>
        <a:p>
          <a:endParaRPr lang="en-US"/>
        </a:p>
      </dgm:t>
    </dgm:pt>
    <dgm:pt modelId="{3B4B47EA-E1C4-44B7-9638-56CE6005CA33}" type="sibTrans" cxnId="{9D1436D9-03F7-4572-A4F8-8FCF20F7F78D}">
      <dgm:prSet/>
      <dgm:spPr/>
      <dgm:t>
        <a:bodyPr/>
        <a:lstStyle/>
        <a:p>
          <a:endParaRPr lang="en-US"/>
        </a:p>
      </dgm:t>
    </dgm:pt>
    <dgm:pt modelId="{72F54C83-AC83-4EB3-B842-B372FC6852CD}">
      <dgm:prSet/>
      <dgm:spPr/>
      <dgm:t>
        <a:bodyPr/>
        <a:lstStyle/>
        <a:p>
          <a:r>
            <a:rPr lang="en-US"/>
            <a:t>Failing</a:t>
          </a:r>
        </a:p>
      </dgm:t>
    </dgm:pt>
    <dgm:pt modelId="{8687B769-4E72-4B13-8758-3DE53A458324}" type="parTrans" cxnId="{1408794A-3DD6-4CD6-9D32-B101AABD16EB}">
      <dgm:prSet/>
      <dgm:spPr/>
      <dgm:t>
        <a:bodyPr/>
        <a:lstStyle/>
        <a:p>
          <a:endParaRPr lang="en-US"/>
        </a:p>
      </dgm:t>
    </dgm:pt>
    <dgm:pt modelId="{7EBB2BAA-C8FD-43C6-A59B-7196BCEC928A}" type="sibTrans" cxnId="{1408794A-3DD6-4CD6-9D32-B101AABD16EB}">
      <dgm:prSet/>
      <dgm:spPr/>
      <dgm:t>
        <a:bodyPr/>
        <a:lstStyle/>
        <a:p>
          <a:endParaRPr lang="en-US"/>
        </a:p>
      </dgm:t>
    </dgm:pt>
    <dgm:pt modelId="{CF2AA2E8-7D68-4F46-8A74-9061E53B2BD8}">
      <dgm:prSet/>
      <dgm:spPr/>
      <dgm:t>
        <a:bodyPr/>
        <a:lstStyle/>
        <a:p>
          <a:r>
            <a:rPr lang="en-US"/>
            <a:t>Failing to match metrics to goals: Showing activity doesn’t always show impact.</a:t>
          </a:r>
          <a:br>
            <a:rPr lang="en-US"/>
          </a:br>
          <a:r>
            <a:rPr lang="en-US"/>
            <a:t>Tip: Make sure each chart connects to a real objective. For example, tracking “page views” isn’t helpful if your goal is “customer retention.”</a:t>
          </a:r>
        </a:p>
      </dgm:t>
    </dgm:pt>
    <dgm:pt modelId="{36F69957-7337-4FE1-9B27-7786B8F790B3}" type="parTrans" cxnId="{3F89A741-83CC-494C-A00C-1FCDCD90EE5C}">
      <dgm:prSet/>
      <dgm:spPr/>
      <dgm:t>
        <a:bodyPr/>
        <a:lstStyle/>
        <a:p>
          <a:endParaRPr lang="en-US"/>
        </a:p>
      </dgm:t>
    </dgm:pt>
    <dgm:pt modelId="{046DF745-926E-4C23-B6C6-00DA5C602C74}" type="sibTrans" cxnId="{3F89A741-83CC-494C-A00C-1FCDCD90EE5C}">
      <dgm:prSet/>
      <dgm:spPr/>
      <dgm:t>
        <a:bodyPr/>
        <a:lstStyle/>
        <a:p>
          <a:endParaRPr lang="en-US"/>
        </a:p>
      </dgm:t>
    </dgm:pt>
    <dgm:pt modelId="{6A1CD8DE-C16A-4534-8D71-6CE3D406B527}">
      <dgm:prSet/>
      <dgm:spPr/>
      <dgm:t>
        <a:bodyPr/>
        <a:lstStyle/>
        <a:p>
          <a:r>
            <a:rPr lang="en-US"/>
            <a:t>Confuse or mislead</a:t>
          </a:r>
        </a:p>
      </dgm:t>
    </dgm:pt>
    <dgm:pt modelId="{DBE0BD74-5536-46EA-B5C0-7E6A301547AB}" type="parTrans" cxnId="{36B52231-3737-4449-97AF-CFC489E71C97}">
      <dgm:prSet/>
      <dgm:spPr/>
      <dgm:t>
        <a:bodyPr/>
        <a:lstStyle/>
        <a:p>
          <a:endParaRPr lang="en-US"/>
        </a:p>
      </dgm:t>
    </dgm:pt>
    <dgm:pt modelId="{50D42092-6CF2-4422-929E-AB9E2FB01B03}" type="sibTrans" cxnId="{36B52231-3737-4449-97AF-CFC489E71C97}">
      <dgm:prSet/>
      <dgm:spPr/>
      <dgm:t>
        <a:bodyPr/>
        <a:lstStyle/>
        <a:p>
          <a:endParaRPr lang="en-US"/>
        </a:p>
      </dgm:t>
    </dgm:pt>
    <dgm:pt modelId="{5AB78ED7-45FA-4DD0-850C-4CE375AD057E}">
      <dgm:prSet/>
      <dgm:spPr/>
      <dgm:t>
        <a:bodyPr/>
        <a:lstStyle/>
        <a:p>
          <a:r>
            <a:rPr lang="en-US"/>
            <a:t>Poorly designed graphs/charts: Wrong chart type or misleading visuals can confuse or mislead.</a:t>
          </a:r>
          <a:br>
            <a:rPr lang="en-US"/>
          </a:br>
          <a:r>
            <a:rPr lang="en-US"/>
            <a:t>Tip: Match the chart type to the data. Use line charts for trends, bar charts for comparisons, and always label axes clearly.</a:t>
          </a:r>
        </a:p>
      </dgm:t>
    </dgm:pt>
    <dgm:pt modelId="{0B40A80C-39AD-403C-A862-37FEF6D02902}" type="parTrans" cxnId="{00320589-F399-43B4-9688-5AFEB7B66388}">
      <dgm:prSet/>
      <dgm:spPr/>
      <dgm:t>
        <a:bodyPr/>
        <a:lstStyle/>
        <a:p>
          <a:endParaRPr lang="en-US"/>
        </a:p>
      </dgm:t>
    </dgm:pt>
    <dgm:pt modelId="{CCD89B19-E10E-467C-BF20-837E7E9D1AA2}" type="sibTrans" cxnId="{00320589-F399-43B4-9688-5AFEB7B66388}">
      <dgm:prSet/>
      <dgm:spPr/>
      <dgm:t>
        <a:bodyPr/>
        <a:lstStyle/>
        <a:p>
          <a:endParaRPr lang="en-US"/>
        </a:p>
      </dgm:t>
    </dgm:pt>
    <dgm:pt modelId="{E9264818-3BE6-4228-8EBB-F2757CC61D66}" type="pres">
      <dgm:prSet presAssocID="{EE1913DC-3629-426A-9015-250078B1079F}" presName="Name0" presStyleCnt="0">
        <dgm:presLayoutVars>
          <dgm:dir/>
          <dgm:animLvl val="lvl"/>
          <dgm:resizeHandles val="exact"/>
        </dgm:presLayoutVars>
      </dgm:prSet>
      <dgm:spPr/>
    </dgm:pt>
    <dgm:pt modelId="{2479D382-6FC9-41FF-A250-C65745F5424B}" type="pres">
      <dgm:prSet presAssocID="{BB6B2798-F5C4-48F3-A906-6A609D320177}" presName="linNode" presStyleCnt="0"/>
      <dgm:spPr/>
    </dgm:pt>
    <dgm:pt modelId="{739B8FC1-B4A5-4D73-A66B-627B05AE29DE}" type="pres">
      <dgm:prSet presAssocID="{BB6B2798-F5C4-48F3-A906-6A609D320177}" presName="parentText" presStyleLbl="alignNode1" presStyleIdx="0" presStyleCnt="7">
        <dgm:presLayoutVars>
          <dgm:chMax val="1"/>
          <dgm:bulletEnabled/>
        </dgm:presLayoutVars>
      </dgm:prSet>
      <dgm:spPr/>
    </dgm:pt>
    <dgm:pt modelId="{BEA3E1C5-8F36-4281-88EF-5DCAE1ED9BF9}" type="pres">
      <dgm:prSet presAssocID="{BB6B2798-F5C4-48F3-A906-6A609D320177}" presName="descendantText" presStyleLbl="alignAccFollowNode1" presStyleIdx="0" presStyleCnt="7">
        <dgm:presLayoutVars>
          <dgm:bulletEnabled/>
        </dgm:presLayoutVars>
      </dgm:prSet>
      <dgm:spPr/>
    </dgm:pt>
    <dgm:pt modelId="{944311A4-307E-4E20-9B30-A0950FA34508}" type="pres">
      <dgm:prSet presAssocID="{B7FB08BB-70FD-4C49-AA59-C1D479CA446B}" presName="sp" presStyleCnt="0"/>
      <dgm:spPr/>
    </dgm:pt>
    <dgm:pt modelId="{AE584B9F-3145-41DD-B3D8-FBEEDBCDA3C9}" type="pres">
      <dgm:prSet presAssocID="{FA99E105-B75D-483B-A10A-0E9DB562856B}" presName="linNode" presStyleCnt="0"/>
      <dgm:spPr/>
    </dgm:pt>
    <dgm:pt modelId="{F6B21DD5-4F1D-4F66-A553-025705FD5DAC}" type="pres">
      <dgm:prSet presAssocID="{FA99E105-B75D-483B-A10A-0E9DB562856B}" presName="parentText" presStyleLbl="alignNode1" presStyleIdx="1" presStyleCnt="7">
        <dgm:presLayoutVars>
          <dgm:chMax val="1"/>
          <dgm:bulletEnabled/>
        </dgm:presLayoutVars>
      </dgm:prSet>
      <dgm:spPr/>
    </dgm:pt>
    <dgm:pt modelId="{7F15E958-A876-406F-AC41-A8A9979B3B41}" type="pres">
      <dgm:prSet presAssocID="{FA99E105-B75D-483B-A10A-0E9DB562856B}" presName="descendantText" presStyleLbl="alignAccFollowNode1" presStyleIdx="1" presStyleCnt="7">
        <dgm:presLayoutVars>
          <dgm:bulletEnabled/>
        </dgm:presLayoutVars>
      </dgm:prSet>
      <dgm:spPr/>
    </dgm:pt>
    <dgm:pt modelId="{4613F67F-CD0F-491F-947F-5684C3C2E0DE}" type="pres">
      <dgm:prSet presAssocID="{32E5E431-C702-4ABD-B389-29A6EAA53844}" presName="sp" presStyleCnt="0"/>
      <dgm:spPr/>
    </dgm:pt>
    <dgm:pt modelId="{712007A8-0640-4FC4-B058-463DE2146C3E}" type="pres">
      <dgm:prSet presAssocID="{FC74A835-0054-4CA2-AFF5-5AFBDD0EAB32}" presName="linNode" presStyleCnt="0"/>
      <dgm:spPr/>
    </dgm:pt>
    <dgm:pt modelId="{897F0FE6-45DD-4D28-8BB9-B34F8CF5EF88}" type="pres">
      <dgm:prSet presAssocID="{FC74A835-0054-4CA2-AFF5-5AFBDD0EAB32}" presName="parentText" presStyleLbl="alignNode1" presStyleIdx="2" presStyleCnt="7">
        <dgm:presLayoutVars>
          <dgm:chMax val="1"/>
          <dgm:bulletEnabled/>
        </dgm:presLayoutVars>
      </dgm:prSet>
      <dgm:spPr/>
    </dgm:pt>
    <dgm:pt modelId="{7D227983-15E3-4F2F-8561-C5986336E74E}" type="pres">
      <dgm:prSet presAssocID="{FC74A835-0054-4CA2-AFF5-5AFBDD0EAB32}" presName="descendantText" presStyleLbl="alignAccFollowNode1" presStyleIdx="2" presStyleCnt="7">
        <dgm:presLayoutVars>
          <dgm:bulletEnabled/>
        </dgm:presLayoutVars>
      </dgm:prSet>
      <dgm:spPr/>
    </dgm:pt>
    <dgm:pt modelId="{8A5B6DFE-C306-4A08-AA08-93E8703D82CF}" type="pres">
      <dgm:prSet presAssocID="{74FFA49D-9FF7-4655-94E2-7108AD596D85}" presName="sp" presStyleCnt="0"/>
      <dgm:spPr/>
    </dgm:pt>
    <dgm:pt modelId="{18C28C7C-5767-4160-AE4E-87E29FEB24A8}" type="pres">
      <dgm:prSet presAssocID="{4E3096AB-573F-4D48-B873-97064433C7C4}" presName="linNode" presStyleCnt="0"/>
      <dgm:spPr/>
    </dgm:pt>
    <dgm:pt modelId="{89EADB53-BE56-49ED-8EC2-B234CEAE4E8A}" type="pres">
      <dgm:prSet presAssocID="{4E3096AB-573F-4D48-B873-97064433C7C4}" presName="parentText" presStyleLbl="alignNode1" presStyleIdx="3" presStyleCnt="7">
        <dgm:presLayoutVars>
          <dgm:chMax val="1"/>
          <dgm:bulletEnabled/>
        </dgm:presLayoutVars>
      </dgm:prSet>
      <dgm:spPr/>
    </dgm:pt>
    <dgm:pt modelId="{BF7C5585-9498-456B-9C66-8EDCCF18DD60}" type="pres">
      <dgm:prSet presAssocID="{4E3096AB-573F-4D48-B873-97064433C7C4}" presName="descendantText" presStyleLbl="alignAccFollowNode1" presStyleIdx="3" presStyleCnt="7">
        <dgm:presLayoutVars>
          <dgm:bulletEnabled/>
        </dgm:presLayoutVars>
      </dgm:prSet>
      <dgm:spPr/>
    </dgm:pt>
    <dgm:pt modelId="{E58AFAD4-A127-4CB6-BAC6-553B50345E48}" type="pres">
      <dgm:prSet presAssocID="{D3C35987-7D28-4477-9FD0-153FE11AB480}" presName="sp" presStyleCnt="0"/>
      <dgm:spPr/>
    </dgm:pt>
    <dgm:pt modelId="{452B3EA2-E1FC-4E53-A2E1-83D3E5ECFA6C}" type="pres">
      <dgm:prSet presAssocID="{CF497011-FAD0-4A47-B88A-B67791DD5EA9}" presName="linNode" presStyleCnt="0"/>
      <dgm:spPr/>
    </dgm:pt>
    <dgm:pt modelId="{F879F416-7930-49E0-A40A-53935E8266C0}" type="pres">
      <dgm:prSet presAssocID="{CF497011-FAD0-4A47-B88A-B67791DD5EA9}" presName="parentText" presStyleLbl="alignNode1" presStyleIdx="4" presStyleCnt="7">
        <dgm:presLayoutVars>
          <dgm:chMax val="1"/>
          <dgm:bulletEnabled/>
        </dgm:presLayoutVars>
      </dgm:prSet>
      <dgm:spPr/>
    </dgm:pt>
    <dgm:pt modelId="{52B5F0C2-371F-4061-9492-0D935C80E688}" type="pres">
      <dgm:prSet presAssocID="{CF497011-FAD0-4A47-B88A-B67791DD5EA9}" presName="descendantText" presStyleLbl="alignAccFollowNode1" presStyleIdx="4" presStyleCnt="7">
        <dgm:presLayoutVars>
          <dgm:bulletEnabled/>
        </dgm:presLayoutVars>
      </dgm:prSet>
      <dgm:spPr/>
    </dgm:pt>
    <dgm:pt modelId="{492700F6-47B0-4047-BBDA-D4EB5DDDE02D}" type="pres">
      <dgm:prSet presAssocID="{269C05DC-BB93-44DD-AFD4-F0E08F6DACE3}" presName="sp" presStyleCnt="0"/>
      <dgm:spPr/>
    </dgm:pt>
    <dgm:pt modelId="{3216DC48-3784-436B-8E3E-2FEFEF6A9436}" type="pres">
      <dgm:prSet presAssocID="{72F54C83-AC83-4EB3-B842-B372FC6852CD}" presName="linNode" presStyleCnt="0"/>
      <dgm:spPr/>
    </dgm:pt>
    <dgm:pt modelId="{547EB319-FB9C-4E6A-BF1F-59A7DF669BD6}" type="pres">
      <dgm:prSet presAssocID="{72F54C83-AC83-4EB3-B842-B372FC6852CD}" presName="parentText" presStyleLbl="alignNode1" presStyleIdx="5" presStyleCnt="7">
        <dgm:presLayoutVars>
          <dgm:chMax val="1"/>
          <dgm:bulletEnabled/>
        </dgm:presLayoutVars>
      </dgm:prSet>
      <dgm:spPr/>
    </dgm:pt>
    <dgm:pt modelId="{635A0D7A-AE65-4CEB-BBAA-CE3A59A7AA2D}" type="pres">
      <dgm:prSet presAssocID="{72F54C83-AC83-4EB3-B842-B372FC6852CD}" presName="descendantText" presStyleLbl="alignAccFollowNode1" presStyleIdx="5" presStyleCnt="7">
        <dgm:presLayoutVars>
          <dgm:bulletEnabled/>
        </dgm:presLayoutVars>
      </dgm:prSet>
      <dgm:spPr/>
    </dgm:pt>
    <dgm:pt modelId="{A7867B02-3F29-46D9-9C03-068DD2CDFBF6}" type="pres">
      <dgm:prSet presAssocID="{7EBB2BAA-C8FD-43C6-A59B-7196BCEC928A}" presName="sp" presStyleCnt="0"/>
      <dgm:spPr/>
    </dgm:pt>
    <dgm:pt modelId="{6D94C341-78FB-43A7-AF21-0B8537F8E016}" type="pres">
      <dgm:prSet presAssocID="{6A1CD8DE-C16A-4534-8D71-6CE3D406B527}" presName="linNode" presStyleCnt="0"/>
      <dgm:spPr/>
    </dgm:pt>
    <dgm:pt modelId="{8BB0E5D8-FBCF-40C1-BBCA-0BF6493E1714}" type="pres">
      <dgm:prSet presAssocID="{6A1CD8DE-C16A-4534-8D71-6CE3D406B527}" presName="parentText" presStyleLbl="alignNode1" presStyleIdx="6" presStyleCnt="7">
        <dgm:presLayoutVars>
          <dgm:chMax val="1"/>
          <dgm:bulletEnabled/>
        </dgm:presLayoutVars>
      </dgm:prSet>
      <dgm:spPr/>
    </dgm:pt>
    <dgm:pt modelId="{68D9D624-1B40-44C6-923E-B1A0BA224582}" type="pres">
      <dgm:prSet presAssocID="{6A1CD8DE-C16A-4534-8D71-6CE3D406B527}" presName="descendantText" presStyleLbl="alignAccFollowNode1" presStyleIdx="6" presStyleCnt="7">
        <dgm:presLayoutVars>
          <dgm:bulletEnabled/>
        </dgm:presLayoutVars>
      </dgm:prSet>
      <dgm:spPr/>
    </dgm:pt>
  </dgm:ptLst>
  <dgm:cxnLst>
    <dgm:cxn modelId="{72384A09-CFDD-4F7E-A9C0-54CA3D65D44C}" srcId="{4E3096AB-573F-4D48-B873-97064433C7C4}" destId="{C143E068-5E4D-488B-BE1E-19F1B8D5F7BE}" srcOrd="0" destOrd="0" parTransId="{7EEF91F3-D27A-40FE-975A-4A76ABA7EE68}" sibTransId="{222AFD73-135D-428E-BED4-141EFB8ADD24}"/>
    <dgm:cxn modelId="{A504CD27-EF7A-4879-B3D6-9375AE846720}" srcId="{FC74A835-0054-4CA2-AFF5-5AFBDD0EAB32}" destId="{10F9AB94-987E-478D-B711-4C40C5EDE626}" srcOrd="0" destOrd="0" parTransId="{AF73A975-BC29-40F2-8BDA-7C1BCF283A65}" sibTransId="{6355A12D-BF8D-43E1-BB58-218A261CA1D9}"/>
    <dgm:cxn modelId="{36B52231-3737-4449-97AF-CFC489E71C97}" srcId="{EE1913DC-3629-426A-9015-250078B1079F}" destId="{6A1CD8DE-C16A-4534-8D71-6CE3D406B527}" srcOrd="6" destOrd="0" parTransId="{DBE0BD74-5536-46EA-B5C0-7E6A301547AB}" sibTransId="{50D42092-6CF2-4422-929E-AB9E2FB01B03}"/>
    <dgm:cxn modelId="{C06B2F3D-8BA6-44F9-B886-1CB813334723}" type="presOf" srcId="{4E3096AB-573F-4D48-B873-97064433C7C4}" destId="{89EADB53-BE56-49ED-8EC2-B234CEAE4E8A}" srcOrd="0" destOrd="0" presId="urn:microsoft.com/office/officeart/2016/7/layout/VerticalSolidActionList"/>
    <dgm:cxn modelId="{3F89A741-83CC-494C-A00C-1FCDCD90EE5C}" srcId="{72F54C83-AC83-4EB3-B842-B372FC6852CD}" destId="{CF2AA2E8-7D68-4F46-8A74-9061E53B2BD8}" srcOrd="0" destOrd="0" parTransId="{36F69957-7337-4FE1-9B27-7786B8F790B3}" sibTransId="{046DF745-926E-4C23-B6C6-00DA5C602C74}"/>
    <dgm:cxn modelId="{1408794A-3DD6-4CD6-9D32-B101AABD16EB}" srcId="{EE1913DC-3629-426A-9015-250078B1079F}" destId="{72F54C83-AC83-4EB3-B842-B372FC6852CD}" srcOrd="5" destOrd="0" parTransId="{8687B769-4E72-4B13-8758-3DE53A458324}" sibTransId="{7EBB2BAA-C8FD-43C6-A59B-7196BCEC928A}"/>
    <dgm:cxn modelId="{CB579F4D-CE7F-499C-A1B5-710DBFBA134D}" type="presOf" srcId="{CF497011-FAD0-4A47-B88A-B67791DD5EA9}" destId="{F879F416-7930-49E0-A40A-53935E8266C0}" srcOrd="0" destOrd="0" presId="urn:microsoft.com/office/officeart/2016/7/layout/VerticalSolidActionList"/>
    <dgm:cxn modelId="{236EA74F-619E-4C56-81A5-24045EB445BD}" type="presOf" srcId="{0339F4F3-4976-4063-8897-30999F64276A}" destId="{52B5F0C2-371F-4061-9492-0D935C80E688}" srcOrd="0" destOrd="0" presId="urn:microsoft.com/office/officeart/2016/7/layout/VerticalSolidActionList"/>
    <dgm:cxn modelId="{E84A0151-5EB9-410D-A3E8-5C20CDF68C25}" type="presOf" srcId="{72F54C83-AC83-4EB3-B842-B372FC6852CD}" destId="{547EB319-FB9C-4E6A-BF1F-59A7DF669BD6}" srcOrd="0" destOrd="0" presId="urn:microsoft.com/office/officeart/2016/7/layout/VerticalSolidActionList"/>
    <dgm:cxn modelId="{27ACF775-7F0E-4A63-862A-FF7843D2855C}" type="presOf" srcId="{EE1913DC-3629-426A-9015-250078B1079F}" destId="{E9264818-3BE6-4228-8EBB-F2757CC61D66}" srcOrd="0" destOrd="0" presId="urn:microsoft.com/office/officeart/2016/7/layout/VerticalSolidActionList"/>
    <dgm:cxn modelId="{38700259-4E79-4682-8C6B-9F17EFA71EC9}" type="presOf" srcId="{10F9AB94-987E-478D-B711-4C40C5EDE626}" destId="{7D227983-15E3-4F2F-8561-C5986336E74E}" srcOrd="0" destOrd="0" presId="urn:microsoft.com/office/officeart/2016/7/layout/VerticalSolidActionList"/>
    <dgm:cxn modelId="{8CAD9459-00E8-4F55-9A8B-F882DE5A4AA1}" type="presOf" srcId="{BB6B2798-F5C4-48F3-A906-6A609D320177}" destId="{739B8FC1-B4A5-4D73-A66B-627B05AE29DE}" srcOrd="0" destOrd="0" presId="urn:microsoft.com/office/officeart/2016/7/layout/VerticalSolidActionList"/>
    <dgm:cxn modelId="{8D4AD979-9E2B-4340-B402-0A3A7E3A4B96}" type="presOf" srcId="{6A1CD8DE-C16A-4534-8D71-6CE3D406B527}" destId="{8BB0E5D8-FBCF-40C1-BBCA-0BF6493E1714}" srcOrd="0" destOrd="0" presId="urn:microsoft.com/office/officeart/2016/7/layout/VerticalSolidActionList"/>
    <dgm:cxn modelId="{A520E582-8009-4A44-B70B-93A6B37E4837}" type="presOf" srcId="{5AB78ED7-45FA-4DD0-850C-4CE375AD057E}" destId="{68D9D624-1B40-44C6-923E-B1A0BA224582}" srcOrd="0" destOrd="0" presId="urn:microsoft.com/office/officeart/2016/7/layout/VerticalSolidActionList"/>
    <dgm:cxn modelId="{00320589-F399-43B4-9688-5AFEB7B66388}" srcId="{6A1CD8DE-C16A-4534-8D71-6CE3D406B527}" destId="{5AB78ED7-45FA-4DD0-850C-4CE375AD057E}" srcOrd="0" destOrd="0" parTransId="{0B40A80C-39AD-403C-A862-37FEF6D02902}" sibTransId="{CCD89B19-E10E-467C-BF20-837E7E9D1AA2}"/>
    <dgm:cxn modelId="{2D3C128C-ACE4-4DEC-B6D5-5EACF81F6808}" type="presOf" srcId="{FC74A835-0054-4CA2-AFF5-5AFBDD0EAB32}" destId="{897F0FE6-45DD-4D28-8BB9-B34F8CF5EF88}" srcOrd="0" destOrd="0" presId="urn:microsoft.com/office/officeart/2016/7/layout/VerticalSolidActionList"/>
    <dgm:cxn modelId="{E89DEF9E-55BE-4FB5-A18E-2DFF204D89D1}" type="presOf" srcId="{CF2AA2E8-7D68-4F46-8A74-9061E53B2BD8}" destId="{635A0D7A-AE65-4CEB-BBAA-CE3A59A7AA2D}" srcOrd="0" destOrd="0" presId="urn:microsoft.com/office/officeart/2016/7/layout/VerticalSolidActionList"/>
    <dgm:cxn modelId="{17C141A9-FEA6-4ECC-8CDB-CA2CA6F478BA}" type="presOf" srcId="{6F3804C1-A469-4851-B02B-AA804056EF4C}" destId="{BEA3E1C5-8F36-4281-88EF-5DCAE1ED9BF9}" srcOrd="0" destOrd="0" presId="urn:microsoft.com/office/officeart/2016/7/layout/VerticalSolidActionList"/>
    <dgm:cxn modelId="{BCEDB4C3-51C0-4F57-AC4E-265AA070D518}" srcId="{EE1913DC-3629-426A-9015-250078B1079F}" destId="{4E3096AB-573F-4D48-B873-97064433C7C4}" srcOrd="3" destOrd="0" parTransId="{7838C85D-DB8B-48D4-BCA7-A38A53FC0084}" sibTransId="{D3C35987-7D28-4477-9FD0-153FE11AB480}"/>
    <dgm:cxn modelId="{FAEB81C6-B659-4C38-85BB-988B1CF736E2}" type="presOf" srcId="{9BAFF8F3-1E98-492B-9DF6-3139889EB498}" destId="{7F15E958-A876-406F-AC41-A8A9979B3B41}" srcOrd="0" destOrd="0" presId="urn:microsoft.com/office/officeart/2016/7/layout/VerticalSolidActionList"/>
    <dgm:cxn modelId="{2EB6B7D0-E17C-47DA-9C3F-3260DFC4FC84}" srcId="{EE1913DC-3629-426A-9015-250078B1079F}" destId="{BB6B2798-F5C4-48F3-A906-6A609D320177}" srcOrd="0" destOrd="0" parTransId="{ECDEA3C3-2C62-482B-A566-5925F537FAAF}" sibTransId="{B7FB08BB-70FD-4C49-AA59-C1D479CA446B}"/>
    <dgm:cxn modelId="{7687CCD0-6CD5-420A-8122-862E073B9362}" type="presOf" srcId="{FA99E105-B75D-483B-A10A-0E9DB562856B}" destId="{F6B21DD5-4F1D-4F66-A553-025705FD5DAC}" srcOrd="0" destOrd="0" presId="urn:microsoft.com/office/officeart/2016/7/layout/VerticalSolidActionList"/>
    <dgm:cxn modelId="{9D1436D9-03F7-4572-A4F8-8FCF20F7F78D}" srcId="{CF497011-FAD0-4A47-B88A-B67791DD5EA9}" destId="{0339F4F3-4976-4063-8897-30999F64276A}" srcOrd="0" destOrd="0" parTransId="{0A180291-159A-40D5-B735-9E0118DF02E6}" sibTransId="{3B4B47EA-E1C4-44B7-9638-56CE6005CA33}"/>
    <dgm:cxn modelId="{CCD852D9-A128-4E1F-A301-16DF2583894D}" type="presOf" srcId="{C143E068-5E4D-488B-BE1E-19F1B8D5F7BE}" destId="{BF7C5585-9498-456B-9C66-8EDCCF18DD60}" srcOrd="0" destOrd="0" presId="urn:microsoft.com/office/officeart/2016/7/layout/VerticalSolidActionList"/>
    <dgm:cxn modelId="{745515DA-1F09-4652-BB36-9F03D429ED35}" srcId="{EE1913DC-3629-426A-9015-250078B1079F}" destId="{CF497011-FAD0-4A47-B88A-B67791DD5EA9}" srcOrd="4" destOrd="0" parTransId="{3E3198AB-79B2-4A48-B73F-E6C51EDDCC92}" sibTransId="{269C05DC-BB93-44DD-AFD4-F0E08F6DACE3}"/>
    <dgm:cxn modelId="{77D168DB-F217-4A5C-9B70-32288384ACDD}" srcId="{FA99E105-B75D-483B-A10A-0E9DB562856B}" destId="{9BAFF8F3-1E98-492B-9DF6-3139889EB498}" srcOrd="0" destOrd="0" parTransId="{C787141D-0282-435A-AF17-16E6855A2E54}" sibTransId="{2E523248-01E6-4579-BFCA-B5FC52B534E5}"/>
    <dgm:cxn modelId="{EB1162E1-D02C-4519-91C2-82A1EF9011E8}" srcId="{BB6B2798-F5C4-48F3-A906-6A609D320177}" destId="{6F3804C1-A469-4851-B02B-AA804056EF4C}" srcOrd="0" destOrd="0" parTransId="{1F4DC646-525B-440C-8DA3-EF9F7609803F}" sibTransId="{05B0CA13-3433-4D8C-BC4C-4593535B6825}"/>
    <dgm:cxn modelId="{067C2EF2-EB89-43DA-84E0-6324C078D543}" srcId="{EE1913DC-3629-426A-9015-250078B1079F}" destId="{FC74A835-0054-4CA2-AFF5-5AFBDD0EAB32}" srcOrd="2" destOrd="0" parTransId="{77956027-D894-4B4A-8A90-205CAB78FF2C}" sibTransId="{74FFA49D-9FF7-4655-94E2-7108AD596D85}"/>
    <dgm:cxn modelId="{3DF7F0FF-2EE8-45A8-AE16-137E236270DD}" srcId="{EE1913DC-3629-426A-9015-250078B1079F}" destId="{FA99E105-B75D-483B-A10A-0E9DB562856B}" srcOrd="1" destOrd="0" parTransId="{99BA0EF4-3D25-4C5F-994E-E0D809C8D840}" sibTransId="{32E5E431-C702-4ABD-B389-29A6EAA53844}"/>
    <dgm:cxn modelId="{DC79967E-AD23-4D95-94E5-A807398A1F38}" type="presParOf" srcId="{E9264818-3BE6-4228-8EBB-F2757CC61D66}" destId="{2479D382-6FC9-41FF-A250-C65745F5424B}" srcOrd="0" destOrd="0" presId="urn:microsoft.com/office/officeart/2016/7/layout/VerticalSolidActionList"/>
    <dgm:cxn modelId="{3A2959DA-2C5F-49F9-B666-D8823BB6DAAE}" type="presParOf" srcId="{2479D382-6FC9-41FF-A250-C65745F5424B}" destId="{739B8FC1-B4A5-4D73-A66B-627B05AE29DE}" srcOrd="0" destOrd="0" presId="urn:microsoft.com/office/officeart/2016/7/layout/VerticalSolidActionList"/>
    <dgm:cxn modelId="{084868DA-9F42-4A99-89A1-C048863DF670}" type="presParOf" srcId="{2479D382-6FC9-41FF-A250-C65745F5424B}" destId="{BEA3E1C5-8F36-4281-88EF-5DCAE1ED9BF9}" srcOrd="1" destOrd="0" presId="urn:microsoft.com/office/officeart/2016/7/layout/VerticalSolidActionList"/>
    <dgm:cxn modelId="{1B55A471-E61E-4AAC-89A8-C610F20910D7}" type="presParOf" srcId="{E9264818-3BE6-4228-8EBB-F2757CC61D66}" destId="{944311A4-307E-4E20-9B30-A0950FA34508}" srcOrd="1" destOrd="0" presId="urn:microsoft.com/office/officeart/2016/7/layout/VerticalSolidActionList"/>
    <dgm:cxn modelId="{4DDE0630-F085-4FBA-930D-36E77C82DCE3}" type="presParOf" srcId="{E9264818-3BE6-4228-8EBB-F2757CC61D66}" destId="{AE584B9F-3145-41DD-B3D8-FBEEDBCDA3C9}" srcOrd="2" destOrd="0" presId="urn:microsoft.com/office/officeart/2016/7/layout/VerticalSolidActionList"/>
    <dgm:cxn modelId="{6B7766BD-1162-4596-A037-DAA0FF55CEE7}" type="presParOf" srcId="{AE584B9F-3145-41DD-B3D8-FBEEDBCDA3C9}" destId="{F6B21DD5-4F1D-4F66-A553-025705FD5DAC}" srcOrd="0" destOrd="0" presId="urn:microsoft.com/office/officeart/2016/7/layout/VerticalSolidActionList"/>
    <dgm:cxn modelId="{3EAA23EF-D9D8-42C5-9A7E-2E662121FDCD}" type="presParOf" srcId="{AE584B9F-3145-41DD-B3D8-FBEEDBCDA3C9}" destId="{7F15E958-A876-406F-AC41-A8A9979B3B41}" srcOrd="1" destOrd="0" presId="urn:microsoft.com/office/officeart/2016/7/layout/VerticalSolidActionList"/>
    <dgm:cxn modelId="{D10E87B9-2BAF-484A-A339-FE8CDF347FE9}" type="presParOf" srcId="{E9264818-3BE6-4228-8EBB-F2757CC61D66}" destId="{4613F67F-CD0F-491F-947F-5684C3C2E0DE}" srcOrd="3" destOrd="0" presId="urn:microsoft.com/office/officeart/2016/7/layout/VerticalSolidActionList"/>
    <dgm:cxn modelId="{289088B4-45CC-4B27-BED0-BB6736BE812B}" type="presParOf" srcId="{E9264818-3BE6-4228-8EBB-F2757CC61D66}" destId="{712007A8-0640-4FC4-B058-463DE2146C3E}" srcOrd="4" destOrd="0" presId="urn:microsoft.com/office/officeart/2016/7/layout/VerticalSolidActionList"/>
    <dgm:cxn modelId="{00615167-DFD1-445B-B505-B651F9014B62}" type="presParOf" srcId="{712007A8-0640-4FC4-B058-463DE2146C3E}" destId="{897F0FE6-45DD-4D28-8BB9-B34F8CF5EF88}" srcOrd="0" destOrd="0" presId="urn:microsoft.com/office/officeart/2016/7/layout/VerticalSolidActionList"/>
    <dgm:cxn modelId="{914F6E3A-4883-4BA7-8ADE-2AF29AF2D5A8}" type="presParOf" srcId="{712007A8-0640-4FC4-B058-463DE2146C3E}" destId="{7D227983-15E3-4F2F-8561-C5986336E74E}" srcOrd="1" destOrd="0" presId="urn:microsoft.com/office/officeart/2016/7/layout/VerticalSolidActionList"/>
    <dgm:cxn modelId="{EF62AB41-977F-4661-BB87-9F8B6E29657E}" type="presParOf" srcId="{E9264818-3BE6-4228-8EBB-F2757CC61D66}" destId="{8A5B6DFE-C306-4A08-AA08-93E8703D82CF}" srcOrd="5" destOrd="0" presId="urn:microsoft.com/office/officeart/2016/7/layout/VerticalSolidActionList"/>
    <dgm:cxn modelId="{9766011F-DF26-4011-9358-694393A78B37}" type="presParOf" srcId="{E9264818-3BE6-4228-8EBB-F2757CC61D66}" destId="{18C28C7C-5767-4160-AE4E-87E29FEB24A8}" srcOrd="6" destOrd="0" presId="urn:microsoft.com/office/officeart/2016/7/layout/VerticalSolidActionList"/>
    <dgm:cxn modelId="{9533FCA2-1EBE-4CF8-9330-B4340FD99696}" type="presParOf" srcId="{18C28C7C-5767-4160-AE4E-87E29FEB24A8}" destId="{89EADB53-BE56-49ED-8EC2-B234CEAE4E8A}" srcOrd="0" destOrd="0" presId="urn:microsoft.com/office/officeart/2016/7/layout/VerticalSolidActionList"/>
    <dgm:cxn modelId="{A722ADB8-8133-47F1-9961-8C6261801B6B}" type="presParOf" srcId="{18C28C7C-5767-4160-AE4E-87E29FEB24A8}" destId="{BF7C5585-9498-456B-9C66-8EDCCF18DD60}" srcOrd="1" destOrd="0" presId="urn:microsoft.com/office/officeart/2016/7/layout/VerticalSolidActionList"/>
    <dgm:cxn modelId="{4F42021D-ADEA-483B-A97E-CE167419D0AD}" type="presParOf" srcId="{E9264818-3BE6-4228-8EBB-F2757CC61D66}" destId="{E58AFAD4-A127-4CB6-BAC6-553B50345E48}" srcOrd="7" destOrd="0" presId="urn:microsoft.com/office/officeart/2016/7/layout/VerticalSolidActionList"/>
    <dgm:cxn modelId="{2CAF27D3-FFC4-4818-9ABC-6AD4203FD40A}" type="presParOf" srcId="{E9264818-3BE6-4228-8EBB-F2757CC61D66}" destId="{452B3EA2-E1FC-4E53-A2E1-83D3E5ECFA6C}" srcOrd="8" destOrd="0" presId="urn:microsoft.com/office/officeart/2016/7/layout/VerticalSolidActionList"/>
    <dgm:cxn modelId="{B3B6FB6A-1EEC-47F7-980D-CD04F38722F8}" type="presParOf" srcId="{452B3EA2-E1FC-4E53-A2E1-83D3E5ECFA6C}" destId="{F879F416-7930-49E0-A40A-53935E8266C0}" srcOrd="0" destOrd="0" presId="urn:microsoft.com/office/officeart/2016/7/layout/VerticalSolidActionList"/>
    <dgm:cxn modelId="{E11DB114-38EF-47E3-ABA6-5DED63F5089A}" type="presParOf" srcId="{452B3EA2-E1FC-4E53-A2E1-83D3E5ECFA6C}" destId="{52B5F0C2-371F-4061-9492-0D935C80E688}" srcOrd="1" destOrd="0" presId="urn:microsoft.com/office/officeart/2016/7/layout/VerticalSolidActionList"/>
    <dgm:cxn modelId="{E727F8E4-D8D1-43C0-B009-F0CDAA35C654}" type="presParOf" srcId="{E9264818-3BE6-4228-8EBB-F2757CC61D66}" destId="{492700F6-47B0-4047-BBDA-D4EB5DDDE02D}" srcOrd="9" destOrd="0" presId="urn:microsoft.com/office/officeart/2016/7/layout/VerticalSolidActionList"/>
    <dgm:cxn modelId="{A236684B-6F1C-4926-BDFC-1F3A6DF6759F}" type="presParOf" srcId="{E9264818-3BE6-4228-8EBB-F2757CC61D66}" destId="{3216DC48-3784-436B-8E3E-2FEFEF6A9436}" srcOrd="10" destOrd="0" presId="urn:microsoft.com/office/officeart/2016/7/layout/VerticalSolidActionList"/>
    <dgm:cxn modelId="{26896733-85E7-4E90-8785-1000F38B9F18}" type="presParOf" srcId="{3216DC48-3784-436B-8E3E-2FEFEF6A9436}" destId="{547EB319-FB9C-4E6A-BF1F-59A7DF669BD6}" srcOrd="0" destOrd="0" presId="urn:microsoft.com/office/officeart/2016/7/layout/VerticalSolidActionList"/>
    <dgm:cxn modelId="{7C463406-1BFC-4C9A-BC9A-B61ED88A9BE6}" type="presParOf" srcId="{3216DC48-3784-436B-8E3E-2FEFEF6A9436}" destId="{635A0D7A-AE65-4CEB-BBAA-CE3A59A7AA2D}" srcOrd="1" destOrd="0" presId="urn:microsoft.com/office/officeart/2016/7/layout/VerticalSolidActionList"/>
    <dgm:cxn modelId="{9987FE99-777E-472C-8519-669FE1F7B8F7}" type="presParOf" srcId="{E9264818-3BE6-4228-8EBB-F2757CC61D66}" destId="{A7867B02-3F29-46D9-9C03-068DD2CDFBF6}" srcOrd="11" destOrd="0" presId="urn:microsoft.com/office/officeart/2016/7/layout/VerticalSolidActionList"/>
    <dgm:cxn modelId="{8DA477C9-EE95-4E24-BDA0-4067277E31EA}" type="presParOf" srcId="{E9264818-3BE6-4228-8EBB-F2757CC61D66}" destId="{6D94C341-78FB-43A7-AF21-0B8537F8E016}" srcOrd="12" destOrd="0" presId="urn:microsoft.com/office/officeart/2016/7/layout/VerticalSolidActionList"/>
    <dgm:cxn modelId="{A6E78FB0-B9FF-41B3-AFE7-2C165EBED00F}" type="presParOf" srcId="{6D94C341-78FB-43A7-AF21-0B8537F8E016}" destId="{8BB0E5D8-FBCF-40C1-BBCA-0BF6493E1714}" srcOrd="0" destOrd="0" presId="urn:microsoft.com/office/officeart/2016/7/layout/VerticalSolidActionList"/>
    <dgm:cxn modelId="{13A168F1-6E02-41D6-9E21-5E122B717975}" type="presParOf" srcId="{6D94C341-78FB-43A7-AF21-0B8537F8E016}" destId="{68D9D624-1B40-44C6-923E-B1A0BA224582}"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FD305A-9163-417A-8046-82330B9F3531}"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42205406-C78F-4EF1-A507-160A1ADB827C}">
      <dgm:prSet/>
      <dgm:spPr/>
      <dgm:t>
        <a:bodyPr/>
        <a:lstStyle/>
        <a:p>
          <a:r>
            <a:rPr lang="en-US" b="1"/>
            <a:t>Heat Map: </a:t>
          </a:r>
          <a:endParaRPr lang="en-US"/>
        </a:p>
      </dgm:t>
    </dgm:pt>
    <dgm:pt modelId="{73C26B1F-B076-412B-A2D2-639C95858B68}" type="parTrans" cxnId="{86772722-7386-4BAC-BBEB-B52BCBE0F8BA}">
      <dgm:prSet/>
      <dgm:spPr/>
      <dgm:t>
        <a:bodyPr/>
        <a:lstStyle/>
        <a:p>
          <a:endParaRPr lang="en-US"/>
        </a:p>
      </dgm:t>
    </dgm:pt>
    <dgm:pt modelId="{801007A9-4179-4466-BCE8-A2191845FF7D}" type="sibTrans" cxnId="{86772722-7386-4BAC-BBEB-B52BCBE0F8BA}">
      <dgm:prSet phldrT="1" phldr="0"/>
      <dgm:spPr/>
      <dgm:t>
        <a:bodyPr/>
        <a:lstStyle/>
        <a:p>
          <a:r>
            <a:rPr lang="en-US"/>
            <a:t>1</a:t>
          </a:r>
        </a:p>
      </dgm:t>
    </dgm:pt>
    <dgm:pt modelId="{58A53472-9623-41EB-A859-6B5BABADF2C5}">
      <dgm:prSet/>
      <dgm:spPr/>
      <dgm:t>
        <a:bodyPr/>
        <a:lstStyle/>
        <a:p>
          <a:r>
            <a:rPr lang="en-US" i="1"/>
            <a:t>Purpose: </a:t>
          </a:r>
          <a:r>
            <a:rPr lang="en-US"/>
            <a:t>Visualizing the intensity of values in a matrix. </a:t>
          </a:r>
        </a:p>
      </dgm:t>
    </dgm:pt>
    <dgm:pt modelId="{BE4F6610-09E1-4F04-9D57-247AEB898947}" type="parTrans" cxnId="{874F66DA-0A78-4390-8EEE-047AE7B19F73}">
      <dgm:prSet/>
      <dgm:spPr/>
      <dgm:t>
        <a:bodyPr/>
        <a:lstStyle/>
        <a:p>
          <a:endParaRPr lang="en-US"/>
        </a:p>
      </dgm:t>
    </dgm:pt>
    <dgm:pt modelId="{210F2DD3-2BE0-4CAD-A9BC-993EDEA9F889}" type="sibTrans" cxnId="{874F66DA-0A78-4390-8EEE-047AE7B19F73}">
      <dgm:prSet/>
      <dgm:spPr/>
      <dgm:t>
        <a:bodyPr/>
        <a:lstStyle/>
        <a:p>
          <a:endParaRPr lang="en-US"/>
        </a:p>
      </dgm:t>
    </dgm:pt>
    <dgm:pt modelId="{B12CD064-8BD9-44B4-AD8D-9A8A716351AA}">
      <dgm:prSet/>
      <dgm:spPr/>
      <dgm:t>
        <a:bodyPr/>
        <a:lstStyle/>
        <a:p>
          <a:r>
            <a:rPr lang="en-US" i="1"/>
            <a:t>Example: </a:t>
          </a:r>
          <a:r>
            <a:rPr lang="en-US"/>
            <a:t>Heat map indicating website traffic patterns across different time slots.</a:t>
          </a:r>
        </a:p>
      </dgm:t>
    </dgm:pt>
    <dgm:pt modelId="{252C3E00-97DF-4E1D-9881-8320A577A308}" type="parTrans" cxnId="{167C1802-492B-4E06-A957-A7365518DF49}">
      <dgm:prSet/>
      <dgm:spPr/>
      <dgm:t>
        <a:bodyPr/>
        <a:lstStyle/>
        <a:p>
          <a:endParaRPr lang="en-US"/>
        </a:p>
      </dgm:t>
    </dgm:pt>
    <dgm:pt modelId="{E9254EA0-B78A-4D06-A0B8-EE4717030C88}" type="sibTrans" cxnId="{167C1802-492B-4E06-A957-A7365518DF49}">
      <dgm:prSet/>
      <dgm:spPr/>
      <dgm:t>
        <a:bodyPr/>
        <a:lstStyle/>
        <a:p>
          <a:endParaRPr lang="en-US"/>
        </a:p>
      </dgm:t>
    </dgm:pt>
    <dgm:pt modelId="{B7BFE14A-5F51-4FAF-87B9-8DD7416CEFAD}">
      <dgm:prSet/>
      <dgm:spPr/>
      <dgm:t>
        <a:bodyPr/>
        <a:lstStyle/>
        <a:p>
          <a:r>
            <a:rPr lang="en-US" b="1"/>
            <a:t>Scatter Plot: </a:t>
          </a:r>
          <a:endParaRPr lang="en-US"/>
        </a:p>
      </dgm:t>
    </dgm:pt>
    <dgm:pt modelId="{D9633F8E-E0C7-49F3-A010-37DAA4359E57}" type="parTrans" cxnId="{199367DC-CFB5-4223-9876-2A359AE208AD}">
      <dgm:prSet/>
      <dgm:spPr/>
      <dgm:t>
        <a:bodyPr/>
        <a:lstStyle/>
        <a:p>
          <a:endParaRPr lang="en-US"/>
        </a:p>
      </dgm:t>
    </dgm:pt>
    <dgm:pt modelId="{4900415E-6119-4E70-8BA1-4CAA38C3D6CE}" type="sibTrans" cxnId="{199367DC-CFB5-4223-9876-2A359AE208AD}">
      <dgm:prSet phldrT="2" phldr="0"/>
      <dgm:spPr/>
      <dgm:t>
        <a:bodyPr/>
        <a:lstStyle/>
        <a:p>
          <a:r>
            <a:rPr lang="en-US"/>
            <a:t>2</a:t>
          </a:r>
        </a:p>
      </dgm:t>
    </dgm:pt>
    <dgm:pt modelId="{CC427884-A6A1-4CE0-BB14-C2CD5FB482CF}">
      <dgm:prSet/>
      <dgm:spPr/>
      <dgm:t>
        <a:bodyPr/>
        <a:lstStyle/>
        <a:p>
          <a:r>
            <a:rPr lang="en-US" i="1"/>
            <a:t>Purpose: </a:t>
          </a:r>
          <a:r>
            <a:rPr lang="en-US"/>
            <a:t>Revealing relationships between two variables. </a:t>
          </a:r>
        </a:p>
      </dgm:t>
    </dgm:pt>
    <dgm:pt modelId="{9B7A5C62-76EC-4288-8BA7-B4AECAA9F337}" type="parTrans" cxnId="{A578BD9E-A15E-476B-8C6E-7D8C2E9E7BF3}">
      <dgm:prSet/>
      <dgm:spPr/>
      <dgm:t>
        <a:bodyPr/>
        <a:lstStyle/>
        <a:p>
          <a:endParaRPr lang="en-US"/>
        </a:p>
      </dgm:t>
    </dgm:pt>
    <dgm:pt modelId="{C0598961-EF34-4515-AA80-CE01A8A7B79B}" type="sibTrans" cxnId="{A578BD9E-A15E-476B-8C6E-7D8C2E9E7BF3}">
      <dgm:prSet/>
      <dgm:spPr/>
      <dgm:t>
        <a:bodyPr/>
        <a:lstStyle/>
        <a:p>
          <a:endParaRPr lang="en-US"/>
        </a:p>
      </dgm:t>
    </dgm:pt>
    <dgm:pt modelId="{BD5B61CB-FE51-447F-9644-33DBCE9C1A6C}">
      <dgm:prSet/>
      <dgm:spPr/>
      <dgm:t>
        <a:bodyPr/>
        <a:lstStyle/>
        <a:p>
          <a:r>
            <a:rPr lang="en-US" i="1"/>
            <a:t>Example: </a:t>
          </a:r>
          <a:r>
            <a:rPr lang="en-US"/>
            <a:t>Scatter plot depicting the correlation between advertising spending and sales. </a:t>
          </a:r>
        </a:p>
      </dgm:t>
    </dgm:pt>
    <dgm:pt modelId="{B7690FDD-D133-4DEC-B2D4-8E9BDBCCA178}" type="parTrans" cxnId="{ABBA756F-43D7-4DBB-97FA-6D530B0C6F74}">
      <dgm:prSet/>
      <dgm:spPr/>
      <dgm:t>
        <a:bodyPr/>
        <a:lstStyle/>
        <a:p>
          <a:endParaRPr lang="en-US"/>
        </a:p>
      </dgm:t>
    </dgm:pt>
    <dgm:pt modelId="{34B52877-0275-4794-9021-22E3C339427F}" type="sibTrans" cxnId="{ABBA756F-43D7-4DBB-97FA-6D530B0C6F74}">
      <dgm:prSet/>
      <dgm:spPr/>
      <dgm:t>
        <a:bodyPr/>
        <a:lstStyle/>
        <a:p>
          <a:endParaRPr lang="en-US"/>
        </a:p>
      </dgm:t>
    </dgm:pt>
    <dgm:pt modelId="{8E16228F-4CFA-4569-B491-58CA3196D91E}">
      <dgm:prSet/>
      <dgm:spPr/>
      <dgm:t>
        <a:bodyPr/>
        <a:lstStyle/>
        <a:p>
          <a:r>
            <a:rPr lang="en-US" b="1"/>
            <a:t>Treemap: </a:t>
          </a:r>
          <a:endParaRPr lang="en-US"/>
        </a:p>
      </dgm:t>
    </dgm:pt>
    <dgm:pt modelId="{0212BA92-EC01-4F36-8564-BE1F68F900A6}" type="parTrans" cxnId="{4F6E3443-23E9-4C4B-B604-CA7B9945863E}">
      <dgm:prSet/>
      <dgm:spPr/>
      <dgm:t>
        <a:bodyPr/>
        <a:lstStyle/>
        <a:p>
          <a:endParaRPr lang="en-US"/>
        </a:p>
      </dgm:t>
    </dgm:pt>
    <dgm:pt modelId="{7510BA50-3605-4900-989F-D5BACE61A5C0}" type="sibTrans" cxnId="{4F6E3443-23E9-4C4B-B604-CA7B9945863E}">
      <dgm:prSet phldrT="3" phldr="0"/>
      <dgm:spPr/>
      <dgm:t>
        <a:bodyPr/>
        <a:lstStyle/>
        <a:p>
          <a:r>
            <a:rPr lang="en-US"/>
            <a:t>3</a:t>
          </a:r>
        </a:p>
      </dgm:t>
    </dgm:pt>
    <dgm:pt modelId="{6F1A1797-8CBC-4DC6-9D2D-85F34D0951CE}">
      <dgm:prSet/>
      <dgm:spPr/>
      <dgm:t>
        <a:bodyPr/>
        <a:lstStyle/>
        <a:p>
          <a:r>
            <a:rPr lang="en-US" i="1"/>
            <a:t>Purpose: </a:t>
          </a:r>
          <a:r>
            <a:rPr lang="en-US"/>
            <a:t>Displaying hierarchical data using nested rectangles. </a:t>
          </a:r>
        </a:p>
      </dgm:t>
    </dgm:pt>
    <dgm:pt modelId="{292B1F47-75BE-4211-87B7-FCC629970587}" type="parTrans" cxnId="{44ACE554-FA06-4A06-B545-02C74D51BFC6}">
      <dgm:prSet/>
      <dgm:spPr/>
      <dgm:t>
        <a:bodyPr/>
        <a:lstStyle/>
        <a:p>
          <a:endParaRPr lang="en-US"/>
        </a:p>
      </dgm:t>
    </dgm:pt>
    <dgm:pt modelId="{D8411BFA-26F6-4E7C-A3EE-99FD40E21CD2}" type="sibTrans" cxnId="{44ACE554-FA06-4A06-B545-02C74D51BFC6}">
      <dgm:prSet/>
      <dgm:spPr/>
      <dgm:t>
        <a:bodyPr/>
        <a:lstStyle/>
        <a:p>
          <a:endParaRPr lang="en-US"/>
        </a:p>
      </dgm:t>
    </dgm:pt>
    <dgm:pt modelId="{65DF93D8-3F03-4358-B532-22D157BD6439}">
      <dgm:prSet/>
      <dgm:spPr/>
      <dgm:t>
        <a:bodyPr/>
        <a:lstStyle/>
        <a:p>
          <a:r>
            <a:rPr lang="en-US" i="1"/>
            <a:t>Example: </a:t>
          </a:r>
          <a:r>
            <a:rPr lang="en-US"/>
            <a:t>Treemap illustrating the distribution of project budgets across departments. </a:t>
          </a:r>
        </a:p>
      </dgm:t>
    </dgm:pt>
    <dgm:pt modelId="{598E1B6B-CFCB-43C7-AB0F-244738908F7D}" type="parTrans" cxnId="{BA7D064E-6BDF-45AB-AB35-5FD8F774990D}">
      <dgm:prSet/>
      <dgm:spPr/>
      <dgm:t>
        <a:bodyPr/>
        <a:lstStyle/>
        <a:p>
          <a:endParaRPr lang="en-US"/>
        </a:p>
      </dgm:t>
    </dgm:pt>
    <dgm:pt modelId="{B38D14DE-01B6-4A74-97DA-5F0FD1A6CF88}" type="sibTrans" cxnId="{BA7D064E-6BDF-45AB-AB35-5FD8F774990D}">
      <dgm:prSet/>
      <dgm:spPr/>
      <dgm:t>
        <a:bodyPr/>
        <a:lstStyle/>
        <a:p>
          <a:endParaRPr lang="en-US"/>
        </a:p>
      </dgm:t>
    </dgm:pt>
    <dgm:pt modelId="{762F0A5A-4555-4B2F-B5D7-C669E45796D3}">
      <dgm:prSet/>
      <dgm:spPr/>
      <dgm:t>
        <a:bodyPr/>
        <a:lstStyle/>
        <a:p>
          <a:r>
            <a:rPr lang="en-US" b="1"/>
            <a:t>Bubble Chart: </a:t>
          </a:r>
          <a:endParaRPr lang="en-US"/>
        </a:p>
      </dgm:t>
    </dgm:pt>
    <dgm:pt modelId="{37D4BE1B-7572-4B9E-8236-271F02F15C72}" type="parTrans" cxnId="{705164A2-628C-470F-A509-86B74DB7F94E}">
      <dgm:prSet/>
      <dgm:spPr/>
      <dgm:t>
        <a:bodyPr/>
        <a:lstStyle/>
        <a:p>
          <a:endParaRPr lang="en-US"/>
        </a:p>
      </dgm:t>
    </dgm:pt>
    <dgm:pt modelId="{03ADFA41-AD2F-41A9-AE91-4402814AC2BA}" type="sibTrans" cxnId="{705164A2-628C-470F-A509-86B74DB7F94E}">
      <dgm:prSet phldrT="4" phldr="0"/>
      <dgm:spPr/>
      <dgm:t>
        <a:bodyPr/>
        <a:lstStyle/>
        <a:p>
          <a:r>
            <a:rPr lang="en-US"/>
            <a:t>4</a:t>
          </a:r>
        </a:p>
      </dgm:t>
    </dgm:pt>
    <dgm:pt modelId="{7CCEB1D8-5B1B-4902-A558-F6CF2CB0C116}">
      <dgm:prSet/>
      <dgm:spPr/>
      <dgm:t>
        <a:bodyPr/>
        <a:lstStyle/>
        <a:p>
          <a:r>
            <a:rPr lang="en-US" i="1"/>
            <a:t>Purpose: </a:t>
          </a:r>
          <a:r>
            <a:rPr lang="en-US"/>
            <a:t>Combining three dimensions into a two-dimensional space. </a:t>
          </a:r>
        </a:p>
      </dgm:t>
    </dgm:pt>
    <dgm:pt modelId="{65A59C2F-76F9-4376-AB2F-849F7D04B5E1}" type="parTrans" cxnId="{7BE3EE71-7FA3-48F3-A972-234AA9EA83E6}">
      <dgm:prSet/>
      <dgm:spPr/>
      <dgm:t>
        <a:bodyPr/>
        <a:lstStyle/>
        <a:p>
          <a:endParaRPr lang="en-US"/>
        </a:p>
      </dgm:t>
    </dgm:pt>
    <dgm:pt modelId="{813D4E0D-505D-4621-A2E0-5610689571DF}" type="sibTrans" cxnId="{7BE3EE71-7FA3-48F3-A972-234AA9EA83E6}">
      <dgm:prSet/>
      <dgm:spPr/>
      <dgm:t>
        <a:bodyPr/>
        <a:lstStyle/>
        <a:p>
          <a:endParaRPr lang="en-US"/>
        </a:p>
      </dgm:t>
    </dgm:pt>
    <dgm:pt modelId="{474CF1D9-1A51-4C12-A376-DE22BA5C5D66}">
      <dgm:prSet/>
      <dgm:spPr/>
      <dgm:t>
        <a:bodyPr/>
        <a:lstStyle/>
        <a:p>
          <a:r>
            <a:rPr lang="en-US" i="1"/>
            <a:t>Example: </a:t>
          </a:r>
          <a:r>
            <a:rPr lang="en-US"/>
            <a:t>Bubble chart representing countries with the size of bubbles indicating population and color indicating GDP. </a:t>
          </a:r>
        </a:p>
      </dgm:t>
    </dgm:pt>
    <dgm:pt modelId="{8F5BEEA8-863A-4E3F-AF88-60D5E8A3BD3D}" type="parTrans" cxnId="{B6DA7964-DC06-4FCA-8242-C7899840C381}">
      <dgm:prSet/>
      <dgm:spPr/>
      <dgm:t>
        <a:bodyPr/>
        <a:lstStyle/>
        <a:p>
          <a:endParaRPr lang="en-US"/>
        </a:p>
      </dgm:t>
    </dgm:pt>
    <dgm:pt modelId="{288AE978-C49D-4434-AAF5-E8A3ACEA450F}" type="sibTrans" cxnId="{B6DA7964-DC06-4FCA-8242-C7899840C381}">
      <dgm:prSet/>
      <dgm:spPr/>
      <dgm:t>
        <a:bodyPr/>
        <a:lstStyle/>
        <a:p>
          <a:endParaRPr lang="en-US"/>
        </a:p>
      </dgm:t>
    </dgm:pt>
    <dgm:pt modelId="{8CB6868E-7716-4D06-AF37-4268CBA238F8}" type="pres">
      <dgm:prSet presAssocID="{16FD305A-9163-417A-8046-82330B9F3531}" presName="Name0" presStyleCnt="0">
        <dgm:presLayoutVars>
          <dgm:animLvl val="lvl"/>
          <dgm:resizeHandles val="exact"/>
        </dgm:presLayoutVars>
      </dgm:prSet>
      <dgm:spPr/>
    </dgm:pt>
    <dgm:pt modelId="{36484E93-172F-4D9B-B2C8-5EBEB471C8C8}" type="pres">
      <dgm:prSet presAssocID="{42205406-C78F-4EF1-A507-160A1ADB827C}" presName="compositeNode" presStyleCnt="0">
        <dgm:presLayoutVars>
          <dgm:bulletEnabled val="1"/>
        </dgm:presLayoutVars>
      </dgm:prSet>
      <dgm:spPr/>
    </dgm:pt>
    <dgm:pt modelId="{2A51A91D-A136-497F-A5BE-CD0EE055FEE2}" type="pres">
      <dgm:prSet presAssocID="{42205406-C78F-4EF1-A507-160A1ADB827C}" presName="bgRect" presStyleLbl="bgAccFollowNode1" presStyleIdx="0" presStyleCnt="4"/>
      <dgm:spPr/>
    </dgm:pt>
    <dgm:pt modelId="{1919B1C2-BB7B-4C7A-AA37-9A4CCAC2D173}" type="pres">
      <dgm:prSet presAssocID="{801007A9-4179-4466-BCE8-A2191845FF7D}" presName="sibTransNodeCircle" presStyleLbl="alignNode1" presStyleIdx="0" presStyleCnt="8">
        <dgm:presLayoutVars>
          <dgm:chMax val="0"/>
          <dgm:bulletEnabled/>
        </dgm:presLayoutVars>
      </dgm:prSet>
      <dgm:spPr/>
    </dgm:pt>
    <dgm:pt modelId="{B29374A2-FB97-4716-9FC3-F60BFF29B0F5}" type="pres">
      <dgm:prSet presAssocID="{42205406-C78F-4EF1-A507-160A1ADB827C}" presName="bottomLine" presStyleLbl="alignNode1" presStyleIdx="1" presStyleCnt="8">
        <dgm:presLayoutVars/>
      </dgm:prSet>
      <dgm:spPr/>
    </dgm:pt>
    <dgm:pt modelId="{0662E617-29B1-4612-9A5E-1E42894F3C3E}" type="pres">
      <dgm:prSet presAssocID="{42205406-C78F-4EF1-A507-160A1ADB827C}" presName="nodeText" presStyleLbl="bgAccFollowNode1" presStyleIdx="0" presStyleCnt="4">
        <dgm:presLayoutVars>
          <dgm:bulletEnabled val="1"/>
        </dgm:presLayoutVars>
      </dgm:prSet>
      <dgm:spPr/>
    </dgm:pt>
    <dgm:pt modelId="{849A85F6-EAA1-482E-BAF4-238CEBB0CED6}" type="pres">
      <dgm:prSet presAssocID="{801007A9-4179-4466-BCE8-A2191845FF7D}" presName="sibTrans" presStyleCnt="0"/>
      <dgm:spPr/>
    </dgm:pt>
    <dgm:pt modelId="{298AF1AF-448D-41D8-B687-F5F0F8EE2AFC}" type="pres">
      <dgm:prSet presAssocID="{B7BFE14A-5F51-4FAF-87B9-8DD7416CEFAD}" presName="compositeNode" presStyleCnt="0">
        <dgm:presLayoutVars>
          <dgm:bulletEnabled val="1"/>
        </dgm:presLayoutVars>
      </dgm:prSet>
      <dgm:spPr/>
    </dgm:pt>
    <dgm:pt modelId="{87E6B30E-211B-4051-A10E-8F052419B927}" type="pres">
      <dgm:prSet presAssocID="{B7BFE14A-5F51-4FAF-87B9-8DD7416CEFAD}" presName="bgRect" presStyleLbl="bgAccFollowNode1" presStyleIdx="1" presStyleCnt="4"/>
      <dgm:spPr/>
    </dgm:pt>
    <dgm:pt modelId="{5229093B-3E74-4AC4-A663-F44A27E409D5}" type="pres">
      <dgm:prSet presAssocID="{4900415E-6119-4E70-8BA1-4CAA38C3D6CE}" presName="sibTransNodeCircle" presStyleLbl="alignNode1" presStyleIdx="2" presStyleCnt="8">
        <dgm:presLayoutVars>
          <dgm:chMax val="0"/>
          <dgm:bulletEnabled/>
        </dgm:presLayoutVars>
      </dgm:prSet>
      <dgm:spPr/>
    </dgm:pt>
    <dgm:pt modelId="{6888C3EB-DC63-4D9B-99D5-A1B9F19BF3DD}" type="pres">
      <dgm:prSet presAssocID="{B7BFE14A-5F51-4FAF-87B9-8DD7416CEFAD}" presName="bottomLine" presStyleLbl="alignNode1" presStyleIdx="3" presStyleCnt="8">
        <dgm:presLayoutVars/>
      </dgm:prSet>
      <dgm:spPr/>
    </dgm:pt>
    <dgm:pt modelId="{9C9D7558-2110-48F0-8F12-0A5273D5C1CA}" type="pres">
      <dgm:prSet presAssocID="{B7BFE14A-5F51-4FAF-87B9-8DD7416CEFAD}" presName="nodeText" presStyleLbl="bgAccFollowNode1" presStyleIdx="1" presStyleCnt="4">
        <dgm:presLayoutVars>
          <dgm:bulletEnabled val="1"/>
        </dgm:presLayoutVars>
      </dgm:prSet>
      <dgm:spPr/>
    </dgm:pt>
    <dgm:pt modelId="{1CA9814D-15C2-4BDC-94D1-DBA6611F8F66}" type="pres">
      <dgm:prSet presAssocID="{4900415E-6119-4E70-8BA1-4CAA38C3D6CE}" presName="sibTrans" presStyleCnt="0"/>
      <dgm:spPr/>
    </dgm:pt>
    <dgm:pt modelId="{0EA025D5-0A85-47FF-961F-38B2A832869E}" type="pres">
      <dgm:prSet presAssocID="{8E16228F-4CFA-4569-B491-58CA3196D91E}" presName="compositeNode" presStyleCnt="0">
        <dgm:presLayoutVars>
          <dgm:bulletEnabled val="1"/>
        </dgm:presLayoutVars>
      </dgm:prSet>
      <dgm:spPr/>
    </dgm:pt>
    <dgm:pt modelId="{8C5C1F8C-0244-4939-8322-05FE04A6505B}" type="pres">
      <dgm:prSet presAssocID="{8E16228F-4CFA-4569-B491-58CA3196D91E}" presName="bgRect" presStyleLbl="bgAccFollowNode1" presStyleIdx="2" presStyleCnt="4"/>
      <dgm:spPr/>
    </dgm:pt>
    <dgm:pt modelId="{2C27B694-CFC6-4860-B2D1-8F177E0DA9DA}" type="pres">
      <dgm:prSet presAssocID="{7510BA50-3605-4900-989F-D5BACE61A5C0}" presName="sibTransNodeCircle" presStyleLbl="alignNode1" presStyleIdx="4" presStyleCnt="8">
        <dgm:presLayoutVars>
          <dgm:chMax val="0"/>
          <dgm:bulletEnabled/>
        </dgm:presLayoutVars>
      </dgm:prSet>
      <dgm:spPr/>
    </dgm:pt>
    <dgm:pt modelId="{A5191A9E-0AFD-4161-BB09-BEAEDD9DFF3D}" type="pres">
      <dgm:prSet presAssocID="{8E16228F-4CFA-4569-B491-58CA3196D91E}" presName="bottomLine" presStyleLbl="alignNode1" presStyleIdx="5" presStyleCnt="8">
        <dgm:presLayoutVars/>
      </dgm:prSet>
      <dgm:spPr/>
    </dgm:pt>
    <dgm:pt modelId="{0309FD05-5FC9-4471-B660-C537079B867B}" type="pres">
      <dgm:prSet presAssocID="{8E16228F-4CFA-4569-B491-58CA3196D91E}" presName="nodeText" presStyleLbl="bgAccFollowNode1" presStyleIdx="2" presStyleCnt="4">
        <dgm:presLayoutVars>
          <dgm:bulletEnabled val="1"/>
        </dgm:presLayoutVars>
      </dgm:prSet>
      <dgm:spPr/>
    </dgm:pt>
    <dgm:pt modelId="{25DA6474-4700-44FD-97A2-A1F3CD107250}" type="pres">
      <dgm:prSet presAssocID="{7510BA50-3605-4900-989F-D5BACE61A5C0}" presName="sibTrans" presStyleCnt="0"/>
      <dgm:spPr/>
    </dgm:pt>
    <dgm:pt modelId="{230BFF66-6C63-415E-A612-98612E99C02C}" type="pres">
      <dgm:prSet presAssocID="{762F0A5A-4555-4B2F-B5D7-C669E45796D3}" presName="compositeNode" presStyleCnt="0">
        <dgm:presLayoutVars>
          <dgm:bulletEnabled val="1"/>
        </dgm:presLayoutVars>
      </dgm:prSet>
      <dgm:spPr/>
    </dgm:pt>
    <dgm:pt modelId="{F8FE1B71-79B4-414A-A4E4-5BAF26F71D6D}" type="pres">
      <dgm:prSet presAssocID="{762F0A5A-4555-4B2F-B5D7-C669E45796D3}" presName="bgRect" presStyleLbl="bgAccFollowNode1" presStyleIdx="3" presStyleCnt="4"/>
      <dgm:spPr/>
    </dgm:pt>
    <dgm:pt modelId="{B2675FD4-9875-407C-B2E4-7957247C0FEC}" type="pres">
      <dgm:prSet presAssocID="{03ADFA41-AD2F-41A9-AE91-4402814AC2BA}" presName="sibTransNodeCircle" presStyleLbl="alignNode1" presStyleIdx="6" presStyleCnt="8">
        <dgm:presLayoutVars>
          <dgm:chMax val="0"/>
          <dgm:bulletEnabled/>
        </dgm:presLayoutVars>
      </dgm:prSet>
      <dgm:spPr/>
    </dgm:pt>
    <dgm:pt modelId="{A7816E2D-A88E-44A2-8A8A-173EB0299475}" type="pres">
      <dgm:prSet presAssocID="{762F0A5A-4555-4B2F-B5D7-C669E45796D3}" presName="bottomLine" presStyleLbl="alignNode1" presStyleIdx="7" presStyleCnt="8">
        <dgm:presLayoutVars/>
      </dgm:prSet>
      <dgm:spPr/>
    </dgm:pt>
    <dgm:pt modelId="{A05CC420-65DF-4F7A-9405-3F80B1C57FE6}" type="pres">
      <dgm:prSet presAssocID="{762F0A5A-4555-4B2F-B5D7-C669E45796D3}" presName="nodeText" presStyleLbl="bgAccFollowNode1" presStyleIdx="3" presStyleCnt="4">
        <dgm:presLayoutVars>
          <dgm:bulletEnabled val="1"/>
        </dgm:presLayoutVars>
      </dgm:prSet>
      <dgm:spPr/>
    </dgm:pt>
  </dgm:ptLst>
  <dgm:cxnLst>
    <dgm:cxn modelId="{9377F601-63EC-4DB6-98ED-364F5BB6642E}" type="presOf" srcId="{7510BA50-3605-4900-989F-D5BACE61A5C0}" destId="{2C27B694-CFC6-4860-B2D1-8F177E0DA9DA}" srcOrd="0" destOrd="0" presId="urn:microsoft.com/office/officeart/2016/7/layout/BasicLinearProcessNumbered"/>
    <dgm:cxn modelId="{167C1802-492B-4E06-A957-A7365518DF49}" srcId="{42205406-C78F-4EF1-A507-160A1ADB827C}" destId="{B12CD064-8BD9-44B4-AD8D-9A8A716351AA}" srcOrd="1" destOrd="0" parTransId="{252C3E00-97DF-4E1D-9881-8320A577A308}" sibTransId="{E9254EA0-B78A-4D06-A0B8-EE4717030C88}"/>
    <dgm:cxn modelId="{EE63AF02-05A2-4221-B0CD-C2841903335C}" type="presOf" srcId="{6F1A1797-8CBC-4DC6-9D2D-85F34D0951CE}" destId="{0309FD05-5FC9-4471-B660-C537079B867B}" srcOrd="0" destOrd="1" presId="urn:microsoft.com/office/officeart/2016/7/layout/BasicLinearProcessNumbered"/>
    <dgm:cxn modelId="{F631DE09-3A54-44E3-AF96-46F5C19A48A5}" type="presOf" srcId="{8E16228F-4CFA-4569-B491-58CA3196D91E}" destId="{8C5C1F8C-0244-4939-8322-05FE04A6505B}" srcOrd="0" destOrd="0" presId="urn:microsoft.com/office/officeart/2016/7/layout/BasicLinearProcessNumbered"/>
    <dgm:cxn modelId="{BF89B71B-6034-4239-9645-B531B46BB61A}" type="presOf" srcId="{65DF93D8-3F03-4358-B532-22D157BD6439}" destId="{0309FD05-5FC9-4471-B660-C537079B867B}" srcOrd="0" destOrd="2" presId="urn:microsoft.com/office/officeart/2016/7/layout/BasicLinearProcessNumbered"/>
    <dgm:cxn modelId="{7AEBBC1D-6743-4DB6-926B-995A4D1DEA8F}" type="presOf" srcId="{4900415E-6119-4E70-8BA1-4CAA38C3D6CE}" destId="{5229093B-3E74-4AC4-A663-F44A27E409D5}" srcOrd="0" destOrd="0" presId="urn:microsoft.com/office/officeart/2016/7/layout/BasicLinearProcessNumbered"/>
    <dgm:cxn modelId="{E99B431F-90F0-4029-80C6-45593471ACF1}" type="presOf" srcId="{762F0A5A-4555-4B2F-B5D7-C669E45796D3}" destId="{A05CC420-65DF-4F7A-9405-3F80B1C57FE6}" srcOrd="1" destOrd="0" presId="urn:microsoft.com/office/officeart/2016/7/layout/BasicLinearProcessNumbered"/>
    <dgm:cxn modelId="{86772722-7386-4BAC-BBEB-B52BCBE0F8BA}" srcId="{16FD305A-9163-417A-8046-82330B9F3531}" destId="{42205406-C78F-4EF1-A507-160A1ADB827C}" srcOrd="0" destOrd="0" parTransId="{73C26B1F-B076-412B-A2D2-639C95858B68}" sibTransId="{801007A9-4179-4466-BCE8-A2191845FF7D}"/>
    <dgm:cxn modelId="{C0A3C12A-9CCD-412E-9043-F8B9E955EE7C}" type="presOf" srcId="{42205406-C78F-4EF1-A507-160A1ADB827C}" destId="{0662E617-29B1-4612-9A5E-1E42894F3C3E}" srcOrd="1" destOrd="0" presId="urn:microsoft.com/office/officeart/2016/7/layout/BasicLinearProcessNumbered"/>
    <dgm:cxn modelId="{4F6E3443-23E9-4C4B-B604-CA7B9945863E}" srcId="{16FD305A-9163-417A-8046-82330B9F3531}" destId="{8E16228F-4CFA-4569-B491-58CA3196D91E}" srcOrd="2" destOrd="0" parTransId="{0212BA92-EC01-4F36-8564-BE1F68F900A6}" sibTransId="{7510BA50-3605-4900-989F-D5BACE61A5C0}"/>
    <dgm:cxn modelId="{B6DA7964-DC06-4FCA-8242-C7899840C381}" srcId="{762F0A5A-4555-4B2F-B5D7-C669E45796D3}" destId="{474CF1D9-1A51-4C12-A376-DE22BA5C5D66}" srcOrd="1" destOrd="0" parTransId="{8F5BEEA8-863A-4E3F-AF88-60D5E8A3BD3D}" sibTransId="{288AE978-C49D-4434-AAF5-E8A3ACEA450F}"/>
    <dgm:cxn modelId="{F8AEFD47-12C3-4747-BA4A-FB935F059A84}" type="presOf" srcId="{58A53472-9623-41EB-A859-6B5BABADF2C5}" destId="{0662E617-29B1-4612-9A5E-1E42894F3C3E}" srcOrd="0" destOrd="1" presId="urn:microsoft.com/office/officeart/2016/7/layout/BasicLinearProcessNumbered"/>
    <dgm:cxn modelId="{2C8F4F6A-2D92-4AC4-9975-0E4DB76522E7}" type="presOf" srcId="{42205406-C78F-4EF1-A507-160A1ADB827C}" destId="{2A51A91D-A136-497F-A5BE-CD0EE055FEE2}" srcOrd="0" destOrd="0" presId="urn:microsoft.com/office/officeart/2016/7/layout/BasicLinearProcessNumbered"/>
    <dgm:cxn modelId="{FE1F954D-7BE9-489D-BDC8-18104EFF080C}" type="presOf" srcId="{801007A9-4179-4466-BCE8-A2191845FF7D}" destId="{1919B1C2-BB7B-4C7A-AA37-9A4CCAC2D173}" srcOrd="0" destOrd="0" presId="urn:microsoft.com/office/officeart/2016/7/layout/BasicLinearProcessNumbered"/>
    <dgm:cxn modelId="{BA7D064E-6BDF-45AB-AB35-5FD8F774990D}" srcId="{8E16228F-4CFA-4569-B491-58CA3196D91E}" destId="{65DF93D8-3F03-4358-B532-22D157BD6439}" srcOrd="1" destOrd="0" parTransId="{598E1B6B-CFCB-43C7-AB0F-244738908F7D}" sibTransId="{B38D14DE-01B6-4A74-97DA-5F0FD1A6CF88}"/>
    <dgm:cxn modelId="{ABBA756F-43D7-4DBB-97FA-6D530B0C6F74}" srcId="{B7BFE14A-5F51-4FAF-87B9-8DD7416CEFAD}" destId="{BD5B61CB-FE51-447F-9644-33DBCE9C1A6C}" srcOrd="1" destOrd="0" parTransId="{B7690FDD-D133-4DEC-B2D4-8E9BDBCCA178}" sibTransId="{34B52877-0275-4794-9021-22E3C339427F}"/>
    <dgm:cxn modelId="{7BE3EE71-7FA3-48F3-A972-234AA9EA83E6}" srcId="{762F0A5A-4555-4B2F-B5D7-C669E45796D3}" destId="{7CCEB1D8-5B1B-4902-A558-F6CF2CB0C116}" srcOrd="0" destOrd="0" parTransId="{65A59C2F-76F9-4376-AB2F-849F7D04B5E1}" sibTransId="{813D4E0D-505D-4621-A2E0-5610689571DF}"/>
    <dgm:cxn modelId="{44ACE554-FA06-4A06-B545-02C74D51BFC6}" srcId="{8E16228F-4CFA-4569-B491-58CA3196D91E}" destId="{6F1A1797-8CBC-4DC6-9D2D-85F34D0951CE}" srcOrd="0" destOrd="0" parTransId="{292B1F47-75BE-4211-87B7-FCC629970587}" sibTransId="{D8411BFA-26F6-4E7C-A3EE-99FD40E21CD2}"/>
    <dgm:cxn modelId="{1C35F576-0F33-4D57-80BA-5FD099B27815}" type="presOf" srcId="{762F0A5A-4555-4B2F-B5D7-C669E45796D3}" destId="{F8FE1B71-79B4-414A-A4E4-5BAF26F71D6D}" srcOrd="0" destOrd="0" presId="urn:microsoft.com/office/officeart/2016/7/layout/BasicLinearProcessNumbered"/>
    <dgm:cxn modelId="{6FFB4758-82A6-4B5D-B845-6741C3EDB39B}" type="presOf" srcId="{474CF1D9-1A51-4C12-A376-DE22BA5C5D66}" destId="{A05CC420-65DF-4F7A-9405-3F80B1C57FE6}" srcOrd="0" destOrd="2" presId="urn:microsoft.com/office/officeart/2016/7/layout/BasicLinearProcessNumbered"/>
    <dgm:cxn modelId="{6370297B-D3A8-4A9D-A287-7BA12394C61F}" type="presOf" srcId="{BD5B61CB-FE51-447F-9644-33DBCE9C1A6C}" destId="{9C9D7558-2110-48F0-8F12-0A5273D5C1CA}" srcOrd="0" destOrd="2" presId="urn:microsoft.com/office/officeart/2016/7/layout/BasicLinearProcessNumbered"/>
    <dgm:cxn modelId="{CCC07988-13DC-4EA4-8862-8D9D029C5144}" type="presOf" srcId="{B12CD064-8BD9-44B4-AD8D-9A8A716351AA}" destId="{0662E617-29B1-4612-9A5E-1E42894F3C3E}" srcOrd="0" destOrd="2" presId="urn:microsoft.com/office/officeart/2016/7/layout/BasicLinearProcessNumbered"/>
    <dgm:cxn modelId="{A578BD9E-A15E-476B-8C6E-7D8C2E9E7BF3}" srcId="{B7BFE14A-5F51-4FAF-87B9-8DD7416CEFAD}" destId="{CC427884-A6A1-4CE0-BB14-C2CD5FB482CF}" srcOrd="0" destOrd="0" parTransId="{9B7A5C62-76EC-4288-8BA7-B4AECAA9F337}" sibTransId="{C0598961-EF34-4515-AA80-CE01A8A7B79B}"/>
    <dgm:cxn modelId="{2A397FA1-E6B7-4786-9F56-93F0E5A3326D}" type="presOf" srcId="{CC427884-A6A1-4CE0-BB14-C2CD5FB482CF}" destId="{9C9D7558-2110-48F0-8F12-0A5273D5C1CA}" srcOrd="0" destOrd="1" presId="urn:microsoft.com/office/officeart/2016/7/layout/BasicLinearProcessNumbered"/>
    <dgm:cxn modelId="{705164A2-628C-470F-A509-86B74DB7F94E}" srcId="{16FD305A-9163-417A-8046-82330B9F3531}" destId="{762F0A5A-4555-4B2F-B5D7-C669E45796D3}" srcOrd="3" destOrd="0" parTransId="{37D4BE1B-7572-4B9E-8236-271F02F15C72}" sibTransId="{03ADFA41-AD2F-41A9-AE91-4402814AC2BA}"/>
    <dgm:cxn modelId="{874F66DA-0A78-4390-8EEE-047AE7B19F73}" srcId="{42205406-C78F-4EF1-A507-160A1ADB827C}" destId="{58A53472-9623-41EB-A859-6B5BABADF2C5}" srcOrd="0" destOrd="0" parTransId="{BE4F6610-09E1-4F04-9D57-247AEB898947}" sibTransId="{210F2DD3-2BE0-4CAD-A9BC-993EDEA9F889}"/>
    <dgm:cxn modelId="{5508E4DB-1D2D-4C55-AE3C-2452499EDCA3}" type="presOf" srcId="{B7BFE14A-5F51-4FAF-87B9-8DD7416CEFAD}" destId="{9C9D7558-2110-48F0-8F12-0A5273D5C1CA}" srcOrd="1" destOrd="0" presId="urn:microsoft.com/office/officeart/2016/7/layout/BasicLinearProcessNumbered"/>
    <dgm:cxn modelId="{199367DC-CFB5-4223-9876-2A359AE208AD}" srcId="{16FD305A-9163-417A-8046-82330B9F3531}" destId="{B7BFE14A-5F51-4FAF-87B9-8DD7416CEFAD}" srcOrd="1" destOrd="0" parTransId="{D9633F8E-E0C7-49F3-A010-37DAA4359E57}" sibTransId="{4900415E-6119-4E70-8BA1-4CAA38C3D6CE}"/>
    <dgm:cxn modelId="{2D484ADF-AD5C-4D94-A2EB-941AF65EA1A3}" type="presOf" srcId="{7CCEB1D8-5B1B-4902-A558-F6CF2CB0C116}" destId="{A05CC420-65DF-4F7A-9405-3F80B1C57FE6}" srcOrd="0" destOrd="1" presId="urn:microsoft.com/office/officeart/2016/7/layout/BasicLinearProcessNumbered"/>
    <dgm:cxn modelId="{AA5595E4-373E-413B-9B03-0BCC03ED2DC7}" type="presOf" srcId="{16FD305A-9163-417A-8046-82330B9F3531}" destId="{8CB6868E-7716-4D06-AF37-4268CBA238F8}" srcOrd="0" destOrd="0" presId="urn:microsoft.com/office/officeart/2016/7/layout/BasicLinearProcessNumbered"/>
    <dgm:cxn modelId="{D11FE3EB-8F34-435B-BCD3-AF37018084BB}" type="presOf" srcId="{8E16228F-4CFA-4569-B491-58CA3196D91E}" destId="{0309FD05-5FC9-4471-B660-C537079B867B}" srcOrd="1" destOrd="0" presId="urn:microsoft.com/office/officeart/2016/7/layout/BasicLinearProcessNumbered"/>
    <dgm:cxn modelId="{944BE5EB-EBD2-4387-883B-2EBF88C3C926}" type="presOf" srcId="{B7BFE14A-5F51-4FAF-87B9-8DD7416CEFAD}" destId="{87E6B30E-211B-4051-A10E-8F052419B927}" srcOrd="0" destOrd="0" presId="urn:microsoft.com/office/officeart/2016/7/layout/BasicLinearProcessNumbered"/>
    <dgm:cxn modelId="{DCECE8F5-5E8B-4DD4-9D3A-38A990104923}" type="presOf" srcId="{03ADFA41-AD2F-41A9-AE91-4402814AC2BA}" destId="{B2675FD4-9875-407C-B2E4-7957247C0FEC}" srcOrd="0" destOrd="0" presId="urn:microsoft.com/office/officeart/2016/7/layout/BasicLinearProcessNumbered"/>
    <dgm:cxn modelId="{92DD52B7-1E57-4E78-A9D0-D35A2B5F8955}" type="presParOf" srcId="{8CB6868E-7716-4D06-AF37-4268CBA238F8}" destId="{36484E93-172F-4D9B-B2C8-5EBEB471C8C8}" srcOrd="0" destOrd="0" presId="urn:microsoft.com/office/officeart/2016/7/layout/BasicLinearProcessNumbered"/>
    <dgm:cxn modelId="{F8FEF8BE-922A-4E12-A9FB-B234C526B122}" type="presParOf" srcId="{36484E93-172F-4D9B-B2C8-5EBEB471C8C8}" destId="{2A51A91D-A136-497F-A5BE-CD0EE055FEE2}" srcOrd="0" destOrd="0" presId="urn:microsoft.com/office/officeart/2016/7/layout/BasicLinearProcessNumbered"/>
    <dgm:cxn modelId="{A8DF185A-34D3-4F66-A427-EFF26D57E0D2}" type="presParOf" srcId="{36484E93-172F-4D9B-B2C8-5EBEB471C8C8}" destId="{1919B1C2-BB7B-4C7A-AA37-9A4CCAC2D173}" srcOrd="1" destOrd="0" presId="urn:microsoft.com/office/officeart/2016/7/layout/BasicLinearProcessNumbered"/>
    <dgm:cxn modelId="{94B4E23F-B418-4C61-A3F8-1A762C5A48BF}" type="presParOf" srcId="{36484E93-172F-4D9B-B2C8-5EBEB471C8C8}" destId="{B29374A2-FB97-4716-9FC3-F60BFF29B0F5}" srcOrd="2" destOrd="0" presId="urn:microsoft.com/office/officeart/2016/7/layout/BasicLinearProcessNumbered"/>
    <dgm:cxn modelId="{339E7863-61A0-4423-9014-C3E8E7A9C7BD}" type="presParOf" srcId="{36484E93-172F-4D9B-B2C8-5EBEB471C8C8}" destId="{0662E617-29B1-4612-9A5E-1E42894F3C3E}" srcOrd="3" destOrd="0" presId="urn:microsoft.com/office/officeart/2016/7/layout/BasicLinearProcessNumbered"/>
    <dgm:cxn modelId="{33ED3846-0B36-4F1B-9F86-02CC15D5A846}" type="presParOf" srcId="{8CB6868E-7716-4D06-AF37-4268CBA238F8}" destId="{849A85F6-EAA1-482E-BAF4-238CEBB0CED6}" srcOrd="1" destOrd="0" presId="urn:microsoft.com/office/officeart/2016/7/layout/BasicLinearProcessNumbered"/>
    <dgm:cxn modelId="{02927698-24A4-4425-BAB0-210369664B79}" type="presParOf" srcId="{8CB6868E-7716-4D06-AF37-4268CBA238F8}" destId="{298AF1AF-448D-41D8-B687-F5F0F8EE2AFC}" srcOrd="2" destOrd="0" presId="urn:microsoft.com/office/officeart/2016/7/layout/BasicLinearProcessNumbered"/>
    <dgm:cxn modelId="{1728776D-096E-42E2-BE3C-F7DE4FC54D0E}" type="presParOf" srcId="{298AF1AF-448D-41D8-B687-F5F0F8EE2AFC}" destId="{87E6B30E-211B-4051-A10E-8F052419B927}" srcOrd="0" destOrd="0" presId="urn:microsoft.com/office/officeart/2016/7/layout/BasicLinearProcessNumbered"/>
    <dgm:cxn modelId="{EF4E1EC0-5047-4246-845A-65FD34F21709}" type="presParOf" srcId="{298AF1AF-448D-41D8-B687-F5F0F8EE2AFC}" destId="{5229093B-3E74-4AC4-A663-F44A27E409D5}" srcOrd="1" destOrd="0" presId="urn:microsoft.com/office/officeart/2016/7/layout/BasicLinearProcessNumbered"/>
    <dgm:cxn modelId="{E3C7E7CC-5B33-4E10-BC0A-3A5033B7F839}" type="presParOf" srcId="{298AF1AF-448D-41D8-B687-F5F0F8EE2AFC}" destId="{6888C3EB-DC63-4D9B-99D5-A1B9F19BF3DD}" srcOrd="2" destOrd="0" presId="urn:microsoft.com/office/officeart/2016/7/layout/BasicLinearProcessNumbered"/>
    <dgm:cxn modelId="{8376C8E7-AE3F-4A4B-96F2-024B6A0DF005}" type="presParOf" srcId="{298AF1AF-448D-41D8-B687-F5F0F8EE2AFC}" destId="{9C9D7558-2110-48F0-8F12-0A5273D5C1CA}" srcOrd="3" destOrd="0" presId="urn:microsoft.com/office/officeart/2016/7/layout/BasicLinearProcessNumbered"/>
    <dgm:cxn modelId="{25584EE4-4F15-457E-B535-4EFE575886A4}" type="presParOf" srcId="{8CB6868E-7716-4D06-AF37-4268CBA238F8}" destId="{1CA9814D-15C2-4BDC-94D1-DBA6611F8F66}" srcOrd="3" destOrd="0" presId="urn:microsoft.com/office/officeart/2016/7/layout/BasicLinearProcessNumbered"/>
    <dgm:cxn modelId="{88276B7D-C48D-496D-B9E1-3F5513AC4498}" type="presParOf" srcId="{8CB6868E-7716-4D06-AF37-4268CBA238F8}" destId="{0EA025D5-0A85-47FF-961F-38B2A832869E}" srcOrd="4" destOrd="0" presId="urn:microsoft.com/office/officeart/2016/7/layout/BasicLinearProcessNumbered"/>
    <dgm:cxn modelId="{375E7102-7519-48D5-8D82-A72E09A98582}" type="presParOf" srcId="{0EA025D5-0A85-47FF-961F-38B2A832869E}" destId="{8C5C1F8C-0244-4939-8322-05FE04A6505B}" srcOrd="0" destOrd="0" presId="urn:microsoft.com/office/officeart/2016/7/layout/BasicLinearProcessNumbered"/>
    <dgm:cxn modelId="{D12077BD-627E-4095-BD19-E9EE0BBA404B}" type="presParOf" srcId="{0EA025D5-0A85-47FF-961F-38B2A832869E}" destId="{2C27B694-CFC6-4860-B2D1-8F177E0DA9DA}" srcOrd="1" destOrd="0" presId="urn:microsoft.com/office/officeart/2016/7/layout/BasicLinearProcessNumbered"/>
    <dgm:cxn modelId="{7295D177-A2C9-4DE9-93D2-340FDFF18F89}" type="presParOf" srcId="{0EA025D5-0A85-47FF-961F-38B2A832869E}" destId="{A5191A9E-0AFD-4161-BB09-BEAEDD9DFF3D}" srcOrd="2" destOrd="0" presId="urn:microsoft.com/office/officeart/2016/7/layout/BasicLinearProcessNumbered"/>
    <dgm:cxn modelId="{BA452FE8-E5B3-4BD3-8D91-D3A991634759}" type="presParOf" srcId="{0EA025D5-0A85-47FF-961F-38B2A832869E}" destId="{0309FD05-5FC9-4471-B660-C537079B867B}" srcOrd="3" destOrd="0" presId="urn:microsoft.com/office/officeart/2016/7/layout/BasicLinearProcessNumbered"/>
    <dgm:cxn modelId="{9ED1084E-0E2D-43F5-B363-23D6EEB3553D}" type="presParOf" srcId="{8CB6868E-7716-4D06-AF37-4268CBA238F8}" destId="{25DA6474-4700-44FD-97A2-A1F3CD107250}" srcOrd="5" destOrd="0" presId="urn:microsoft.com/office/officeart/2016/7/layout/BasicLinearProcessNumbered"/>
    <dgm:cxn modelId="{5CA803DB-1AD0-4E6F-842C-5A75FDF08631}" type="presParOf" srcId="{8CB6868E-7716-4D06-AF37-4268CBA238F8}" destId="{230BFF66-6C63-415E-A612-98612E99C02C}" srcOrd="6" destOrd="0" presId="urn:microsoft.com/office/officeart/2016/7/layout/BasicLinearProcessNumbered"/>
    <dgm:cxn modelId="{60A5FBB8-C69E-47CB-81A0-87478E4F200B}" type="presParOf" srcId="{230BFF66-6C63-415E-A612-98612E99C02C}" destId="{F8FE1B71-79B4-414A-A4E4-5BAF26F71D6D}" srcOrd="0" destOrd="0" presId="urn:microsoft.com/office/officeart/2016/7/layout/BasicLinearProcessNumbered"/>
    <dgm:cxn modelId="{22984484-7CE4-45B3-AE1F-1288AF0C8A85}" type="presParOf" srcId="{230BFF66-6C63-415E-A612-98612E99C02C}" destId="{B2675FD4-9875-407C-B2E4-7957247C0FEC}" srcOrd="1" destOrd="0" presId="urn:microsoft.com/office/officeart/2016/7/layout/BasicLinearProcessNumbered"/>
    <dgm:cxn modelId="{990E1A3F-D29A-4C5F-933C-570B4F349AE2}" type="presParOf" srcId="{230BFF66-6C63-415E-A612-98612E99C02C}" destId="{A7816E2D-A88E-44A2-8A8A-173EB0299475}" srcOrd="2" destOrd="0" presId="urn:microsoft.com/office/officeart/2016/7/layout/BasicLinearProcessNumbered"/>
    <dgm:cxn modelId="{E6E3AE48-66E5-4678-9C7D-B87F5E4E9717}" type="presParOf" srcId="{230BFF66-6C63-415E-A612-98612E99C02C}" destId="{A05CC420-65DF-4F7A-9405-3F80B1C57FE6}"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DA15CC9-8C61-43EA-946D-55FB4EFBF2AF}"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A706B9E-9D2F-4558-9972-FDDEC4532B48}">
      <dgm:prSet/>
      <dgm:spPr/>
      <dgm:t>
        <a:bodyPr/>
        <a:lstStyle/>
        <a:p>
          <a:pPr>
            <a:defRPr b="1"/>
          </a:pPr>
          <a:r>
            <a:rPr lang="en-US"/>
            <a:t>Data visualization is evolving</a:t>
          </a:r>
        </a:p>
      </dgm:t>
    </dgm:pt>
    <dgm:pt modelId="{B1244F7D-D8B1-4DE0-86DC-C79EA8F92C4E}" type="parTrans" cxnId="{BB01AB99-0A5B-4642-8E81-D04F00BC4ECF}">
      <dgm:prSet/>
      <dgm:spPr/>
      <dgm:t>
        <a:bodyPr/>
        <a:lstStyle/>
        <a:p>
          <a:endParaRPr lang="en-US"/>
        </a:p>
      </dgm:t>
    </dgm:pt>
    <dgm:pt modelId="{748F5EBB-9E88-4EDF-BFE0-59C789CB9431}" type="sibTrans" cxnId="{BB01AB99-0A5B-4642-8E81-D04F00BC4ECF}">
      <dgm:prSet/>
      <dgm:spPr/>
      <dgm:t>
        <a:bodyPr/>
        <a:lstStyle/>
        <a:p>
          <a:endParaRPr lang="en-US"/>
        </a:p>
      </dgm:t>
    </dgm:pt>
    <dgm:pt modelId="{E9DFD60E-1D50-4F6A-A015-17CD4E9DEAA9}">
      <dgm:prSet/>
      <dgm:spPr/>
      <dgm:t>
        <a:bodyPr/>
        <a:lstStyle/>
        <a:p>
          <a:r>
            <a:rPr lang="en-US"/>
            <a:t>Emerging intelligence sources, multidimensional imaging, and theoretical advances are reshaping analytics.</a:t>
          </a:r>
        </a:p>
      </dgm:t>
    </dgm:pt>
    <dgm:pt modelId="{E6B9348F-3352-48E2-B20B-7EA8EBA3CFF9}" type="parTrans" cxnId="{665BB3E8-0B33-4D09-908B-DB1B77289EEF}">
      <dgm:prSet/>
      <dgm:spPr/>
      <dgm:t>
        <a:bodyPr/>
        <a:lstStyle/>
        <a:p>
          <a:endParaRPr lang="en-US"/>
        </a:p>
      </dgm:t>
    </dgm:pt>
    <dgm:pt modelId="{687F9DB8-E7E6-45B4-BDA5-D9255EDF989B}" type="sibTrans" cxnId="{665BB3E8-0B33-4D09-908B-DB1B77289EEF}">
      <dgm:prSet/>
      <dgm:spPr/>
      <dgm:t>
        <a:bodyPr/>
        <a:lstStyle/>
        <a:p>
          <a:endParaRPr lang="en-US"/>
        </a:p>
      </dgm:t>
    </dgm:pt>
    <dgm:pt modelId="{35349E1F-0E9D-4ADD-A608-486EC407EDDA}">
      <dgm:prSet/>
      <dgm:spPr/>
      <dgm:t>
        <a:bodyPr/>
        <a:lstStyle/>
        <a:p>
          <a:r>
            <a:rPr lang="en-US"/>
            <a:t>Visualization is moving from art to science, but core principles remain.</a:t>
          </a:r>
        </a:p>
      </dgm:t>
    </dgm:pt>
    <dgm:pt modelId="{3335F7EB-A5F3-4200-B93C-F437D41E3D69}" type="parTrans" cxnId="{766E3911-6D96-4C0B-BEF8-ADD0231EFC39}">
      <dgm:prSet/>
      <dgm:spPr/>
      <dgm:t>
        <a:bodyPr/>
        <a:lstStyle/>
        <a:p>
          <a:endParaRPr lang="en-US"/>
        </a:p>
      </dgm:t>
    </dgm:pt>
    <dgm:pt modelId="{D46694DA-8BFE-4231-8B72-19A780290359}" type="sibTrans" cxnId="{766E3911-6D96-4C0B-BEF8-ADD0231EFC39}">
      <dgm:prSet/>
      <dgm:spPr/>
      <dgm:t>
        <a:bodyPr/>
        <a:lstStyle/>
        <a:p>
          <a:endParaRPr lang="en-US"/>
        </a:p>
      </dgm:t>
    </dgm:pt>
    <dgm:pt modelId="{B3F18101-7371-4EFC-AB04-E4549622E63B}">
      <dgm:prSet/>
      <dgm:spPr/>
      <dgm:t>
        <a:bodyPr/>
        <a:lstStyle/>
        <a:p>
          <a:pPr>
            <a:defRPr b="1"/>
          </a:pPr>
          <a:r>
            <a:rPr lang="en-US"/>
            <a:t>Timeless Principles:</a:t>
          </a:r>
        </a:p>
      </dgm:t>
    </dgm:pt>
    <dgm:pt modelId="{94B8F993-362A-4CBB-8D55-202E06A40806}" type="parTrans" cxnId="{5E6C6290-9EDC-4384-88DD-6E89040ADEFA}">
      <dgm:prSet/>
      <dgm:spPr/>
      <dgm:t>
        <a:bodyPr/>
        <a:lstStyle/>
        <a:p>
          <a:endParaRPr lang="en-US"/>
        </a:p>
      </dgm:t>
    </dgm:pt>
    <dgm:pt modelId="{F822EEC0-3756-42A8-A642-D6E068697323}" type="sibTrans" cxnId="{5E6C6290-9EDC-4384-88DD-6E89040ADEFA}">
      <dgm:prSet/>
      <dgm:spPr/>
      <dgm:t>
        <a:bodyPr/>
        <a:lstStyle/>
        <a:p>
          <a:endParaRPr lang="en-US"/>
        </a:p>
      </dgm:t>
    </dgm:pt>
    <dgm:pt modelId="{4B93DE36-A5FF-4C6E-AE40-B0918DC02E15}">
      <dgm:prSet/>
      <dgm:spPr/>
      <dgm:t>
        <a:bodyPr/>
        <a:lstStyle/>
        <a:p>
          <a:r>
            <a:rPr lang="en-US" b="1"/>
            <a:t>Substance:</a:t>
          </a:r>
          <a:r>
            <a:rPr lang="en-US"/>
            <a:t> Every visual element must convey real content (Tufte: “Every pixel should testify directly to content”).</a:t>
          </a:r>
        </a:p>
      </dgm:t>
    </dgm:pt>
    <dgm:pt modelId="{EBEC78C4-DC67-4C5B-B9C1-69B9AFB0F0D0}" type="parTrans" cxnId="{B8830931-4E5E-424D-ABE7-7E0EFF4BFD4D}">
      <dgm:prSet/>
      <dgm:spPr/>
      <dgm:t>
        <a:bodyPr/>
        <a:lstStyle/>
        <a:p>
          <a:endParaRPr lang="en-US"/>
        </a:p>
      </dgm:t>
    </dgm:pt>
    <dgm:pt modelId="{D8E0992A-8683-4986-9B66-2E5318FC0932}" type="sibTrans" cxnId="{B8830931-4E5E-424D-ABE7-7E0EFF4BFD4D}">
      <dgm:prSet/>
      <dgm:spPr/>
      <dgm:t>
        <a:bodyPr/>
        <a:lstStyle/>
        <a:p>
          <a:endParaRPr lang="en-US"/>
        </a:p>
      </dgm:t>
    </dgm:pt>
    <dgm:pt modelId="{35256353-7987-44A3-830C-3D1FA6E74F6C}">
      <dgm:prSet/>
      <dgm:spPr/>
      <dgm:t>
        <a:bodyPr/>
        <a:lstStyle/>
        <a:p>
          <a:r>
            <a:rPr lang="en-US" b="1"/>
            <a:t>Context &amp; Accuracy:</a:t>
          </a:r>
          <a:r>
            <a:rPr lang="en-US"/>
            <a:t> Relative, connected data provides the full picture.</a:t>
          </a:r>
        </a:p>
      </dgm:t>
    </dgm:pt>
    <dgm:pt modelId="{109B3869-B8FB-4A54-AB4C-6CAD28CE213D}" type="parTrans" cxnId="{17104681-5C80-4E11-977C-7C0F31209E93}">
      <dgm:prSet/>
      <dgm:spPr/>
      <dgm:t>
        <a:bodyPr/>
        <a:lstStyle/>
        <a:p>
          <a:endParaRPr lang="en-US"/>
        </a:p>
      </dgm:t>
    </dgm:pt>
    <dgm:pt modelId="{0CFE6D61-BF68-4BDB-9C12-9F7A8C0F1601}" type="sibTrans" cxnId="{17104681-5C80-4E11-977C-7C0F31209E93}">
      <dgm:prSet/>
      <dgm:spPr/>
      <dgm:t>
        <a:bodyPr/>
        <a:lstStyle/>
        <a:p>
          <a:endParaRPr lang="en-US"/>
        </a:p>
      </dgm:t>
    </dgm:pt>
    <dgm:pt modelId="{4A5BF698-758E-4A66-915A-D22EACC5F08B}">
      <dgm:prSet/>
      <dgm:spPr/>
      <dgm:t>
        <a:bodyPr/>
        <a:lstStyle/>
        <a:p>
          <a:r>
            <a:rPr lang="en-US" b="1"/>
            <a:t>Actionability:</a:t>
          </a:r>
          <a:r>
            <a:rPr lang="en-US"/>
            <a:t> Visuals must facilitate decision-making; insights must be actionable.</a:t>
          </a:r>
        </a:p>
      </dgm:t>
    </dgm:pt>
    <dgm:pt modelId="{8BF9FB00-1ECC-4FCA-BD4C-7211BFD11866}" type="parTrans" cxnId="{BA685DEC-7B0E-4FF2-A136-F77D7FEC9B34}">
      <dgm:prSet/>
      <dgm:spPr/>
      <dgm:t>
        <a:bodyPr/>
        <a:lstStyle/>
        <a:p>
          <a:endParaRPr lang="en-US"/>
        </a:p>
      </dgm:t>
    </dgm:pt>
    <dgm:pt modelId="{8E192523-B99B-4426-A92D-A68C73C975A7}" type="sibTrans" cxnId="{BA685DEC-7B0E-4FF2-A136-F77D7FEC9B34}">
      <dgm:prSet/>
      <dgm:spPr/>
      <dgm:t>
        <a:bodyPr/>
        <a:lstStyle/>
        <a:p>
          <a:endParaRPr lang="en-US"/>
        </a:p>
      </dgm:t>
    </dgm:pt>
    <dgm:pt modelId="{034FF7F9-EF85-4FAA-8C4F-A5667F731FE2}" type="pres">
      <dgm:prSet presAssocID="{4DA15CC9-8C61-43EA-946D-55FB4EFBF2AF}" presName="root" presStyleCnt="0">
        <dgm:presLayoutVars>
          <dgm:dir/>
          <dgm:resizeHandles val="exact"/>
        </dgm:presLayoutVars>
      </dgm:prSet>
      <dgm:spPr/>
    </dgm:pt>
    <dgm:pt modelId="{A8046C54-72CC-4BAE-8F48-0799A8671A5C}" type="pres">
      <dgm:prSet presAssocID="{8A706B9E-9D2F-4558-9972-FDDEC4532B48}" presName="compNode" presStyleCnt="0"/>
      <dgm:spPr/>
    </dgm:pt>
    <dgm:pt modelId="{8CA72A22-6512-467D-AF78-A71534E25273}" type="pres">
      <dgm:prSet presAssocID="{8A706B9E-9D2F-4558-9972-FDDEC4532B4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E874113D-C9C6-465E-95A1-6DAD582CBD34}" type="pres">
      <dgm:prSet presAssocID="{8A706B9E-9D2F-4558-9972-FDDEC4532B48}" presName="iconSpace" presStyleCnt="0"/>
      <dgm:spPr/>
    </dgm:pt>
    <dgm:pt modelId="{DBF157F5-288A-4FE3-88FE-31C070C629A9}" type="pres">
      <dgm:prSet presAssocID="{8A706B9E-9D2F-4558-9972-FDDEC4532B48}" presName="parTx" presStyleLbl="revTx" presStyleIdx="0" presStyleCnt="4">
        <dgm:presLayoutVars>
          <dgm:chMax val="0"/>
          <dgm:chPref val="0"/>
        </dgm:presLayoutVars>
      </dgm:prSet>
      <dgm:spPr/>
    </dgm:pt>
    <dgm:pt modelId="{A450B84B-224E-4BBA-BCF7-94A8BCE27243}" type="pres">
      <dgm:prSet presAssocID="{8A706B9E-9D2F-4558-9972-FDDEC4532B48}" presName="txSpace" presStyleCnt="0"/>
      <dgm:spPr/>
    </dgm:pt>
    <dgm:pt modelId="{5D391AA7-7DCD-4979-A1EF-BA9975B71C4B}" type="pres">
      <dgm:prSet presAssocID="{8A706B9E-9D2F-4558-9972-FDDEC4532B48}" presName="desTx" presStyleLbl="revTx" presStyleIdx="1" presStyleCnt="4">
        <dgm:presLayoutVars/>
      </dgm:prSet>
      <dgm:spPr/>
    </dgm:pt>
    <dgm:pt modelId="{46E8C376-577D-4D1C-9C52-62809B4E9C2E}" type="pres">
      <dgm:prSet presAssocID="{748F5EBB-9E88-4EDF-BFE0-59C789CB9431}" presName="sibTrans" presStyleCnt="0"/>
      <dgm:spPr/>
    </dgm:pt>
    <dgm:pt modelId="{13215485-47A1-4A8A-9D0B-B98B7C75B436}" type="pres">
      <dgm:prSet presAssocID="{B3F18101-7371-4EFC-AB04-E4549622E63B}" presName="compNode" presStyleCnt="0"/>
      <dgm:spPr/>
    </dgm:pt>
    <dgm:pt modelId="{85BEDCAE-DB2D-48E5-A554-A366EEE34317}" type="pres">
      <dgm:prSet presAssocID="{B3F18101-7371-4EFC-AB04-E4549622E63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udience"/>
        </a:ext>
      </dgm:extLst>
    </dgm:pt>
    <dgm:pt modelId="{ED1C9C8B-405F-4DF7-A606-66CCCD8F83A5}" type="pres">
      <dgm:prSet presAssocID="{B3F18101-7371-4EFC-AB04-E4549622E63B}" presName="iconSpace" presStyleCnt="0"/>
      <dgm:spPr/>
    </dgm:pt>
    <dgm:pt modelId="{071E495D-8A06-4A29-8FA9-89243F68E34E}" type="pres">
      <dgm:prSet presAssocID="{B3F18101-7371-4EFC-AB04-E4549622E63B}" presName="parTx" presStyleLbl="revTx" presStyleIdx="2" presStyleCnt="4">
        <dgm:presLayoutVars>
          <dgm:chMax val="0"/>
          <dgm:chPref val="0"/>
        </dgm:presLayoutVars>
      </dgm:prSet>
      <dgm:spPr/>
    </dgm:pt>
    <dgm:pt modelId="{D56BFD13-99A4-4046-B409-DA816C9CAE90}" type="pres">
      <dgm:prSet presAssocID="{B3F18101-7371-4EFC-AB04-E4549622E63B}" presName="txSpace" presStyleCnt="0"/>
      <dgm:spPr/>
    </dgm:pt>
    <dgm:pt modelId="{4F0FE40F-96FC-49F0-AF9D-3003FD7DE1C9}" type="pres">
      <dgm:prSet presAssocID="{B3F18101-7371-4EFC-AB04-E4549622E63B}" presName="desTx" presStyleLbl="revTx" presStyleIdx="3" presStyleCnt="4">
        <dgm:presLayoutVars/>
      </dgm:prSet>
      <dgm:spPr/>
    </dgm:pt>
  </dgm:ptLst>
  <dgm:cxnLst>
    <dgm:cxn modelId="{C49F1405-CC47-4FA5-B7FC-5CD7792ED83F}" type="presOf" srcId="{35256353-7987-44A3-830C-3D1FA6E74F6C}" destId="{4F0FE40F-96FC-49F0-AF9D-3003FD7DE1C9}" srcOrd="0" destOrd="1" presId="urn:microsoft.com/office/officeart/2018/5/layout/CenteredIconLabelDescriptionList"/>
    <dgm:cxn modelId="{766E3911-6D96-4C0B-BEF8-ADD0231EFC39}" srcId="{8A706B9E-9D2F-4558-9972-FDDEC4532B48}" destId="{35349E1F-0E9D-4ADD-A608-486EC407EDDA}" srcOrd="1" destOrd="0" parTransId="{3335F7EB-A5F3-4200-B93C-F437D41E3D69}" sibTransId="{D46694DA-8BFE-4231-8B72-19A780290359}"/>
    <dgm:cxn modelId="{B8830931-4E5E-424D-ABE7-7E0EFF4BFD4D}" srcId="{B3F18101-7371-4EFC-AB04-E4549622E63B}" destId="{4B93DE36-A5FF-4C6E-AE40-B0918DC02E15}" srcOrd="0" destOrd="0" parTransId="{EBEC78C4-DC67-4C5B-B9C1-69B9AFB0F0D0}" sibTransId="{D8E0992A-8683-4986-9B66-2E5318FC0932}"/>
    <dgm:cxn modelId="{13A32937-CC47-4C7C-A45B-4E762A86A335}" type="presOf" srcId="{E9DFD60E-1D50-4F6A-A015-17CD4E9DEAA9}" destId="{5D391AA7-7DCD-4979-A1EF-BA9975B71C4B}" srcOrd="0" destOrd="0" presId="urn:microsoft.com/office/officeart/2018/5/layout/CenteredIconLabelDescriptionList"/>
    <dgm:cxn modelId="{5A17F560-490B-4228-B3A9-60996FE9FCA8}" type="presOf" srcId="{4A5BF698-758E-4A66-915A-D22EACC5F08B}" destId="{4F0FE40F-96FC-49F0-AF9D-3003FD7DE1C9}" srcOrd="0" destOrd="2" presId="urn:microsoft.com/office/officeart/2018/5/layout/CenteredIconLabelDescriptionList"/>
    <dgm:cxn modelId="{0977B052-4C53-4901-8FC9-CE2E158EC33D}" type="presOf" srcId="{8A706B9E-9D2F-4558-9972-FDDEC4532B48}" destId="{DBF157F5-288A-4FE3-88FE-31C070C629A9}" srcOrd="0" destOrd="0" presId="urn:microsoft.com/office/officeart/2018/5/layout/CenteredIconLabelDescriptionList"/>
    <dgm:cxn modelId="{92B8B677-2993-43DD-A0A3-3081869AC484}" type="presOf" srcId="{4DA15CC9-8C61-43EA-946D-55FB4EFBF2AF}" destId="{034FF7F9-EF85-4FAA-8C4F-A5667F731FE2}" srcOrd="0" destOrd="0" presId="urn:microsoft.com/office/officeart/2018/5/layout/CenteredIconLabelDescriptionList"/>
    <dgm:cxn modelId="{17104681-5C80-4E11-977C-7C0F31209E93}" srcId="{B3F18101-7371-4EFC-AB04-E4549622E63B}" destId="{35256353-7987-44A3-830C-3D1FA6E74F6C}" srcOrd="1" destOrd="0" parTransId="{109B3869-B8FB-4A54-AB4C-6CAD28CE213D}" sibTransId="{0CFE6D61-BF68-4BDB-9C12-9F7A8C0F1601}"/>
    <dgm:cxn modelId="{562A1182-B844-41C0-9AA6-20398167E5AA}" type="presOf" srcId="{4B93DE36-A5FF-4C6E-AE40-B0918DC02E15}" destId="{4F0FE40F-96FC-49F0-AF9D-3003FD7DE1C9}" srcOrd="0" destOrd="0" presId="urn:microsoft.com/office/officeart/2018/5/layout/CenteredIconLabelDescriptionList"/>
    <dgm:cxn modelId="{5E6C6290-9EDC-4384-88DD-6E89040ADEFA}" srcId="{4DA15CC9-8C61-43EA-946D-55FB4EFBF2AF}" destId="{B3F18101-7371-4EFC-AB04-E4549622E63B}" srcOrd="1" destOrd="0" parTransId="{94B8F993-362A-4CBB-8D55-202E06A40806}" sibTransId="{F822EEC0-3756-42A8-A642-D6E068697323}"/>
    <dgm:cxn modelId="{BB01AB99-0A5B-4642-8E81-D04F00BC4ECF}" srcId="{4DA15CC9-8C61-43EA-946D-55FB4EFBF2AF}" destId="{8A706B9E-9D2F-4558-9972-FDDEC4532B48}" srcOrd="0" destOrd="0" parTransId="{B1244F7D-D8B1-4DE0-86DC-C79EA8F92C4E}" sibTransId="{748F5EBB-9E88-4EDF-BFE0-59C789CB9431}"/>
    <dgm:cxn modelId="{B8AFFDA6-50CC-490C-B1E4-75B4145646AA}" type="presOf" srcId="{B3F18101-7371-4EFC-AB04-E4549622E63B}" destId="{071E495D-8A06-4A29-8FA9-89243F68E34E}" srcOrd="0" destOrd="0" presId="urn:microsoft.com/office/officeart/2018/5/layout/CenteredIconLabelDescriptionList"/>
    <dgm:cxn modelId="{E21688DA-7186-4467-9CBC-49FB9DD32873}" type="presOf" srcId="{35349E1F-0E9D-4ADD-A608-486EC407EDDA}" destId="{5D391AA7-7DCD-4979-A1EF-BA9975B71C4B}" srcOrd="0" destOrd="1" presId="urn:microsoft.com/office/officeart/2018/5/layout/CenteredIconLabelDescriptionList"/>
    <dgm:cxn modelId="{665BB3E8-0B33-4D09-908B-DB1B77289EEF}" srcId="{8A706B9E-9D2F-4558-9972-FDDEC4532B48}" destId="{E9DFD60E-1D50-4F6A-A015-17CD4E9DEAA9}" srcOrd="0" destOrd="0" parTransId="{E6B9348F-3352-48E2-B20B-7EA8EBA3CFF9}" sibTransId="{687F9DB8-E7E6-45B4-BDA5-D9255EDF989B}"/>
    <dgm:cxn modelId="{BA685DEC-7B0E-4FF2-A136-F77D7FEC9B34}" srcId="{B3F18101-7371-4EFC-AB04-E4549622E63B}" destId="{4A5BF698-758E-4A66-915A-D22EACC5F08B}" srcOrd="2" destOrd="0" parTransId="{8BF9FB00-1ECC-4FCA-BD4C-7211BFD11866}" sibTransId="{8E192523-B99B-4426-A92D-A68C73C975A7}"/>
    <dgm:cxn modelId="{58EDFBE9-3FBF-471A-87E7-37B75E061F16}" type="presParOf" srcId="{034FF7F9-EF85-4FAA-8C4F-A5667F731FE2}" destId="{A8046C54-72CC-4BAE-8F48-0799A8671A5C}" srcOrd="0" destOrd="0" presId="urn:microsoft.com/office/officeart/2018/5/layout/CenteredIconLabelDescriptionList"/>
    <dgm:cxn modelId="{3436C9F6-53EA-4BF4-878B-52EA6F665DF1}" type="presParOf" srcId="{A8046C54-72CC-4BAE-8F48-0799A8671A5C}" destId="{8CA72A22-6512-467D-AF78-A71534E25273}" srcOrd="0" destOrd="0" presId="urn:microsoft.com/office/officeart/2018/5/layout/CenteredIconLabelDescriptionList"/>
    <dgm:cxn modelId="{10063CA0-0FE4-47A9-9E60-4DEC2C38D3DF}" type="presParOf" srcId="{A8046C54-72CC-4BAE-8F48-0799A8671A5C}" destId="{E874113D-C9C6-465E-95A1-6DAD582CBD34}" srcOrd="1" destOrd="0" presId="urn:microsoft.com/office/officeart/2018/5/layout/CenteredIconLabelDescriptionList"/>
    <dgm:cxn modelId="{16BBAFD0-17D7-45AD-9B47-1BAFA9FAF2CF}" type="presParOf" srcId="{A8046C54-72CC-4BAE-8F48-0799A8671A5C}" destId="{DBF157F5-288A-4FE3-88FE-31C070C629A9}" srcOrd="2" destOrd="0" presId="urn:microsoft.com/office/officeart/2018/5/layout/CenteredIconLabelDescriptionList"/>
    <dgm:cxn modelId="{46A2D13D-6203-4C06-9EB9-A11912829B45}" type="presParOf" srcId="{A8046C54-72CC-4BAE-8F48-0799A8671A5C}" destId="{A450B84B-224E-4BBA-BCF7-94A8BCE27243}" srcOrd="3" destOrd="0" presId="urn:microsoft.com/office/officeart/2018/5/layout/CenteredIconLabelDescriptionList"/>
    <dgm:cxn modelId="{E5BFD203-1326-43D5-9223-A1D05B17868C}" type="presParOf" srcId="{A8046C54-72CC-4BAE-8F48-0799A8671A5C}" destId="{5D391AA7-7DCD-4979-A1EF-BA9975B71C4B}" srcOrd="4" destOrd="0" presId="urn:microsoft.com/office/officeart/2018/5/layout/CenteredIconLabelDescriptionList"/>
    <dgm:cxn modelId="{DDC165CE-F9F1-4656-81CD-66C92D6D576B}" type="presParOf" srcId="{034FF7F9-EF85-4FAA-8C4F-A5667F731FE2}" destId="{46E8C376-577D-4D1C-9C52-62809B4E9C2E}" srcOrd="1" destOrd="0" presId="urn:microsoft.com/office/officeart/2018/5/layout/CenteredIconLabelDescriptionList"/>
    <dgm:cxn modelId="{79578974-C910-4A87-BCAD-9461C21C236F}" type="presParOf" srcId="{034FF7F9-EF85-4FAA-8C4F-A5667F731FE2}" destId="{13215485-47A1-4A8A-9D0B-B98B7C75B436}" srcOrd="2" destOrd="0" presId="urn:microsoft.com/office/officeart/2018/5/layout/CenteredIconLabelDescriptionList"/>
    <dgm:cxn modelId="{8054A8A0-6A74-47FC-8FF8-32C2EAAE351A}" type="presParOf" srcId="{13215485-47A1-4A8A-9D0B-B98B7C75B436}" destId="{85BEDCAE-DB2D-48E5-A554-A366EEE34317}" srcOrd="0" destOrd="0" presId="urn:microsoft.com/office/officeart/2018/5/layout/CenteredIconLabelDescriptionList"/>
    <dgm:cxn modelId="{00031F19-32B8-45AF-91EA-050BB1B28931}" type="presParOf" srcId="{13215485-47A1-4A8A-9D0B-B98B7C75B436}" destId="{ED1C9C8B-405F-4DF7-A606-66CCCD8F83A5}" srcOrd="1" destOrd="0" presId="urn:microsoft.com/office/officeart/2018/5/layout/CenteredIconLabelDescriptionList"/>
    <dgm:cxn modelId="{024811F2-CECF-4C74-B189-1A49CB394342}" type="presParOf" srcId="{13215485-47A1-4A8A-9D0B-B98B7C75B436}" destId="{071E495D-8A06-4A29-8FA9-89243F68E34E}" srcOrd="2" destOrd="0" presId="urn:microsoft.com/office/officeart/2018/5/layout/CenteredIconLabelDescriptionList"/>
    <dgm:cxn modelId="{8868E4A1-428E-4271-9B1C-7E9410429028}" type="presParOf" srcId="{13215485-47A1-4A8A-9D0B-B98B7C75B436}" destId="{D56BFD13-99A4-4046-B409-DA816C9CAE90}" srcOrd="3" destOrd="0" presId="urn:microsoft.com/office/officeart/2018/5/layout/CenteredIconLabelDescriptionList"/>
    <dgm:cxn modelId="{65B713FA-68F7-4619-B11F-68EBC7CE4019}" type="presParOf" srcId="{13215485-47A1-4A8A-9D0B-B98B7C75B436}" destId="{4F0FE40F-96FC-49F0-AF9D-3003FD7DE1C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40C6D-6439-4F19-BF6F-6ED86F1C8344}">
      <dsp:nvSpPr>
        <dsp:cNvPr id="0" name=""/>
        <dsp:cNvSpPr/>
      </dsp:nvSpPr>
      <dsp:spPr>
        <a:xfrm>
          <a:off x="408725" y="1058209"/>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5C26EF-B9CA-40BF-BC82-D9C5026E7B8B}">
      <dsp:nvSpPr>
        <dsp:cNvPr id="0" name=""/>
        <dsp:cNvSpPr/>
      </dsp:nvSpPr>
      <dsp:spPr>
        <a:xfrm>
          <a:off x="3637" y="1995086"/>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Makes data understandable: </a:t>
          </a:r>
          <a:r>
            <a:rPr lang="en-US" sz="1200" kern="1200"/>
            <a:t>turns raw numbers into visuals people can quickly grasp.</a:t>
          </a:r>
        </a:p>
      </dsp:txBody>
      <dsp:txXfrm>
        <a:off x="3637" y="1995086"/>
        <a:ext cx="1473046" cy="626044"/>
      </dsp:txXfrm>
    </dsp:sp>
    <dsp:sp modelId="{D6896A8D-BB45-452F-A6F0-59077B3E2371}">
      <dsp:nvSpPr>
        <dsp:cNvPr id="0" name=""/>
        <dsp:cNvSpPr/>
      </dsp:nvSpPr>
      <dsp:spPr>
        <a:xfrm>
          <a:off x="2139555" y="1058209"/>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73AEF2-6664-4E1C-A81C-985ABBDD38BF}">
      <dsp:nvSpPr>
        <dsp:cNvPr id="0" name=""/>
        <dsp:cNvSpPr/>
      </dsp:nvSpPr>
      <dsp:spPr>
        <a:xfrm>
          <a:off x="1734467" y="1995086"/>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Reveals hidden insights: </a:t>
          </a:r>
          <a:r>
            <a:rPr lang="en-US" sz="1200" kern="1200"/>
            <a:t>patterns, trends, and relationships emerge that tables alone can’t show.</a:t>
          </a:r>
        </a:p>
      </dsp:txBody>
      <dsp:txXfrm>
        <a:off x="1734467" y="1995086"/>
        <a:ext cx="1473046" cy="626044"/>
      </dsp:txXfrm>
    </dsp:sp>
    <dsp:sp modelId="{4F43172D-5007-4E94-84B0-1F2149D07AC9}">
      <dsp:nvSpPr>
        <dsp:cNvPr id="0" name=""/>
        <dsp:cNvSpPr/>
      </dsp:nvSpPr>
      <dsp:spPr>
        <a:xfrm>
          <a:off x="3870385" y="1058209"/>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9E7AA4-B6F0-45A1-B8B7-1C9803558702}">
      <dsp:nvSpPr>
        <dsp:cNvPr id="0" name=""/>
        <dsp:cNvSpPr/>
      </dsp:nvSpPr>
      <dsp:spPr>
        <a:xfrm>
          <a:off x="3465297" y="1995086"/>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Clear communication is the goal: </a:t>
          </a:r>
          <a:r>
            <a:rPr lang="en-US" sz="1200" kern="1200"/>
            <a:t>visuals should make the message obvious without confusion.</a:t>
          </a:r>
        </a:p>
      </dsp:txBody>
      <dsp:txXfrm>
        <a:off x="3465297" y="1995086"/>
        <a:ext cx="1473046" cy="626044"/>
      </dsp:txXfrm>
    </dsp:sp>
    <dsp:sp modelId="{DCE9B5D0-F8FC-4AF0-9129-79AFC432FD30}">
      <dsp:nvSpPr>
        <dsp:cNvPr id="0" name=""/>
        <dsp:cNvSpPr/>
      </dsp:nvSpPr>
      <dsp:spPr>
        <a:xfrm>
          <a:off x="5601215" y="1058209"/>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DF1BDA-055E-457E-B0E8-082237724E45}">
      <dsp:nvSpPr>
        <dsp:cNvPr id="0" name=""/>
        <dsp:cNvSpPr/>
      </dsp:nvSpPr>
      <dsp:spPr>
        <a:xfrm>
          <a:off x="5196127" y="1995086"/>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t>Balance form and function: </a:t>
          </a:r>
          <a:r>
            <a:rPr lang="en-US" sz="1200" kern="1200" dirty="0"/>
            <a:t>attractive visuals are good, but clarity must always come first.</a:t>
          </a:r>
        </a:p>
      </dsp:txBody>
      <dsp:txXfrm>
        <a:off x="5196127" y="1995086"/>
        <a:ext cx="1473046" cy="626044"/>
      </dsp:txXfrm>
    </dsp:sp>
    <dsp:sp modelId="{D22610B9-5628-46EB-A534-967E572BF12C}">
      <dsp:nvSpPr>
        <dsp:cNvPr id="0" name=""/>
        <dsp:cNvSpPr/>
      </dsp:nvSpPr>
      <dsp:spPr>
        <a:xfrm>
          <a:off x="1274140" y="2989393"/>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7CFCFF-1879-4235-B1A8-A371C9276D8D}">
      <dsp:nvSpPr>
        <dsp:cNvPr id="0" name=""/>
        <dsp:cNvSpPr/>
      </dsp:nvSpPr>
      <dsp:spPr>
        <a:xfrm>
          <a:off x="869052" y="3926270"/>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Data is like oil: </a:t>
          </a:r>
          <a:r>
            <a:rPr lang="en-US" sz="1200" kern="1200"/>
            <a:t>raw data has little value until processed and refined.</a:t>
          </a:r>
        </a:p>
      </dsp:txBody>
      <dsp:txXfrm>
        <a:off x="869052" y="3926270"/>
        <a:ext cx="1473046" cy="626044"/>
      </dsp:txXfrm>
    </dsp:sp>
    <dsp:sp modelId="{C943823D-D1C9-4430-8A22-3E8EBAD1CDAA}">
      <dsp:nvSpPr>
        <dsp:cNvPr id="0" name=""/>
        <dsp:cNvSpPr/>
      </dsp:nvSpPr>
      <dsp:spPr>
        <a:xfrm>
          <a:off x="3004970" y="2989393"/>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DBABBF-7A48-4C19-8C89-DC288CB52E14}">
      <dsp:nvSpPr>
        <dsp:cNvPr id="0" name=""/>
        <dsp:cNvSpPr/>
      </dsp:nvSpPr>
      <dsp:spPr>
        <a:xfrm>
          <a:off x="2599882" y="3926270"/>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Visualization refines data: </a:t>
          </a:r>
          <a:r>
            <a:rPr lang="en-US" sz="1200" kern="1200"/>
            <a:t>helps transform complex datasets into actionable insights.</a:t>
          </a:r>
        </a:p>
      </dsp:txBody>
      <dsp:txXfrm>
        <a:off x="2599882" y="3926270"/>
        <a:ext cx="1473046" cy="626044"/>
      </dsp:txXfrm>
    </dsp:sp>
    <dsp:sp modelId="{000C393C-C914-4B8C-B39A-03FBE47F8A8E}">
      <dsp:nvSpPr>
        <dsp:cNvPr id="0" name=""/>
        <dsp:cNvSpPr/>
      </dsp:nvSpPr>
      <dsp:spPr>
        <a:xfrm>
          <a:off x="4735800" y="2989393"/>
          <a:ext cx="662871" cy="662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284E4D-A26C-4CE9-94A7-2E6FF30B3045}">
      <dsp:nvSpPr>
        <dsp:cNvPr id="0" name=""/>
        <dsp:cNvSpPr/>
      </dsp:nvSpPr>
      <dsp:spPr>
        <a:xfrm>
          <a:off x="4330712" y="3926270"/>
          <a:ext cx="1473046" cy="626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Interactive visuals matter: </a:t>
          </a:r>
          <a:r>
            <a:rPr lang="en-US" sz="1200" kern="1200"/>
            <a:t>allow non-experts to explore and discover insights themselves.</a:t>
          </a:r>
        </a:p>
      </dsp:txBody>
      <dsp:txXfrm>
        <a:off x="4330712" y="3926270"/>
        <a:ext cx="1473046" cy="626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6FCC4-3DB4-41D8-B805-39905F4CF2DA}">
      <dsp:nvSpPr>
        <dsp:cNvPr id="0" name=""/>
        <dsp:cNvSpPr/>
      </dsp:nvSpPr>
      <dsp:spPr>
        <a:xfrm>
          <a:off x="919541" y="815779"/>
          <a:ext cx="727099" cy="7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A5C1C7-B914-4880-BE20-B3D2C685DF14}">
      <dsp:nvSpPr>
        <dsp:cNvPr id="0" name=""/>
        <dsp:cNvSpPr/>
      </dsp:nvSpPr>
      <dsp:spPr>
        <a:xfrm>
          <a:off x="1690266" y="754679"/>
          <a:ext cx="83616" cy="157206"/>
        </a:xfrm>
        <a:prstGeom prst="chevron">
          <a:avLst>
            <a:gd name="adj" fmla="val 90000"/>
          </a:avLst>
        </a:prstGeom>
        <a:solidFill>
          <a:schemeClr val="accent5">
            <a:tint val="40000"/>
            <a:alpha val="90000"/>
            <a:hueOff val="-702627"/>
            <a:satOff val="157"/>
            <a:lumOff val="24"/>
            <a:alphaOff val="0"/>
          </a:schemeClr>
        </a:solidFill>
        <a:ln w="19050" cap="flat" cmpd="sng" algn="ctr">
          <a:solidFill>
            <a:schemeClr val="accent5">
              <a:tint val="40000"/>
              <a:alpha val="90000"/>
              <a:hueOff val="-702627"/>
              <a:satOff val="157"/>
              <a:lumOff val="24"/>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9F6897-E51D-4D19-9C1D-1B0BA7465247}">
      <dsp:nvSpPr>
        <dsp:cNvPr id="0" name=""/>
        <dsp:cNvSpPr/>
      </dsp:nvSpPr>
      <dsp:spPr>
        <a:xfrm>
          <a:off x="474767" y="461928"/>
          <a:ext cx="707772" cy="707772"/>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1</a:t>
          </a:r>
        </a:p>
      </dsp:txBody>
      <dsp:txXfrm>
        <a:off x="578418" y="565579"/>
        <a:ext cx="500470" cy="500470"/>
      </dsp:txXfrm>
    </dsp:sp>
    <dsp:sp modelId="{C625D11E-2A06-415B-93C0-02B90966C933}">
      <dsp:nvSpPr>
        <dsp:cNvPr id="0" name=""/>
        <dsp:cNvSpPr/>
      </dsp:nvSpPr>
      <dsp:spPr>
        <a:xfrm>
          <a:off x="10666" y="1335301"/>
          <a:ext cx="1635974" cy="2395574"/>
        </a:xfrm>
        <a:prstGeom prst="upArrowCallout">
          <a:avLst>
            <a:gd name="adj1" fmla="val 50000"/>
            <a:gd name="adj2" fmla="val 20000"/>
            <a:gd name="adj3" fmla="val 20000"/>
            <a:gd name="adj4" fmla="val 100000"/>
          </a:avLst>
        </a:prstGeom>
        <a:solidFill>
          <a:schemeClr val="accent5">
            <a:tint val="40000"/>
            <a:alpha val="90000"/>
            <a:hueOff val="-1405255"/>
            <a:satOff val="314"/>
            <a:lumOff val="47"/>
            <a:alphaOff val="0"/>
          </a:schemeClr>
        </a:solidFill>
        <a:ln w="19050" cap="flat" cmpd="sng" algn="ctr">
          <a:solidFill>
            <a:schemeClr val="accent5">
              <a:tint val="40000"/>
              <a:alpha val="90000"/>
              <a:hueOff val="-1405255"/>
              <a:satOff val="314"/>
              <a:lumOff val="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Color Palette and Design: </a:t>
          </a:r>
          <a:r>
            <a:rPr lang="en-US" sz="1100" kern="1200"/>
            <a:t>New choices on color utilization, font selection, position of elements in unison with the style of design to enhance the usability, visibility and the aesthetic appeal of visualization. </a:t>
          </a:r>
        </a:p>
      </dsp:txBody>
      <dsp:txXfrm>
        <a:off x="10666" y="1662496"/>
        <a:ext cx="1635974" cy="2068379"/>
      </dsp:txXfrm>
    </dsp:sp>
    <dsp:sp modelId="{C5418AED-CE7B-43A0-9B78-A21A707AFAB3}">
      <dsp:nvSpPr>
        <dsp:cNvPr id="0" name=""/>
        <dsp:cNvSpPr/>
      </dsp:nvSpPr>
      <dsp:spPr>
        <a:xfrm>
          <a:off x="1828415" y="815779"/>
          <a:ext cx="1635974" cy="72"/>
        </a:xfrm>
        <a:prstGeom prst="rect">
          <a:avLst/>
        </a:prstGeom>
        <a:solidFill>
          <a:schemeClr val="accent5">
            <a:tint val="40000"/>
            <a:alpha val="90000"/>
            <a:hueOff val="-2107882"/>
            <a:satOff val="471"/>
            <a:lumOff val="71"/>
            <a:alphaOff val="0"/>
          </a:schemeClr>
        </a:solidFill>
        <a:ln w="19050" cap="flat" cmpd="sng" algn="ctr">
          <a:solidFill>
            <a:schemeClr val="accent5">
              <a:tint val="40000"/>
              <a:alpha val="90000"/>
              <a:hueOff val="-2107882"/>
              <a:satOff val="471"/>
              <a:lumOff val="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A42760-C394-4D3D-B613-588FC939E33A}">
      <dsp:nvSpPr>
        <dsp:cNvPr id="0" name=""/>
        <dsp:cNvSpPr/>
      </dsp:nvSpPr>
      <dsp:spPr>
        <a:xfrm>
          <a:off x="3508016" y="754678"/>
          <a:ext cx="83616" cy="157207"/>
        </a:xfrm>
        <a:prstGeom prst="chevron">
          <a:avLst>
            <a:gd name="adj" fmla="val 90000"/>
          </a:avLst>
        </a:prstGeom>
        <a:solidFill>
          <a:schemeClr val="accent5">
            <a:tint val="40000"/>
            <a:alpha val="90000"/>
            <a:hueOff val="-2810510"/>
            <a:satOff val="628"/>
            <a:lumOff val="94"/>
            <a:alphaOff val="0"/>
          </a:schemeClr>
        </a:solidFill>
        <a:ln w="19050" cap="flat" cmpd="sng" algn="ctr">
          <a:solidFill>
            <a:schemeClr val="accent5">
              <a:tint val="40000"/>
              <a:alpha val="90000"/>
              <a:hueOff val="-2810510"/>
              <a:satOff val="628"/>
              <a:lumOff val="94"/>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3D4E4B-3D87-417F-A701-EC4F933535D9}">
      <dsp:nvSpPr>
        <dsp:cNvPr id="0" name=""/>
        <dsp:cNvSpPr/>
      </dsp:nvSpPr>
      <dsp:spPr>
        <a:xfrm>
          <a:off x="2292516" y="461928"/>
          <a:ext cx="707772" cy="707772"/>
        </a:xfrm>
        <a:prstGeom prst="ellipse">
          <a:avLst/>
        </a:prstGeom>
        <a:solidFill>
          <a:schemeClr val="accent5">
            <a:hueOff val="-2430430"/>
            <a:satOff val="-165"/>
            <a:lumOff val="392"/>
            <a:alphaOff val="0"/>
          </a:schemeClr>
        </a:solidFill>
        <a:ln w="19050" cap="flat" cmpd="sng" algn="ctr">
          <a:solidFill>
            <a:schemeClr val="accent5">
              <a:hueOff val="-2430430"/>
              <a:satOff val="-165"/>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2</a:t>
          </a:r>
        </a:p>
      </dsp:txBody>
      <dsp:txXfrm>
        <a:off x="2396167" y="565579"/>
        <a:ext cx="500470" cy="500470"/>
      </dsp:txXfrm>
    </dsp:sp>
    <dsp:sp modelId="{D0856785-1119-4A72-A7C3-DB8838DE09D6}">
      <dsp:nvSpPr>
        <dsp:cNvPr id="0" name=""/>
        <dsp:cNvSpPr/>
      </dsp:nvSpPr>
      <dsp:spPr>
        <a:xfrm>
          <a:off x="1828415" y="1335301"/>
          <a:ext cx="1635974" cy="2395574"/>
        </a:xfrm>
        <a:prstGeom prst="upArrowCallout">
          <a:avLst>
            <a:gd name="adj1" fmla="val 50000"/>
            <a:gd name="adj2" fmla="val 20000"/>
            <a:gd name="adj3" fmla="val 20000"/>
            <a:gd name="adj4" fmla="val 100000"/>
          </a:avLst>
        </a:prstGeom>
        <a:solidFill>
          <a:schemeClr val="accent5">
            <a:tint val="40000"/>
            <a:alpha val="90000"/>
            <a:hueOff val="-3513137"/>
            <a:satOff val="784"/>
            <a:lumOff val="118"/>
            <a:alphaOff val="0"/>
          </a:schemeClr>
        </a:solidFill>
        <a:ln w="19050" cap="flat" cmpd="sng" algn="ctr">
          <a:solidFill>
            <a:schemeClr val="accent5">
              <a:tint val="40000"/>
              <a:alpha val="90000"/>
              <a:hueOff val="-3513137"/>
              <a:satOff val="784"/>
              <a:lumOff val="1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Context and Annotations: </a:t>
          </a:r>
          <a:r>
            <a:rPr lang="en-US" sz="1100" kern="1200"/>
            <a:t>The additional roles of Titles and Subtitles in the Visualizations and some of the other labels for captions, annotations and legends for further understanding of the analysis. </a:t>
          </a:r>
        </a:p>
      </dsp:txBody>
      <dsp:txXfrm>
        <a:off x="1828415" y="1662496"/>
        <a:ext cx="1635974" cy="2068379"/>
      </dsp:txXfrm>
    </dsp:sp>
    <dsp:sp modelId="{B035CF91-EB3D-456E-9C2C-634341E11BB0}">
      <dsp:nvSpPr>
        <dsp:cNvPr id="0" name=""/>
        <dsp:cNvSpPr/>
      </dsp:nvSpPr>
      <dsp:spPr>
        <a:xfrm>
          <a:off x="3646165" y="815779"/>
          <a:ext cx="1635974" cy="72"/>
        </a:xfrm>
        <a:prstGeom prst="rect">
          <a:avLst/>
        </a:prstGeom>
        <a:solidFill>
          <a:schemeClr val="accent5">
            <a:tint val="40000"/>
            <a:alpha val="90000"/>
            <a:hueOff val="-4215764"/>
            <a:satOff val="941"/>
            <a:lumOff val="142"/>
            <a:alphaOff val="0"/>
          </a:schemeClr>
        </a:solidFill>
        <a:ln w="19050" cap="flat" cmpd="sng" algn="ctr">
          <a:solidFill>
            <a:schemeClr val="accent5">
              <a:tint val="40000"/>
              <a:alpha val="90000"/>
              <a:hueOff val="-4215764"/>
              <a:satOff val="941"/>
              <a:lumOff val="1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CFF1191A-F792-4547-9DA1-8BA6A1E8D40B}">
      <dsp:nvSpPr>
        <dsp:cNvPr id="0" name=""/>
        <dsp:cNvSpPr/>
      </dsp:nvSpPr>
      <dsp:spPr>
        <a:xfrm>
          <a:off x="5325765" y="754678"/>
          <a:ext cx="83616" cy="157207"/>
        </a:xfrm>
        <a:prstGeom prst="chevron">
          <a:avLst>
            <a:gd name="adj" fmla="val 90000"/>
          </a:avLst>
        </a:prstGeom>
        <a:solidFill>
          <a:schemeClr val="accent5">
            <a:tint val="40000"/>
            <a:alpha val="90000"/>
            <a:hueOff val="-4918392"/>
            <a:satOff val="1098"/>
            <a:lumOff val="165"/>
            <a:alphaOff val="0"/>
          </a:schemeClr>
        </a:solidFill>
        <a:ln w="19050" cap="flat" cmpd="sng" algn="ctr">
          <a:solidFill>
            <a:schemeClr val="accent5">
              <a:tint val="40000"/>
              <a:alpha val="90000"/>
              <a:hueOff val="-4918392"/>
              <a:satOff val="1098"/>
              <a:lumOff val="1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F9C1B2-175F-410C-953E-532239C25DD3}">
      <dsp:nvSpPr>
        <dsp:cNvPr id="0" name=""/>
        <dsp:cNvSpPr/>
      </dsp:nvSpPr>
      <dsp:spPr>
        <a:xfrm>
          <a:off x="4110266" y="461928"/>
          <a:ext cx="707772" cy="707772"/>
        </a:xfrm>
        <a:prstGeom prst="ellipse">
          <a:avLst/>
        </a:prstGeom>
        <a:solidFill>
          <a:schemeClr val="accent5">
            <a:hueOff val="-4860860"/>
            <a:satOff val="-330"/>
            <a:lumOff val="784"/>
            <a:alphaOff val="0"/>
          </a:schemeClr>
        </a:solidFill>
        <a:ln w="19050" cap="flat" cmpd="sng" algn="ctr">
          <a:solidFill>
            <a:schemeClr val="accent5">
              <a:hueOff val="-4860860"/>
              <a:satOff val="-330"/>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3</a:t>
          </a:r>
        </a:p>
      </dsp:txBody>
      <dsp:txXfrm>
        <a:off x="4213917" y="565579"/>
        <a:ext cx="500470" cy="500470"/>
      </dsp:txXfrm>
    </dsp:sp>
    <dsp:sp modelId="{8B166536-6076-48CC-BF77-C53ADB142995}">
      <dsp:nvSpPr>
        <dsp:cNvPr id="0" name=""/>
        <dsp:cNvSpPr/>
      </dsp:nvSpPr>
      <dsp:spPr>
        <a:xfrm>
          <a:off x="3646165" y="1335301"/>
          <a:ext cx="1635974" cy="2395574"/>
        </a:xfrm>
        <a:prstGeom prst="upArrowCallout">
          <a:avLst>
            <a:gd name="adj1" fmla="val 50000"/>
            <a:gd name="adj2" fmla="val 20000"/>
            <a:gd name="adj3" fmla="val 20000"/>
            <a:gd name="adj4" fmla="val 100000"/>
          </a:avLst>
        </a:prstGeom>
        <a:solidFill>
          <a:schemeClr val="accent5">
            <a:tint val="40000"/>
            <a:alpha val="90000"/>
            <a:hueOff val="-5621019"/>
            <a:satOff val="1255"/>
            <a:lumOff val="189"/>
            <a:alphaOff val="0"/>
          </a:schemeClr>
        </a:solidFill>
        <a:ln w="19050" cap="flat" cmpd="sng" algn="ctr">
          <a:solidFill>
            <a:schemeClr val="accent5">
              <a:tint val="40000"/>
              <a:alpha val="90000"/>
              <a:hueOff val="-5621019"/>
              <a:satOff val="1255"/>
              <a:lumOff val="1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Tools and Platforms: </a:t>
          </a:r>
          <a:r>
            <a:rPr lang="en-US" sz="1100" kern="1200"/>
            <a:t>Software that falls under "Other Tools and Applications while developing visualization" Some of the prominent ones are , and more TableauPower BI programming languages and Libraries are D3. js ,Matplotlib and more. </a:t>
          </a:r>
        </a:p>
      </dsp:txBody>
      <dsp:txXfrm>
        <a:off x="3646165" y="1662496"/>
        <a:ext cx="1635974" cy="2068379"/>
      </dsp:txXfrm>
    </dsp:sp>
    <dsp:sp modelId="{9A4F99C5-397D-4287-990A-08118F0344F8}">
      <dsp:nvSpPr>
        <dsp:cNvPr id="0" name=""/>
        <dsp:cNvSpPr/>
      </dsp:nvSpPr>
      <dsp:spPr>
        <a:xfrm>
          <a:off x="5463914" y="815779"/>
          <a:ext cx="1635974" cy="72"/>
        </a:xfrm>
        <a:prstGeom prst="rect">
          <a:avLst/>
        </a:prstGeom>
        <a:solidFill>
          <a:schemeClr val="accent5">
            <a:tint val="40000"/>
            <a:alpha val="90000"/>
            <a:hueOff val="-6323647"/>
            <a:satOff val="1412"/>
            <a:lumOff val="212"/>
            <a:alphaOff val="0"/>
          </a:schemeClr>
        </a:solidFill>
        <a:ln w="19050" cap="flat" cmpd="sng" algn="ctr">
          <a:solidFill>
            <a:schemeClr val="accent5">
              <a:tint val="40000"/>
              <a:alpha val="90000"/>
              <a:hueOff val="-6323647"/>
              <a:satOff val="1412"/>
              <a:lumOff val="212"/>
              <a:alphaOff val="0"/>
            </a:schemeClr>
          </a:solidFill>
          <a:prstDash val="solid"/>
          <a:miter lim="800000"/>
        </a:ln>
        <a:effectLst/>
      </dsp:spPr>
      <dsp:style>
        <a:lnRef idx="2">
          <a:scrgbClr r="0" g="0" b="0"/>
        </a:lnRef>
        <a:fillRef idx="1">
          <a:scrgbClr r="0" g="0" b="0"/>
        </a:fillRef>
        <a:effectRef idx="0">
          <a:scrgbClr r="0" g="0" b="0"/>
        </a:effectRef>
        <a:fontRef idx="minor"/>
      </dsp:style>
    </dsp:sp>
    <dsp:sp modelId="{96A3722D-93B3-4248-841D-08A9C7B915EB}">
      <dsp:nvSpPr>
        <dsp:cNvPr id="0" name=""/>
        <dsp:cNvSpPr/>
      </dsp:nvSpPr>
      <dsp:spPr>
        <a:xfrm>
          <a:off x="7143514" y="754678"/>
          <a:ext cx="83616" cy="157207"/>
        </a:xfrm>
        <a:prstGeom prst="chevron">
          <a:avLst>
            <a:gd name="adj" fmla="val 90000"/>
          </a:avLst>
        </a:prstGeom>
        <a:solidFill>
          <a:schemeClr val="accent5">
            <a:tint val="40000"/>
            <a:alpha val="90000"/>
            <a:hueOff val="-7026274"/>
            <a:satOff val="1569"/>
            <a:lumOff val="236"/>
            <a:alphaOff val="0"/>
          </a:schemeClr>
        </a:solidFill>
        <a:ln w="19050" cap="flat" cmpd="sng" algn="ctr">
          <a:solidFill>
            <a:schemeClr val="accent5">
              <a:tint val="40000"/>
              <a:alpha val="90000"/>
              <a:hueOff val="-7026274"/>
              <a:satOff val="1569"/>
              <a:lumOff val="236"/>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16D782-DB4D-4410-BE00-D7F0E1DB7DBD}">
      <dsp:nvSpPr>
        <dsp:cNvPr id="0" name=""/>
        <dsp:cNvSpPr/>
      </dsp:nvSpPr>
      <dsp:spPr>
        <a:xfrm>
          <a:off x="5928015" y="461928"/>
          <a:ext cx="707772" cy="707772"/>
        </a:xfrm>
        <a:prstGeom prst="ellipse">
          <a:avLst/>
        </a:prstGeom>
        <a:solidFill>
          <a:schemeClr val="accent5">
            <a:hueOff val="-7291290"/>
            <a:satOff val="-496"/>
            <a:lumOff val="1177"/>
            <a:alphaOff val="0"/>
          </a:schemeClr>
        </a:solidFill>
        <a:ln w="19050" cap="flat" cmpd="sng" algn="ctr">
          <a:solidFill>
            <a:schemeClr val="accent5">
              <a:hueOff val="-7291290"/>
              <a:satOff val="-496"/>
              <a:lumOff val="1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4</a:t>
          </a:r>
        </a:p>
      </dsp:txBody>
      <dsp:txXfrm>
        <a:off x="6031666" y="565579"/>
        <a:ext cx="500470" cy="500470"/>
      </dsp:txXfrm>
    </dsp:sp>
    <dsp:sp modelId="{CCD06C2F-8DDB-4C82-A667-2BCBA2161EF7}">
      <dsp:nvSpPr>
        <dsp:cNvPr id="0" name=""/>
        <dsp:cNvSpPr/>
      </dsp:nvSpPr>
      <dsp:spPr>
        <a:xfrm>
          <a:off x="5463914" y="1335301"/>
          <a:ext cx="1635974" cy="2395574"/>
        </a:xfrm>
        <a:prstGeom prst="upArrowCallout">
          <a:avLst>
            <a:gd name="adj1" fmla="val 50000"/>
            <a:gd name="adj2" fmla="val 20000"/>
            <a:gd name="adj3" fmla="val 20000"/>
            <a:gd name="adj4" fmla="val 100000"/>
          </a:avLst>
        </a:prstGeom>
        <a:solidFill>
          <a:schemeClr val="accent5">
            <a:tint val="40000"/>
            <a:alpha val="90000"/>
            <a:hueOff val="-7728901"/>
            <a:satOff val="1726"/>
            <a:lumOff val="259"/>
            <a:alphaOff val="0"/>
          </a:schemeClr>
        </a:solidFill>
        <a:ln w="19050" cap="flat" cmpd="sng" algn="ctr">
          <a:solidFill>
            <a:schemeClr val="accent5">
              <a:tint val="40000"/>
              <a:alpha val="90000"/>
              <a:hueOff val="-7728901"/>
              <a:satOff val="1726"/>
              <a:lumOff val="2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Data Preparation:</a:t>
          </a:r>
          <a:r>
            <a:rPr lang="en-US" sz="1100" kern="1200"/>
            <a:t> which involves cleaning of data, that is, data Data preparation cleaning processing, data selection, data reshaping and data condensation that gets a data in the right form so that it can be analyzed and visualized. </a:t>
          </a:r>
        </a:p>
      </dsp:txBody>
      <dsp:txXfrm>
        <a:off x="5463914" y="1662496"/>
        <a:ext cx="1635974" cy="2068379"/>
      </dsp:txXfrm>
    </dsp:sp>
    <dsp:sp modelId="{C962B534-7773-40E1-A9E1-288AEBFD0696}">
      <dsp:nvSpPr>
        <dsp:cNvPr id="0" name=""/>
        <dsp:cNvSpPr/>
      </dsp:nvSpPr>
      <dsp:spPr>
        <a:xfrm>
          <a:off x="7281663" y="815778"/>
          <a:ext cx="1635974" cy="72"/>
        </a:xfrm>
        <a:prstGeom prst="rect">
          <a:avLst/>
        </a:prstGeom>
        <a:solidFill>
          <a:schemeClr val="accent5">
            <a:tint val="40000"/>
            <a:alpha val="90000"/>
            <a:hueOff val="-8431529"/>
            <a:satOff val="1883"/>
            <a:lumOff val="283"/>
            <a:alphaOff val="0"/>
          </a:schemeClr>
        </a:solidFill>
        <a:ln w="19050" cap="flat" cmpd="sng" algn="ctr">
          <a:solidFill>
            <a:schemeClr val="accent5">
              <a:tint val="40000"/>
              <a:alpha val="90000"/>
              <a:hueOff val="-8431529"/>
              <a:satOff val="1883"/>
              <a:lumOff val="2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429753-DFCA-4749-8C4D-EF12D4BFBCF5}">
      <dsp:nvSpPr>
        <dsp:cNvPr id="0" name=""/>
        <dsp:cNvSpPr/>
      </dsp:nvSpPr>
      <dsp:spPr>
        <a:xfrm>
          <a:off x="8961264" y="754678"/>
          <a:ext cx="83616" cy="157207"/>
        </a:xfrm>
        <a:prstGeom prst="chevron">
          <a:avLst>
            <a:gd name="adj" fmla="val 90000"/>
          </a:avLst>
        </a:prstGeom>
        <a:solidFill>
          <a:schemeClr val="accent5">
            <a:tint val="40000"/>
            <a:alpha val="90000"/>
            <a:hueOff val="-9134156"/>
            <a:satOff val="2039"/>
            <a:lumOff val="307"/>
            <a:alphaOff val="0"/>
          </a:schemeClr>
        </a:solidFill>
        <a:ln w="19050" cap="flat" cmpd="sng" algn="ctr">
          <a:solidFill>
            <a:schemeClr val="accent5">
              <a:tint val="40000"/>
              <a:alpha val="90000"/>
              <a:hueOff val="-9134156"/>
              <a:satOff val="2039"/>
              <a:lumOff val="307"/>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26A006-1898-4A0D-A8BD-6F8B16A60277}">
      <dsp:nvSpPr>
        <dsp:cNvPr id="0" name=""/>
        <dsp:cNvSpPr/>
      </dsp:nvSpPr>
      <dsp:spPr>
        <a:xfrm>
          <a:off x="7745764" y="461928"/>
          <a:ext cx="707772" cy="707772"/>
        </a:xfrm>
        <a:prstGeom prst="ellipse">
          <a:avLst/>
        </a:prstGeom>
        <a:solidFill>
          <a:schemeClr val="accent5">
            <a:hueOff val="-9721720"/>
            <a:satOff val="-661"/>
            <a:lumOff val="1569"/>
            <a:alphaOff val="0"/>
          </a:schemeClr>
        </a:solidFill>
        <a:ln w="19050" cap="flat" cmpd="sng" algn="ctr">
          <a:solidFill>
            <a:schemeClr val="accent5">
              <a:hueOff val="-9721720"/>
              <a:satOff val="-661"/>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5</a:t>
          </a:r>
        </a:p>
      </dsp:txBody>
      <dsp:txXfrm>
        <a:off x="7849415" y="565579"/>
        <a:ext cx="500470" cy="500470"/>
      </dsp:txXfrm>
    </dsp:sp>
    <dsp:sp modelId="{B0C2461F-363F-416E-8327-E390A538ABE1}">
      <dsp:nvSpPr>
        <dsp:cNvPr id="0" name=""/>
        <dsp:cNvSpPr/>
      </dsp:nvSpPr>
      <dsp:spPr>
        <a:xfrm>
          <a:off x="7281663" y="1335301"/>
          <a:ext cx="1635974" cy="2395574"/>
        </a:xfrm>
        <a:prstGeom prst="upArrowCallout">
          <a:avLst>
            <a:gd name="adj1" fmla="val 50000"/>
            <a:gd name="adj2" fmla="val 20000"/>
            <a:gd name="adj3" fmla="val 20000"/>
            <a:gd name="adj4" fmla="val 100000"/>
          </a:avLst>
        </a:prstGeom>
        <a:solidFill>
          <a:schemeClr val="accent5">
            <a:tint val="40000"/>
            <a:alpha val="90000"/>
            <a:hueOff val="-9836784"/>
            <a:satOff val="2196"/>
            <a:lumOff val="330"/>
            <a:alphaOff val="0"/>
          </a:schemeClr>
        </a:solidFill>
        <a:ln w="19050" cap="flat" cmpd="sng" algn="ctr">
          <a:solidFill>
            <a:schemeClr val="accent5">
              <a:tint val="40000"/>
              <a:alpha val="90000"/>
              <a:hueOff val="-9836784"/>
              <a:satOff val="2196"/>
              <a:lumOff val="3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Data Exploration: </a:t>
          </a:r>
          <a:r>
            <a:rPr lang="en-US" sz="1100" kern="1200"/>
            <a:t>Simple methods for analyzing the data for searching the pattern, trend, noise, similarity and correlation other than the techniques. </a:t>
          </a:r>
        </a:p>
      </dsp:txBody>
      <dsp:txXfrm>
        <a:off x="7281663" y="1662496"/>
        <a:ext cx="1635974" cy="2068379"/>
      </dsp:txXfrm>
    </dsp:sp>
    <dsp:sp modelId="{113567A8-3232-459E-8730-43C113271694}">
      <dsp:nvSpPr>
        <dsp:cNvPr id="0" name=""/>
        <dsp:cNvSpPr/>
      </dsp:nvSpPr>
      <dsp:spPr>
        <a:xfrm>
          <a:off x="9099413" y="815778"/>
          <a:ext cx="817987" cy="72"/>
        </a:xfrm>
        <a:prstGeom prst="rect">
          <a:avLst/>
        </a:prstGeom>
        <a:solidFill>
          <a:schemeClr val="accent5">
            <a:tint val="40000"/>
            <a:alpha val="90000"/>
            <a:hueOff val="-10539411"/>
            <a:satOff val="2353"/>
            <a:lumOff val="354"/>
            <a:alphaOff val="0"/>
          </a:schemeClr>
        </a:solidFill>
        <a:ln w="19050" cap="flat" cmpd="sng" algn="ctr">
          <a:solidFill>
            <a:schemeClr val="accent5">
              <a:tint val="40000"/>
              <a:alpha val="90000"/>
              <a:hueOff val="-10539411"/>
              <a:satOff val="2353"/>
              <a:lumOff val="3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487EE1-D1E6-4D28-A43D-33D52D2F523E}">
      <dsp:nvSpPr>
        <dsp:cNvPr id="0" name=""/>
        <dsp:cNvSpPr/>
      </dsp:nvSpPr>
      <dsp:spPr>
        <a:xfrm>
          <a:off x="9563514" y="461928"/>
          <a:ext cx="707772" cy="707772"/>
        </a:xfrm>
        <a:prstGeom prst="ellips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66" tIns="27466" rIns="27466" bIns="27466" numCol="1" spcCol="1270" anchor="ctr" anchorCtr="0">
          <a:noAutofit/>
        </a:bodyPr>
        <a:lstStyle/>
        <a:p>
          <a:pPr marL="0" lvl="0" indent="0" algn="ctr" defTabSz="1377950">
            <a:lnSpc>
              <a:spcPct val="90000"/>
            </a:lnSpc>
            <a:spcBef>
              <a:spcPct val="0"/>
            </a:spcBef>
            <a:spcAft>
              <a:spcPct val="35000"/>
            </a:spcAft>
            <a:buNone/>
          </a:pPr>
          <a:r>
            <a:rPr lang="en-US" sz="3100" kern="1200"/>
            <a:t>6</a:t>
          </a:r>
        </a:p>
      </dsp:txBody>
      <dsp:txXfrm>
        <a:off x="9667165" y="565579"/>
        <a:ext cx="500470" cy="500470"/>
      </dsp:txXfrm>
    </dsp:sp>
    <dsp:sp modelId="{F0348B9F-3793-4B61-B763-9B5F74437F78}">
      <dsp:nvSpPr>
        <dsp:cNvPr id="0" name=""/>
        <dsp:cNvSpPr/>
      </dsp:nvSpPr>
      <dsp:spPr>
        <a:xfrm>
          <a:off x="9099413" y="1335301"/>
          <a:ext cx="1635974" cy="2395574"/>
        </a:xfrm>
        <a:prstGeom prst="upArrowCallout">
          <a:avLst>
            <a:gd name="adj1" fmla="val 50000"/>
            <a:gd name="adj2" fmla="val 20000"/>
            <a:gd name="adj3" fmla="val 20000"/>
            <a:gd name="adj4" fmla="val 100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047" tIns="165100" rIns="129047" bIns="165100" numCol="1" spcCol="1270" anchor="t" anchorCtr="0">
          <a:noAutofit/>
        </a:bodyPr>
        <a:lstStyle/>
        <a:p>
          <a:pPr marL="0" lvl="0" indent="0" algn="l" defTabSz="488950">
            <a:lnSpc>
              <a:spcPct val="90000"/>
            </a:lnSpc>
            <a:spcBef>
              <a:spcPct val="0"/>
            </a:spcBef>
            <a:spcAft>
              <a:spcPct val="35000"/>
            </a:spcAft>
            <a:buNone/>
          </a:pPr>
          <a:r>
            <a:rPr lang="en-US" sz="1100" b="1" kern="1200"/>
            <a:t>Dashboarding: </a:t>
          </a:r>
          <a:r>
            <a:rPr lang="en-US" sz="1100" kern="1200"/>
            <a:t>An aggregate display of the two screens to give an overall view of the data collected as well as endlessly monitoring the indicators by having the two tabbed views on the same screen. </a:t>
          </a:r>
        </a:p>
      </dsp:txBody>
      <dsp:txXfrm>
        <a:off x="9099413" y="1662496"/>
        <a:ext cx="1635974" cy="20683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F17F61-C98B-4194-A92D-C18752ACA95B}">
      <dsp:nvSpPr>
        <dsp:cNvPr id="0" name=""/>
        <dsp:cNvSpPr/>
      </dsp:nvSpPr>
      <dsp:spPr>
        <a:xfrm>
          <a:off x="0" y="669560"/>
          <a:ext cx="6666833" cy="9898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Intuitive: Presenting a graph as a node-link structure instantly makes sense, even to people who have never worked with graphs before.</a:t>
          </a:r>
        </a:p>
      </dsp:txBody>
      <dsp:txXfrm>
        <a:off x="48319" y="717879"/>
        <a:ext cx="6570195" cy="893182"/>
      </dsp:txXfrm>
    </dsp:sp>
    <dsp:sp modelId="{E4ACB95C-D1A2-4D86-BC81-4BE639834B8F}">
      <dsp:nvSpPr>
        <dsp:cNvPr id="0" name=""/>
        <dsp:cNvSpPr/>
      </dsp:nvSpPr>
      <dsp:spPr>
        <a:xfrm>
          <a:off x="0" y="1711220"/>
          <a:ext cx="6666833" cy="98982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Fast: It is fast because our brains are great at identifying patterns, but only when data is presented in a tangible format. Armed with visualization, we can spot trends and outliers very effectively.</a:t>
          </a:r>
        </a:p>
      </dsp:txBody>
      <dsp:txXfrm>
        <a:off x="48319" y="1759539"/>
        <a:ext cx="6570195" cy="893182"/>
      </dsp:txXfrm>
    </dsp:sp>
    <dsp:sp modelId="{A21BF2F6-8E2E-4383-8DE1-767E67405634}">
      <dsp:nvSpPr>
        <dsp:cNvPr id="0" name=""/>
        <dsp:cNvSpPr/>
      </dsp:nvSpPr>
      <dsp:spPr>
        <a:xfrm>
          <a:off x="0" y="2752880"/>
          <a:ext cx="6666833" cy="98982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Flexible: The world is densely connected, so as long as there is an interesting relationship in your data somewhere, you will find value in graph visualization.</a:t>
          </a:r>
        </a:p>
      </dsp:txBody>
      <dsp:txXfrm>
        <a:off x="48319" y="2801199"/>
        <a:ext cx="6570195" cy="893182"/>
      </dsp:txXfrm>
    </dsp:sp>
    <dsp:sp modelId="{DCBD99F9-D1B5-4BDF-A414-D4C5B3A6AA7D}">
      <dsp:nvSpPr>
        <dsp:cNvPr id="0" name=""/>
        <dsp:cNvSpPr/>
      </dsp:nvSpPr>
      <dsp:spPr>
        <a:xfrm>
          <a:off x="0" y="3794539"/>
          <a:ext cx="6666833" cy="98982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Insightful: Exploring graph data interactively allows users to gain more in-depth knowledge, understand the context and ask more questions, compared to static visualization or raw data.</a:t>
          </a:r>
        </a:p>
      </dsp:txBody>
      <dsp:txXfrm>
        <a:off x="48319" y="3842858"/>
        <a:ext cx="6570195" cy="8931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91C92-CD92-421F-A0DB-396E1F5DF947}">
      <dsp:nvSpPr>
        <dsp:cNvPr id="0" name=""/>
        <dsp:cNvSpPr/>
      </dsp:nvSpPr>
      <dsp:spPr>
        <a:xfrm>
          <a:off x="1963800" y="54895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D3CBB4-4326-4997-B2A7-5ED37BA35F1C}">
      <dsp:nvSpPr>
        <dsp:cNvPr id="0" name=""/>
        <dsp:cNvSpPr/>
      </dsp:nvSpPr>
      <dsp:spPr>
        <a:xfrm>
          <a:off x="559800" y="224254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a:t>Trend Analysis (Showing changes over time)</a:t>
          </a:r>
        </a:p>
      </dsp:txBody>
      <dsp:txXfrm>
        <a:off x="559800" y="2242540"/>
        <a:ext cx="4320000" cy="648000"/>
      </dsp:txXfrm>
    </dsp:sp>
    <dsp:sp modelId="{3558396E-89F2-4826-A3B4-E50EA17311DF}">
      <dsp:nvSpPr>
        <dsp:cNvPr id="0" name=""/>
        <dsp:cNvSpPr/>
      </dsp:nvSpPr>
      <dsp:spPr>
        <a:xfrm>
          <a:off x="559800" y="2974996"/>
          <a:ext cx="4320000" cy="1796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US" sz="1500" b="1" kern="1200"/>
            <a:t>Charts:</a:t>
          </a:r>
          <a:r>
            <a:rPr lang="en-US" sz="1500" kern="1200"/>
            <a:t> Line charts, bar charts, sparklines, motion charts, scatter plots.</a:t>
          </a:r>
        </a:p>
        <a:p>
          <a:pPr marL="0" lvl="0" indent="0" algn="l" defTabSz="666750">
            <a:lnSpc>
              <a:spcPct val="100000"/>
            </a:lnSpc>
            <a:spcBef>
              <a:spcPct val="0"/>
            </a:spcBef>
            <a:spcAft>
              <a:spcPct val="35000"/>
            </a:spcAft>
            <a:buNone/>
          </a:pPr>
          <a:r>
            <a:rPr lang="en-US" sz="1500" kern="1200"/>
            <a:t>Visual suggestion:</a:t>
          </a:r>
        </a:p>
        <a:p>
          <a:pPr marL="114300" lvl="1" indent="-114300" algn="l" defTabSz="666750">
            <a:lnSpc>
              <a:spcPct val="90000"/>
            </a:lnSpc>
            <a:spcBef>
              <a:spcPct val="0"/>
            </a:spcBef>
            <a:spcAft>
              <a:spcPct val="15000"/>
            </a:spcAft>
            <a:buChar char="•"/>
          </a:pPr>
          <a:r>
            <a:rPr lang="en-US" sz="1500" kern="1200"/>
            <a:t>Show a </a:t>
          </a:r>
          <a:r>
            <a:rPr lang="en-US" sz="1500" b="1" kern="1200"/>
            <a:t>line chart</a:t>
          </a:r>
          <a:r>
            <a:rPr lang="en-US" sz="1500" kern="1200"/>
            <a:t> example with a rising trend.</a:t>
          </a:r>
        </a:p>
        <a:p>
          <a:pPr marL="114300" lvl="1" indent="-114300" algn="l" defTabSz="666750">
            <a:lnSpc>
              <a:spcPct val="90000"/>
            </a:lnSpc>
            <a:spcBef>
              <a:spcPct val="0"/>
            </a:spcBef>
            <a:spcAft>
              <a:spcPct val="15000"/>
            </a:spcAft>
            <a:buChar char="•"/>
          </a:pPr>
          <a:r>
            <a:rPr lang="en-US" sz="1500" kern="1200"/>
            <a:t>Include a </a:t>
          </a:r>
          <a:r>
            <a:rPr lang="en-US" sz="1500" b="1" kern="1200"/>
            <a:t>sparkline</a:t>
          </a:r>
          <a:r>
            <a:rPr lang="en-US" sz="1500" kern="1200"/>
            <a:t> in a small dashboard panel.</a:t>
          </a:r>
        </a:p>
        <a:p>
          <a:pPr marL="114300" lvl="1" indent="-114300" algn="l" defTabSz="666750">
            <a:lnSpc>
              <a:spcPct val="90000"/>
            </a:lnSpc>
            <a:spcBef>
              <a:spcPct val="0"/>
            </a:spcBef>
            <a:spcAft>
              <a:spcPct val="15000"/>
            </a:spcAft>
            <a:buChar char="•"/>
          </a:pPr>
          <a:r>
            <a:rPr lang="en-US" sz="1500" kern="1200"/>
            <a:t>Optional: a </a:t>
          </a:r>
          <a:r>
            <a:rPr lang="en-US" sz="1500" b="1" kern="1200"/>
            <a:t>motion chart GIF</a:t>
          </a:r>
          <a:r>
            <a:rPr lang="en-US" sz="1500" kern="1200"/>
            <a:t> showing multiple trends over time.</a:t>
          </a:r>
        </a:p>
      </dsp:txBody>
      <dsp:txXfrm>
        <a:off x="559800" y="2974996"/>
        <a:ext cx="4320000" cy="1796768"/>
      </dsp:txXfrm>
    </dsp:sp>
    <dsp:sp modelId="{6BEDFCCB-D55C-4C9F-AEFB-944B6F931A79}">
      <dsp:nvSpPr>
        <dsp:cNvPr id="0" name=""/>
        <dsp:cNvSpPr/>
      </dsp:nvSpPr>
      <dsp:spPr>
        <a:xfrm>
          <a:off x="7039800" y="54895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372C56-0624-4A72-8FCC-A8979E243FC9}">
      <dsp:nvSpPr>
        <dsp:cNvPr id="0" name=""/>
        <dsp:cNvSpPr/>
      </dsp:nvSpPr>
      <dsp:spPr>
        <a:xfrm>
          <a:off x="5635800" y="224254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a:t>Correlation (Finding relationships between variables)</a:t>
          </a:r>
        </a:p>
      </dsp:txBody>
      <dsp:txXfrm>
        <a:off x="5635800" y="2242540"/>
        <a:ext cx="4320000" cy="648000"/>
      </dsp:txXfrm>
    </dsp:sp>
    <dsp:sp modelId="{7BBB52AF-04DC-4817-A3C8-A72770EB0D71}">
      <dsp:nvSpPr>
        <dsp:cNvPr id="0" name=""/>
        <dsp:cNvSpPr/>
      </dsp:nvSpPr>
      <dsp:spPr>
        <a:xfrm>
          <a:off x="5635800" y="2974996"/>
          <a:ext cx="4320000" cy="1796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US" sz="1500" b="1" kern="1200"/>
            <a:t>Charts:</a:t>
          </a:r>
          <a:r>
            <a:rPr lang="en-US" sz="1500" kern="1200"/>
            <a:t> Scatter plot, bubble chart, heatmap.</a:t>
          </a:r>
        </a:p>
        <a:p>
          <a:pPr marL="0" lvl="0" indent="0" algn="l" defTabSz="666750">
            <a:lnSpc>
              <a:spcPct val="100000"/>
            </a:lnSpc>
            <a:spcBef>
              <a:spcPct val="0"/>
            </a:spcBef>
            <a:spcAft>
              <a:spcPct val="35000"/>
            </a:spcAft>
            <a:buNone/>
          </a:pPr>
          <a:r>
            <a:rPr lang="en-US" sz="1500" kern="1200"/>
            <a:t>Visual suggestion:</a:t>
          </a:r>
        </a:p>
        <a:p>
          <a:pPr marL="114300" lvl="1" indent="-114300" algn="l" defTabSz="666750">
            <a:lnSpc>
              <a:spcPct val="90000"/>
            </a:lnSpc>
            <a:spcBef>
              <a:spcPct val="0"/>
            </a:spcBef>
            <a:spcAft>
              <a:spcPct val="15000"/>
            </a:spcAft>
            <a:buChar char="•"/>
          </a:pPr>
          <a:r>
            <a:rPr lang="en-US" sz="1500" kern="1200"/>
            <a:t>Scatter plot with clear correlation vs. no correlation.</a:t>
          </a:r>
        </a:p>
        <a:p>
          <a:pPr marL="114300" lvl="1" indent="-114300" algn="l" defTabSz="666750">
            <a:lnSpc>
              <a:spcPct val="90000"/>
            </a:lnSpc>
            <a:spcBef>
              <a:spcPct val="0"/>
            </a:spcBef>
            <a:spcAft>
              <a:spcPct val="15000"/>
            </a:spcAft>
            <a:buChar char="•"/>
          </a:pPr>
          <a:r>
            <a:rPr lang="en-US" sz="1500" kern="1200"/>
            <a:t>Bubble chart showing three variables (x, y, size).</a:t>
          </a:r>
        </a:p>
        <a:p>
          <a:pPr marL="114300" lvl="1" indent="-114300" algn="l" defTabSz="666750">
            <a:lnSpc>
              <a:spcPct val="90000"/>
            </a:lnSpc>
            <a:spcBef>
              <a:spcPct val="0"/>
            </a:spcBef>
            <a:spcAft>
              <a:spcPct val="15000"/>
            </a:spcAft>
            <a:buChar char="•"/>
          </a:pPr>
          <a:r>
            <a:rPr lang="en-US" sz="1500" kern="1200"/>
            <a:t>Heatmap matrix for multiple correlations.</a:t>
          </a:r>
        </a:p>
      </dsp:txBody>
      <dsp:txXfrm>
        <a:off x="5635800" y="2974996"/>
        <a:ext cx="4320000" cy="17967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BB076C-AD18-4599-9E78-E9692B4B40D3}">
      <dsp:nvSpPr>
        <dsp:cNvPr id="0" name=""/>
        <dsp:cNvSpPr/>
      </dsp:nvSpPr>
      <dsp:spPr>
        <a:xfrm>
          <a:off x="2173131" y="143597"/>
          <a:ext cx="1510523" cy="13662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47C689-B9CE-482E-8E3A-82E6FC6C6098}">
      <dsp:nvSpPr>
        <dsp:cNvPr id="0" name=""/>
        <dsp:cNvSpPr/>
      </dsp:nvSpPr>
      <dsp:spPr>
        <a:xfrm>
          <a:off x="770502" y="1672938"/>
          <a:ext cx="4315781" cy="585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3. Part-to-Whole (Showing proportions of a whole)</a:t>
          </a:r>
        </a:p>
      </dsp:txBody>
      <dsp:txXfrm>
        <a:off x="770502" y="1672938"/>
        <a:ext cx="4315781" cy="585543"/>
      </dsp:txXfrm>
    </dsp:sp>
    <dsp:sp modelId="{45FE25B8-9C42-4068-B43D-4AA37969CE5B}">
      <dsp:nvSpPr>
        <dsp:cNvPr id="0" name=""/>
        <dsp:cNvSpPr/>
      </dsp:nvSpPr>
      <dsp:spPr>
        <a:xfrm>
          <a:off x="770502" y="2334329"/>
          <a:ext cx="4315781" cy="1714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b="1" kern="1200"/>
            <a:t>Charts:</a:t>
          </a:r>
          <a:r>
            <a:rPr lang="en-US" sz="1500" kern="1200"/>
            <a:t> Pie chart, stacked bar, side-by-side bar, tree map, square pie.</a:t>
          </a:r>
        </a:p>
        <a:p>
          <a:pPr marL="0" lvl="0" indent="0" algn="l" defTabSz="666750">
            <a:lnSpc>
              <a:spcPct val="90000"/>
            </a:lnSpc>
            <a:spcBef>
              <a:spcPct val="0"/>
            </a:spcBef>
            <a:spcAft>
              <a:spcPct val="35000"/>
            </a:spcAft>
            <a:buNone/>
          </a:pPr>
          <a:r>
            <a:rPr lang="en-US" sz="1500" kern="1200"/>
            <a:t>Visual suggestion:</a:t>
          </a:r>
        </a:p>
        <a:p>
          <a:pPr marL="114300" lvl="1" indent="-114300" algn="l" defTabSz="666750">
            <a:lnSpc>
              <a:spcPct val="90000"/>
            </a:lnSpc>
            <a:spcBef>
              <a:spcPct val="0"/>
            </a:spcBef>
            <a:spcAft>
              <a:spcPct val="15000"/>
            </a:spcAft>
            <a:buChar char="•"/>
          </a:pPr>
          <a:r>
            <a:rPr lang="en-US" sz="1500" kern="1200"/>
            <a:t>Side-by-side pie and stacked bar for comparison.</a:t>
          </a:r>
        </a:p>
        <a:p>
          <a:pPr marL="114300" lvl="1" indent="-114300" algn="l" defTabSz="666750">
            <a:lnSpc>
              <a:spcPct val="90000"/>
            </a:lnSpc>
            <a:spcBef>
              <a:spcPct val="0"/>
            </a:spcBef>
            <a:spcAft>
              <a:spcPct val="15000"/>
            </a:spcAft>
            <a:buChar char="•"/>
          </a:pPr>
          <a:r>
            <a:rPr lang="en-US" sz="1500" kern="1200"/>
            <a:t>Tree map showing hierarchical data.</a:t>
          </a:r>
        </a:p>
        <a:p>
          <a:pPr marL="114300" lvl="1" indent="-114300" algn="l" defTabSz="666750">
            <a:lnSpc>
              <a:spcPct val="90000"/>
            </a:lnSpc>
            <a:spcBef>
              <a:spcPct val="0"/>
            </a:spcBef>
            <a:spcAft>
              <a:spcPct val="15000"/>
            </a:spcAft>
            <a:buChar char="•"/>
          </a:pPr>
          <a:r>
            <a:rPr lang="en-US" sz="1500" kern="1200"/>
            <a:t>Use contrasting colors to differentiate categories.</a:t>
          </a:r>
        </a:p>
      </dsp:txBody>
      <dsp:txXfrm>
        <a:off x="770502" y="2334329"/>
        <a:ext cx="4315781" cy="1714877"/>
      </dsp:txXfrm>
    </dsp:sp>
    <dsp:sp modelId="{A378D75C-E3AD-402A-BBE7-41EF923FD72D}">
      <dsp:nvSpPr>
        <dsp:cNvPr id="0" name=""/>
        <dsp:cNvSpPr/>
      </dsp:nvSpPr>
      <dsp:spPr>
        <a:xfrm>
          <a:off x="7244174" y="143597"/>
          <a:ext cx="1510523" cy="13662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EC92D1-4F3B-48B1-B0A5-7B34CA11B36E}">
      <dsp:nvSpPr>
        <dsp:cNvPr id="0" name=""/>
        <dsp:cNvSpPr/>
      </dsp:nvSpPr>
      <dsp:spPr>
        <a:xfrm>
          <a:off x="5841545" y="1672938"/>
          <a:ext cx="4315781" cy="585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4. Geographical Data (Showing spatial distribution)</a:t>
          </a:r>
        </a:p>
      </dsp:txBody>
      <dsp:txXfrm>
        <a:off x="5841545" y="1672938"/>
        <a:ext cx="4315781" cy="585543"/>
      </dsp:txXfrm>
    </dsp:sp>
    <dsp:sp modelId="{0A05FEC2-2EF0-415A-947F-8AA6BFC9A82E}">
      <dsp:nvSpPr>
        <dsp:cNvPr id="0" name=""/>
        <dsp:cNvSpPr/>
      </dsp:nvSpPr>
      <dsp:spPr>
        <a:xfrm>
          <a:off x="5841545" y="2334329"/>
          <a:ext cx="4315781" cy="1714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b="1" kern="1200"/>
            <a:t>Charts:</a:t>
          </a:r>
          <a:r>
            <a:rPr lang="en-US" sz="1500" kern="1200"/>
            <a:t> Choropleth map, symbol map, map with embedded pie/bar charts.</a:t>
          </a:r>
        </a:p>
        <a:p>
          <a:pPr marL="0" lvl="0" indent="0" algn="ctr" defTabSz="666750">
            <a:lnSpc>
              <a:spcPct val="90000"/>
            </a:lnSpc>
            <a:spcBef>
              <a:spcPct val="0"/>
            </a:spcBef>
            <a:spcAft>
              <a:spcPct val="35000"/>
            </a:spcAft>
            <a:buNone/>
          </a:pPr>
          <a:r>
            <a:rPr lang="en-US" sz="1500" kern="1200"/>
            <a:t>Visual suggestion:</a:t>
          </a:r>
        </a:p>
        <a:p>
          <a:pPr marL="0" lvl="0" indent="0" algn="ctr" defTabSz="666750">
            <a:lnSpc>
              <a:spcPct val="90000"/>
            </a:lnSpc>
            <a:spcBef>
              <a:spcPct val="0"/>
            </a:spcBef>
            <a:spcAft>
              <a:spcPct val="35000"/>
            </a:spcAft>
            <a:buNone/>
          </a:pPr>
          <a:r>
            <a:rPr lang="en-US" sz="1500" kern="1200"/>
            <a:t>Map of a country/region with color intensity representing values.</a:t>
          </a:r>
        </a:p>
        <a:p>
          <a:pPr marL="0" lvl="0" indent="0" algn="ctr" defTabSz="666750">
            <a:lnSpc>
              <a:spcPct val="90000"/>
            </a:lnSpc>
            <a:spcBef>
              <a:spcPct val="0"/>
            </a:spcBef>
            <a:spcAft>
              <a:spcPct val="35000"/>
            </a:spcAft>
            <a:buNone/>
          </a:pPr>
          <a:r>
            <a:rPr lang="en-US" sz="1500" kern="1200"/>
            <a:t>Pie charts overlaid on map to show breakdown by region.</a:t>
          </a:r>
        </a:p>
      </dsp:txBody>
      <dsp:txXfrm>
        <a:off x="5841545" y="2334329"/>
        <a:ext cx="4315781" cy="17148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3E1C5-8F36-4281-88EF-5DCAE1ED9BF9}">
      <dsp:nvSpPr>
        <dsp:cNvPr id="0" name=""/>
        <dsp:cNvSpPr/>
      </dsp:nvSpPr>
      <dsp:spPr>
        <a:xfrm>
          <a:off x="2185565" y="1965"/>
          <a:ext cx="8742263" cy="56914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Too much complexity: Trying to show every detail at once overwhelms users.</a:t>
          </a:r>
          <a:br>
            <a:rPr lang="en-US" sz="1100" kern="1200"/>
          </a:br>
          <a:r>
            <a:rPr lang="en-US" sz="1100" kern="1200"/>
            <a:t>Tip: Start with an MVP (Minimum Viable Product) — just the most important metrics and charts. Build, test, and improve step by step.</a:t>
          </a:r>
        </a:p>
      </dsp:txBody>
      <dsp:txXfrm>
        <a:off x="2185565" y="1965"/>
        <a:ext cx="8742263" cy="569140"/>
      </dsp:txXfrm>
    </dsp:sp>
    <dsp:sp modelId="{739B8FC1-B4A5-4D73-A66B-627B05AE29DE}">
      <dsp:nvSpPr>
        <dsp:cNvPr id="0" name=""/>
        <dsp:cNvSpPr/>
      </dsp:nvSpPr>
      <dsp:spPr>
        <a:xfrm>
          <a:off x="0" y="1965"/>
          <a:ext cx="2185565" cy="56914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Start</a:t>
          </a:r>
        </a:p>
      </dsp:txBody>
      <dsp:txXfrm>
        <a:off x="0" y="1965"/>
        <a:ext cx="2185565" cy="569140"/>
      </dsp:txXfrm>
    </dsp:sp>
    <dsp:sp modelId="{7F15E958-A876-406F-AC41-A8A9979B3B41}">
      <dsp:nvSpPr>
        <dsp:cNvPr id="0" name=""/>
        <dsp:cNvSpPr/>
      </dsp:nvSpPr>
      <dsp:spPr>
        <a:xfrm>
          <a:off x="2185565" y="605254"/>
          <a:ext cx="8742263" cy="569140"/>
        </a:xfrm>
        <a:prstGeom prst="rect">
          <a:avLst/>
        </a:prstGeom>
        <a:solidFill>
          <a:schemeClr val="accent2">
            <a:tint val="40000"/>
            <a:alpha val="90000"/>
            <a:hueOff val="1122453"/>
            <a:satOff val="-10372"/>
            <a:lumOff val="-1169"/>
            <a:alphaOff val="0"/>
          </a:schemeClr>
        </a:solidFill>
        <a:ln w="19050" cap="flat" cmpd="sng" algn="ctr">
          <a:solidFill>
            <a:schemeClr val="accent2">
              <a:tint val="40000"/>
              <a:alpha val="90000"/>
              <a:hueOff val="1122453"/>
              <a:satOff val="-10372"/>
              <a:lumOff val="-11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Using metrics no one understands: Technical jargon or obscure numbers confuse the audience.</a:t>
          </a:r>
          <a:br>
            <a:rPr lang="en-US" sz="1100" kern="1200"/>
          </a:br>
          <a:r>
            <a:rPr lang="en-US" sz="1100" kern="1200"/>
            <a:t>Tip: Use plain language. Labels like “Active Users Last 7 Days” are clearer than “7d Monthly Active Users (MAU)”. Add explanations if needed.</a:t>
          </a:r>
        </a:p>
      </dsp:txBody>
      <dsp:txXfrm>
        <a:off x="2185565" y="605254"/>
        <a:ext cx="8742263" cy="569140"/>
      </dsp:txXfrm>
    </dsp:sp>
    <dsp:sp modelId="{F6B21DD5-4F1D-4F66-A553-025705FD5DAC}">
      <dsp:nvSpPr>
        <dsp:cNvPr id="0" name=""/>
        <dsp:cNvSpPr/>
      </dsp:nvSpPr>
      <dsp:spPr>
        <a:xfrm>
          <a:off x="0" y="605254"/>
          <a:ext cx="2185565" cy="569140"/>
        </a:xfrm>
        <a:prstGeom prst="rect">
          <a:avLst/>
        </a:prstGeom>
        <a:solidFill>
          <a:schemeClr val="accent2">
            <a:hueOff val="1073936"/>
            <a:satOff val="-3082"/>
            <a:lumOff val="-4935"/>
            <a:alphaOff val="0"/>
          </a:schemeClr>
        </a:solidFill>
        <a:ln w="19050" cap="flat" cmpd="sng" algn="ctr">
          <a:solidFill>
            <a:schemeClr val="accent2">
              <a:hueOff val="1073936"/>
              <a:satOff val="-3082"/>
              <a:lumOff val="-49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Using</a:t>
          </a:r>
        </a:p>
      </dsp:txBody>
      <dsp:txXfrm>
        <a:off x="0" y="605254"/>
        <a:ext cx="2185565" cy="569140"/>
      </dsp:txXfrm>
    </dsp:sp>
    <dsp:sp modelId="{7D227983-15E3-4F2F-8561-C5986336E74E}">
      <dsp:nvSpPr>
        <dsp:cNvPr id="0" name=""/>
        <dsp:cNvSpPr/>
      </dsp:nvSpPr>
      <dsp:spPr>
        <a:xfrm>
          <a:off x="2185565" y="1208543"/>
          <a:ext cx="8742263" cy="569140"/>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Cluttering with unimportant graphics: Fancy widgets, colors, or 3D effects can hide the main message.</a:t>
          </a:r>
          <a:br>
            <a:rPr lang="en-US" sz="1100" kern="1200"/>
          </a:br>
          <a:r>
            <a:rPr lang="en-US" sz="1100" kern="1200"/>
            <a:t>Tip: Keep visuals simple. Focus on the story you want to tell with the data. Less is more.</a:t>
          </a:r>
        </a:p>
      </dsp:txBody>
      <dsp:txXfrm>
        <a:off x="2185565" y="1208543"/>
        <a:ext cx="8742263" cy="569140"/>
      </dsp:txXfrm>
    </dsp:sp>
    <dsp:sp modelId="{897F0FE6-45DD-4D28-8BB9-B34F8CF5EF88}">
      <dsp:nvSpPr>
        <dsp:cNvPr id="0" name=""/>
        <dsp:cNvSpPr/>
      </dsp:nvSpPr>
      <dsp:spPr>
        <a:xfrm>
          <a:off x="0" y="1208543"/>
          <a:ext cx="2185565" cy="569140"/>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Cluttering</a:t>
          </a:r>
        </a:p>
      </dsp:txBody>
      <dsp:txXfrm>
        <a:off x="0" y="1208543"/>
        <a:ext cx="2185565" cy="569140"/>
      </dsp:txXfrm>
    </dsp:sp>
    <dsp:sp modelId="{BF7C5585-9498-456B-9C66-8EDCCF18DD60}">
      <dsp:nvSpPr>
        <dsp:cNvPr id="0" name=""/>
        <dsp:cNvSpPr/>
      </dsp:nvSpPr>
      <dsp:spPr>
        <a:xfrm>
          <a:off x="2185565" y="1811832"/>
          <a:ext cx="8742263" cy="569140"/>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Waiting for big BI projects: Long, complex software projects can delay insights.</a:t>
          </a:r>
          <a:br>
            <a:rPr lang="en-US" sz="1100" kern="1200"/>
          </a:br>
          <a:r>
            <a:rPr lang="en-US" sz="1100" kern="1200"/>
            <a:t>Tip: Prototype quickly with small tools or spreadsheets. Iterate and improve gradually.</a:t>
          </a:r>
        </a:p>
      </dsp:txBody>
      <dsp:txXfrm>
        <a:off x="2185565" y="1811832"/>
        <a:ext cx="8742263" cy="569140"/>
      </dsp:txXfrm>
    </dsp:sp>
    <dsp:sp modelId="{89EADB53-BE56-49ED-8EC2-B234CEAE4E8A}">
      <dsp:nvSpPr>
        <dsp:cNvPr id="0" name=""/>
        <dsp:cNvSpPr/>
      </dsp:nvSpPr>
      <dsp:spPr>
        <a:xfrm>
          <a:off x="0" y="1811832"/>
          <a:ext cx="2185565" cy="569140"/>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Waiting</a:t>
          </a:r>
        </a:p>
      </dsp:txBody>
      <dsp:txXfrm>
        <a:off x="0" y="1811832"/>
        <a:ext cx="2185565" cy="569140"/>
      </dsp:txXfrm>
    </dsp:sp>
    <dsp:sp modelId="{52B5F0C2-371F-4061-9492-0D935C80E688}">
      <dsp:nvSpPr>
        <dsp:cNvPr id="0" name=""/>
        <dsp:cNvSpPr/>
      </dsp:nvSpPr>
      <dsp:spPr>
        <a:xfrm>
          <a:off x="2185565" y="2415121"/>
          <a:ext cx="8742263" cy="569140"/>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Underestimating effort: A dashboard looks simple, but it takes time to clean data, design charts, and maintain.</a:t>
          </a:r>
          <a:br>
            <a:rPr lang="en-US" sz="1100" kern="1200"/>
          </a:br>
          <a:r>
            <a:rPr lang="en-US" sz="1100" kern="1200"/>
            <a:t>Tip: Plan for ongoing updates, QA checks, and someone responsible for keeping it accurate.</a:t>
          </a:r>
        </a:p>
      </dsp:txBody>
      <dsp:txXfrm>
        <a:off x="2185565" y="2415121"/>
        <a:ext cx="8742263" cy="569140"/>
      </dsp:txXfrm>
    </dsp:sp>
    <dsp:sp modelId="{F879F416-7930-49E0-A40A-53935E8266C0}">
      <dsp:nvSpPr>
        <dsp:cNvPr id="0" name=""/>
        <dsp:cNvSpPr/>
      </dsp:nvSpPr>
      <dsp:spPr>
        <a:xfrm>
          <a:off x="0" y="2415121"/>
          <a:ext cx="2185565" cy="569140"/>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Underestimating</a:t>
          </a:r>
        </a:p>
      </dsp:txBody>
      <dsp:txXfrm>
        <a:off x="0" y="2415121"/>
        <a:ext cx="2185565" cy="569140"/>
      </dsp:txXfrm>
    </dsp:sp>
    <dsp:sp modelId="{635A0D7A-AE65-4CEB-BBAA-CE3A59A7AA2D}">
      <dsp:nvSpPr>
        <dsp:cNvPr id="0" name=""/>
        <dsp:cNvSpPr/>
      </dsp:nvSpPr>
      <dsp:spPr>
        <a:xfrm>
          <a:off x="2185565" y="3018410"/>
          <a:ext cx="8742263" cy="569140"/>
        </a:xfrm>
        <a:prstGeom prst="rect">
          <a:avLst/>
        </a:prstGeom>
        <a:solidFill>
          <a:schemeClr val="accent2">
            <a:tint val="40000"/>
            <a:alpha val="90000"/>
            <a:hueOff val="5612265"/>
            <a:satOff val="-51860"/>
            <a:lumOff val="-5846"/>
            <a:alphaOff val="0"/>
          </a:schemeClr>
        </a:solidFill>
        <a:ln w="19050" cap="flat" cmpd="sng" algn="ctr">
          <a:solidFill>
            <a:schemeClr val="accent2">
              <a:tint val="40000"/>
              <a:alpha val="90000"/>
              <a:hueOff val="5612265"/>
              <a:satOff val="-51860"/>
              <a:lumOff val="-58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Failing to match metrics to goals: Showing activity doesn’t always show impact.</a:t>
          </a:r>
          <a:br>
            <a:rPr lang="en-US" sz="1100" kern="1200"/>
          </a:br>
          <a:r>
            <a:rPr lang="en-US" sz="1100" kern="1200"/>
            <a:t>Tip: Make sure each chart connects to a real objective. For example, tracking “page views” isn’t helpful if your goal is “customer retention.”</a:t>
          </a:r>
        </a:p>
      </dsp:txBody>
      <dsp:txXfrm>
        <a:off x="2185565" y="3018410"/>
        <a:ext cx="8742263" cy="569140"/>
      </dsp:txXfrm>
    </dsp:sp>
    <dsp:sp modelId="{547EB319-FB9C-4E6A-BF1F-59A7DF669BD6}">
      <dsp:nvSpPr>
        <dsp:cNvPr id="0" name=""/>
        <dsp:cNvSpPr/>
      </dsp:nvSpPr>
      <dsp:spPr>
        <a:xfrm>
          <a:off x="0" y="3018410"/>
          <a:ext cx="2185565" cy="569140"/>
        </a:xfrm>
        <a:prstGeom prst="rect">
          <a:avLst/>
        </a:prstGeom>
        <a:solidFill>
          <a:schemeClr val="accent2">
            <a:hueOff val="5369678"/>
            <a:satOff val="-15411"/>
            <a:lumOff val="-24674"/>
            <a:alphaOff val="0"/>
          </a:schemeClr>
        </a:solidFill>
        <a:ln w="19050" cap="flat" cmpd="sng" algn="ctr">
          <a:solidFill>
            <a:schemeClr val="accent2">
              <a:hueOff val="5369678"/>
              <a:satOff val="-15411"/>
              <a:lumOff val="-2467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Failing</a:t>
          </a:r>
        </a:p>
      </dsp:txBody>
      <dsp:txXfrm>
        <a:off x="0" y="3018410"/>
        <a:ext cx="2185565" cy="569140"/>
      </dsp:txXfrm>
    </dsp:sp>
    <dsp:sp modelId="{68D9D624-1B40-44C6-923E-B1A0BA224582}">
      <dsp:nvSpPr>
        <dsp:cNvPr id="0" name=""/>
        <dsp:cNvSpPr/>
      </dsp:nvSpPr>
      <dsp:spPr>
        <a:xfrm>
          <a:off x="2185565" y="3621699"/>
          <a:ext cx="8742263" cy="56914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9624" tIns="144562" rIns="169624" bIns="144562" numCol="1" spcCol="1270" anchor="ctr" anchorCtr="0">
          <a:noAutofit/>
        </a:bodyPr>
        <a:lstStyle/>
        <a:p>
          <a:pPr marL="0" lvl="0" indent="0" algn="l" defTabSz="488950">
            <a:lnSpc>
              <a:spcPct val="90000"/>
            </a:lnSpc>
            <a:spcBef>
              <a:spcPct val="0"/>
            </a:spcBef>
            <a:spcAft>
              <a:spcPct val="35000"/>
            </a:spcAft>
            <a:buNone/>
          </a:pPr>
          <a:r>
            <a:rPr lang="en-US" sz="1100" kern="1200"/>
            <a:t>Poorly designed graphs/charts: Wrong chart type or misleading visuals can confuse or mislead.</a:t>
          </a:r>
          <a:br>
            <a:rPr lang="en-US" sz="1100" kern="1200"/>
          </a:br>
          <a:r>
            <a:rPr lang="en-US" sz="1100" kern="1200"/>
            <a:t>Tip: Match the chart type to the data. Use line charts for trends, bar charts for comparisons, and always label axes clearly.</a:t>
          </a:r>
        </a:p>
      </dsp:txBody>
      <dsp:txXfrm>
        <a:off x="2185565" y="3621699"/>
        <a:ext cx="8742263" cy="569140"/>
      </dsp:txXfrm>
    </dsp:sp>
    <dsp:sp modelId="{8BB0E5D8-FBCF-40C1-BBCA-0BF6493E1714}">
      <dsp:nvSpPr>
        <dsp:cNvPr id="0" name=""/>
        <dsp:cNvSpPr/>
      </dsp:nvSpPr>
      <dsp:spPr>
        <a:xfrm>
          <a:off x="0" y="3621699"/>
          <a:ext cx="2185565" cy="569140"/>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653" tIns="56218" rIns="115653" bIns="56218" numCol="1" spcCol="1270" anchor="ctr" anchorCtr="0">
          <a:noAutofit/>
        </a:bodyPr>
        <a:lstStyle/>
        <a:p>
          <a:pPr marL="0" lvl="0" indent="0" algn="ctr" defTabSz="622300">
            <a:lnSpc>
              <a:spcPct val="90000"/>
            </a:lnSpc>
            <a:spcBef>
              <a:spcPct val="0"/>
            </a:spcBef>
            <a:spcAft>
              <a:spcPct val="35000"/>
            </a:spcAft>
            <a:buNone/>
          </a:pPr>
          <a:r>
            <a:rPr lang="en-US" sz="1400" kern="1200"/>
            <a:t>Confuse or mislead</a:t>
          </a:r>
        </a:p>
      </dsp:txBody>
      <dsp:txXfrm>
        <a:off x="0" y="3621699"/>
        <a:ext cx="2185565" cy="5691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51A91D-A136-497F-A5BE-CD0EE055FEE2}">
      <dsp:nvSpPr>
        <dsp:cNvPr id="0" name=""/>
        <dsp:cNvSpPr/>
      </dsp:nvSpPr>
      <dsp:spPr>
        <a:xfrm>
          <a:off x="2756" y="590339"/>
          <a:ext cx="2186514" cy="306112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469" tIns="330200" rIns="170469" bIns="330200" numCol="1" spcCol="1270" anchor="t" anchorCtr="0">
          <a:noAutofit/>
        </a:bodyPr>
        <a:lstStyle/>
        <a:p>
          <a:pPr marL="0" lvl="0" indent="0" algn="l" defTabSz="533400">
            <a:lnSpc>
              <a:spcPct val="90000"/>
            </a:lnSpc>
            <a:spcBef>
              <a:spcPct val="0"/>
            </a:spcBef>
            <a:spcAft>
              <a:spcPct val="35000"/>
            </a:spcAft>
            <a:buNone/>
          </a:pPr>
          <a:r>
            <a:rPr lang="en-US" sz="1200" b="1" kern="1200"/>
            <a:t>Heat Map: </a:t>
          </a:r>
          <a:endParaRPr lang="en-US" sz="1200" kern="1200"/>
        </a:p>
        <a:p>
          <a:pPr marL="57150" lvl="1" indent="-57150" algn="l" defTabSz="400050">
            <a:lnSpc>
              <a:spcPct val="90000"/>
            </a:lnSpc>
            <a:spcBef>
              <a:spcPct val="0"/>
            </a:spcBef>
            <a:spcAft>
              <a:spcPct val="15000"/>
            </a:spcAft>
            <a:buChar char="•"/>
          </a:pPr>
          <a:r>
            <a:rPr lang="en-US" sz="900" i="1" kern="1200"/>
            <a:t>Purpose: </a:t>
          </a:r>
          <a:r>
            <a:rPr lang="en-US" sz="900" kern="1200"/>
            <a:t>Visualizing the intensity of values in a matrix. </a:t>
          </a:r>
        </a:p>
        <a:p>
          <a:pPr marL="57150" lvl="1" indent="-57150" algn="l" defTabSz="400050">
            <a:lnSpc>
              <a:spcPct val="90000"/>
            </a:lnSpc>
            <a:spcBef>
              <a:spcPct val="0"/>
            </a:spcBef>
            <a:spcAft>
              <a:spcPct val="15000"/>
            </a:spcAft>
            <a:buChar char="•"/>
          </a:pPr>
          <a:r>
            <a:rPr lang="en-US" sz="900" i="1" kern="1200"/>
            <a:t>Example: </a:t>
          </a:r>
          <a:r>
            <a:rPr lang="en-US" sz="900" kern="1200"/>
            <a:t>Heat map indicating website traffic patterns across different time slots.</a:t>
          </a:r>
        </a:p>
      </dsp:txBody>
      <dsp:txXfrm>
        <a:off x="2756" y="1753565"/>
        <a:ext cx="2186514" cy="1836672"/>
      </dsp:txXfrm>
    </dsp:sp>
    <dsp:sp modelId="{1919B1C2-BB7B-4C7A-AA37-9A4CCAC2D173}">
      <dsp:nvSpPr>
        <dsp:cNvPr id="0" name=""/>
        <dsp:cNvSpPr/>
      </dsp:nvSpPr>
      <dsp:spPr>
        <a:xfrm>
          <a:off x="636845" y="896451"/>
          <a:ext cx="918336" cy="918336"/>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97" tIns="12700" rIns="71597" bIns="12700" numCol="1" spcCol="1270" anchor="ctr" anchorCtr="0">
          <a:noAutofit/>
        </a:bodyPr>
        <a:lstStyle/>
        <a:p>
          <a:pPr marL="0" lvl="0" indent="0" algn="ctr" defTabSz="1955800">
            <a:lnSpc>
              <a:spcPct val="90000"/>
            </a:lnSpc>
            <a:spcBef>
              <a:spcPct val="0"/>
            </a:spcBef>
            <a:spcAft>
              <a:spcPct val="35000"/>
            </a:spcAft>
            <a:buNone/>
          </a:pPr>
          <a:r>
            <a:rPr lang="en-US" sz="4400" kern="1200"/>
            <a:t>1</a:t>
          </a:r>
        </a:p>
      </dsp:txBody>
      <dsp:txXfrm>
        <a:off x="771332" y="1030938"/>
        <a:ext cx="649362" cy="649362"/>
      </dsp:txXfrm>
    </dsp:sp>
    <dsp:sp modelId="{B29374A2-FB97-4716-9FC3-F60BFF29B0F5}">
      <dsp:nvSpPr>
        <dsp:cNvPr id="0" name=""/>
        <dsp:cNvSpPr/>
      </dsp:nvSpPr>
      <dsp:spPr>
        <a:xfrm>
          <a:off x="2756" y="3651388"/>
          <a:ext cx="2186514"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E6B30E-211B-4051-A10E-8F052419B927}">
      <dsp:nvSpPr>
        <dsp:cNvPr id="0" name=""/>
        <dsp:cNvSpPr/>
      </dsp:nvSpPr>
      <dsp:spPr>
        <a:xfrm>
          <a:off x="2407922" y="590339"/>
          <a:ext cx="2186514" cy="306112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469" tIns="330200" rIns="170469" bIns="330200" numCol="1" spcCol="1270" anchor="t" anchorCtr="0">
          <a:noAutofit/>
        </a:bodyPr>
        <a:lstStyle/>
        <a:p>
          <a:pPr marL="0" lvl="0" indent="0" algn="l" defTabSz="533400">
            <a:lnSpc>
              <a:spcPct val="90000"/>
            </a:lnSpc>
            <a:spcBef>
              <a:spcPct val="0"/>
            </a:spcBef>
            <a:spcAft>
              <a:spcPct val="35000"/>
            </a:spcAft>
            <a:buNone/>
          </a:pPr>
          <a:r>
            <a:rPr lang="en-US" sz="1200" b="1" kern="1200"/>
            <a:t>Scatter Plot: </a:t>
          </a:r>
          <a:endParaRPr lang="en-US" sz="1200" kern="1200"/>
        </a:p>
        <a:p>
          <a:pPr marL="57150" lvl="1" indent="-57150" algn="l" defTabSz="400050">
            <a:lnSpc>
              <a:spcPct val="90000"/>
            </a:lnSpc>
            <a:spcBef>
              <a:spcPct val="0"/>
            </a:spcBef>
            <a:spcAft>
              <a:spcPct val="15000"/>
            </a:spcAft>
            <a:buChar char="•"/>
          </a:pPr>
          <a:r>
            <a:rPr lang="en-US" sz="900" i="1" kern="1200"/>
            <a:t>Purpose: </a:t>
          </a:r>
          <a:r>
            <a:rPr lang="en-US" sz="900" kern="1200"/>
            <a:t>Revealing relationships between two variables. </a:t>
          </a:r>
        </a:p>
        <a:p>
          <a:pPr marL="57150" lvl="1" indent="-57150" algn="l" defTabSz="400050">
            <a:lnSpc>
              <a:spcPct val="90000"/>
            </a:lnSpc>
            <a:spcBef>
              <a:spcPct val="0"/>
            </a:spcBef>
            <a:spcAft>
              <a:spcPct val="15000"/>
            </a:spcAft>
            <a:buChar char="•"/>
          </a:pPr>
          <a:r>
            <a:rPr lang="en-US" sz="900" i="1" kern="1200"/>
            <a:t>Example: </a:t>
          </a:r>
          <a:r>
            <a:rPr lang="en-US" sz="900" kern="1200"/>
            <a:t>Scatter plot depicting the correlation between advertising spending and sales. </a:t>
          </a:r>
        </a:p>
      </dsp:txBody>
      <dsp:txXfrm>
        <a:off x="2407922" y="1753565"/>
        <a:ext cx="2186514" cy="1836672"/>
      </dsp:txXfrm>
    </dsp:sp>
    <dsp:sp modelId="{5229093B-3E74-4AC4-A663-F44A27E409D5}">
      <dsp:nvSpPr>
        <dsp:cNvPr id="0" name=""/>
        <dsp:cNvSpPr/>
      </dsp:nvSpPr>
      <dsp:spPr>
        <a:xfrm>
          <a:off x="3042011" y="896451"/>
          <a:ext cx="918336" cy="918336"/>
        </a:xfrm>
        <a:prstGeom prst="ellips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97" tIns="12700" rIns="71597" bIns="12700" numCol="1" spcCol="1270" anchor="ctr" anchorCtr="0">
          <a:noAutofit/>
        </a:bodyPr>
        <a:lstStyle/>
        <a:p>
          <a:pPr marL="0" lvl="0" indent="0" algn="ctr" defTabSz="1955800">
            <a:lnSpc>
              <a:spcPct val="90000"/>
            </a:lnSpc>
            <a:spcBef>
              <a:spcPct val="0"/>
            </a:spcBef>
            <a:spcAft>
              <a:spcPct val="35000"/>
            </a:spcAft>
            <a:buNone/>
          </a:pPr>
          <a:r>
            <a:rPr lang="en-US" sz="4400" kern="1200"/>
            <a:t>2</a:t>
          </a:r>
        </a:p>
      </dsp:txBody>
      <dsp:txXfrm>
        <a:off x="3176498" y="1030938"/>
        <a:ext cx="649362" cy="649362"/>
      </dsp:txXfrm>
    </dsp:sp>
    <dsp:sp modelId="{6888C3EB-DC63-4D9B-99D5-A1B9F19BF3DD}">
      <dsp:nvSpPr>
        <dsp:cNvPr id="0" name=""/>
        <dsp:cNvSpPr/>
      </dsp:nvSpPr>
      <dsp:spPr>
        <a:xfrm>
          <a:off x="2407922" y="3651388"/>
          <a:ext cx="2186514" cy="7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5C1F8C-0244-4939-8322-05FE04A6505B}">
      <dsp:nvSpPr>
        <dsp:cNvPr id="0" name=""/>
        <dsp:cNvSpPr/>
      </dsp:nvSpPr>
      <dsp:spPr>
        <a:xfrm>
          <a:off x="4813088" y="590339"/>
          <a:ext cx="2186514" cy="306112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469" tIns="330200" rIns="170469" bIns="330200" numCol="1" spcCol="1270" anchor="t" anchorCtr="0">
          <a:noAutofit/>
        </a:bodyPr>
        <a:lstStyle/>
        <a:p>
          <a:pPr marL="0" lvl="0" indent="0" algn="l" defTabSz="533400">
            <a:lnSpc>
              <a:spcPct val="90000"/>
            </a:lnSpc>
            <a:spcBef>
              <a:spcPct val="0"/>
            </a:spcBef>
            <a:spcAft>
              <a:spcPct val="35000"/>
            </a:spcAft>
            <a:buNone/>
          </a:pPr>
          <a:r>
            <a:rPr lang="en-US" sz="1200" b="1" kern="1200"/>
            <a:t>Treemap: </a:t>
          </a:r>
          <a:endParaRPr lang="en-US" sz="1200" kern="1200"/>
        </a:p>
        <a:p>
          <a:pPr marL="57150" lvl="1" indent="-57150" algn="l" defTabSz="400050">
            <a:lnSpc>
              <a:spcPct val="90000"/>
            </a:lnSpc>
            <a:spcBef>
              <a:spcPct val="0"/>
            </a:spcBef>
            <a:spcAft>
              <a:spcPct val="15000"/>
            </a:spcAft>
            <a:buChar char="•"/>
          </a:pPr>
          <a:r>
            <a:rPr lang="en-US" sz="900" i="1" kern="1200"/>
            <a:t>Purpose: </a:t>
          </a:r>
          <a:r>
            <a:rPr lang="en-US" sz="900" kern="1200"/>
            <a:t>Displaying hierarchical data using nested rectangles. </a:t>
          </a:r>
        </a:p>
        <a:p>
          <a:pPr marL="57150" lvl="1" indent="-57150" algn="l" defTabSz="400050">
            <a:lnSpc>
              <a:spcPct val="90000"/>
            </a:lnSpc>
            <a:spcBef>
              <a:spcPct val="0"/>
            </a:spcBef>
            <a:spcAft>
              <a:spcPct val="15000"/>
            </a:spcAft>
            <a:buChar char="•"/>
          </a:pPr>
          <a:r>
            <a:rPr lang="en-US" sz="900" i="1" kern="1200"/>
            <a:t>Example: </a:t>
          </a:r>
          <a:r>
            <a:rPr lang="en-US" sz="900" kern="1200"/>
            <a:t>Treemap illustrating the distribution of project budgets across departments. </a:t>
          </a:r>
        </a:p>
      </dsp:txBody>
      <dsp:txXfrm>
        <a:off x="4813088" y="1753565"/>
        <a:ext cx="2186514" cy="1836672"/>
      </dsp:txXfrm>
    </dsp:sp>
    <dsp:sp modelId="{2C27B694-CFC6-4860-B2D1-8F177E0DA9DA}">
      <dsp:nvSpPr>
        <dsp:cNvPr id="0" name=""/>
        <dsp:cNvSpPr/>
      </dsp:nvSpPr>
      <dsp:spPr>
        <a:xfrm>
          <a:off x="5447177" y="896451"/>
          <a:ext cx="918336" cy="918336"/>
        </a:xfrm>
        <a:prstGeom prst="ellips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97" tIns="12700" rIns="71597" bIns="12700" numCol="1" spcCol="1270" anchor="ctr" anchorCtr="0">
          <a:noAutofit/>
        </a:bodyPr>
        <a:lstStyle/>
        <a:p>
          <a:pPr marL="0" lvl="0" indent="0" algn="ctr" defTabSz="1955800">
            <a:lnSpc>
              <a:spcPct val="90000"/>
            </a:lnSpc>
            <a:spcBef>
              <a:spcPct val="0"/>
            </a:spcBef>
            <a:spcAft>
              <a:spcPct val="35000"/>
            </a:spcAft>
            <a:buNone/>
          </a:pPr>
          <a:r>
            <a:rPr lang="en-US" sz="4400" kern="1200"/>
            <a:t>3</a:t>
          </a:r>
        </a:p>
      </dsp:txBody>
      <dsp:txXfrm>
        <a:off x="5581664" y="1030938"/>
        <a:ext cx="649362" cy="649362"/>
      </dsp:txXfrm>
    </dsp:sp>
    <dsp:sp modelId="{A5191A9E-0AFD-4161-BB09-BEAEDD9DFF3D}">
      <dsp:nvSpPr>
        <dsp:cNvPr id="0" name=""/>
        <dsp:cNvSpPr/>
      </dsp:nvSpPr>
      <dsp:spPr>
        <a:xfrm>
          <a:off x="4813088" y="3651388"/>
          <a:ext cx="2186514" cy="7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FE1B71-79B4-414A-A4E4-5BAF26F71D6D}">
      <dsp:nvSpPr>
        <dsp:cNvPr id="0" name=""/>
        <dsp:cNvSpPr/>
      </dsp:nvSpPr>
      <dsp:spPr>
        <a:xfrm>
          <a:off x="7218254" y="590339"/>
          <a:ext cx="2186514" cy="306112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469" tIns="330200" rIns="170469" bIns="330200" numCol="1" spcCol="1270" anchor="t" anchorCtr="0">
          <a:noAutofit/>
        </a:bodyPr>
        <a:lstStyle/>
        <a:p>
          <a:pPr marL="0" lvl="0" indent="0" algn="l" defTabSz="533400">
            <a:lnSpc>
              <a:spcPct val="90000"/>
            </a:lnSpc>
            <a:spcBef>
              <a:spcPct val="0"/>
            </a:spcBef>
            <a:spcAft>
              <a:spcPct val="35000"/>
            </a:spcAft>
            <a:buNone/>
          </a:pPr>
          <a:r>
            <a:rPr lang="en-US" sz="1200" b="1" kern="1200"/>
            <a:t>Bubble Chart: </a:t>
          </a:r>
          <a:endParaRPr lang="en-US" sz="1200" kern="1200"/>
        </a:p>
        <a:p>
          <a:pPr marL="57150" lvl="1" indent="-57150" algn="l" defTabSz="400050">
            <a:lnSpc>
              <a:spcPct val="90000"/>
            </a:lnSpc>
            <a:spcBef>
              <a:spcPct val="0"/>
            </a:spcBef>
            <a:spcAft>
              <a:spcPct val="15000"/>
            </a:spcAft>
            <a:buChar char="•"/>
          </a:pPr>
          <a:r>
            <a:rPr lang="en-US" sz="900" i="1" kern="1200"/>
            <a:t>Purpose: </a:t>
          </a:r>
          <a:r>
            <a:rPr lang="en-US" sz="900" kern="1200"/>
            <a:t>Combining three dimensions into a two-dimensional space. </a:t>
          </a:r>
        </a:p>
        <a:p>
          <a:pPr marL="57150" lvl="1" indent="-57150" algn="l" defTabSz="400050">
            <a:lnSpc>
              <a:spcPct val="90000"/>
            </a:lnSpc>
            <a:spcBef>
              <a:spcPct val="0"/>
            </a:spcBef>
            <a:spcAft>
              <a:spcPct val="15000"/>
            </a:spcAft>
            <a:buChar char="•"/>
          </a:pPr>
          <a:r>
            <a:rPr lang="en-US" sz="900" i="1" kern="1200"/>
            <a:t>Example: </a:t>
          </a:r>
          <a:r>
            <a:rPr lang="en-US" sz="900" kern="1200"/>
            <a:t>Bubble chart representing countries with the size of bubbles indicating population and color indicating GDP. </a:t>
          </a:r>
        </a:p>
      </dsp:txBody>
      <dsp:txXfrm>
        <a:off x="7218254" y="1753565"/>
        <a:ext cx="2186514" cy="1836672"/>
      </dsp:txXfrm>
    </dsp:sp>
    <dsp:sp modelId="{B2675FD4-9875-407C-B2E4-7957247C0FEC}">
      <dsp:nvSpPr>
        <dsp:cNvPr id="0" name=""/>
        <dsp:cNvSpPr/>
      </dsp:nvSpPr>
      <dsp:spPr>
        <a:xfrm>
          <a:off x="7852343" y="896451"/>
          <a:ext cx="918336" cy="918336"/>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597" tIns="12700" rIns="71597" bIns="12700" numCol="1" spcCol="1270" anchor="ctr" anchorCtr="0">
          <a:noAutofit/>
        </a:bodyPr>
        <a:lstStyle/>
        <a:p>
          <a:pPr marL="0" lvl="0" indent="0" algn="ctr" defTabSz="1955800">
            <a:lnSpc>
              <a:spcPct val="90000"/>
            </a:lnSpc>
            <a:spcBef>
              <a:spcPct val="0"/>
            </a:spcBef>
            <a:spcAft>
              <a:spcPct val="35000"/>
            </a:spcAft>
            <a:buNone/>
          </a:pPr>
          <a:r>
            <a:rPr lang="en-US" sz="4400" kern="1200"/>
            <a:t>4</a:t>
          </a:r>
        </a:p>
      </dsp:txBody>
      <dsp:txXfrm>
        <a:off x="7986830" y="1030938"/>
        <a:ext cx="649362" cy="649362"/>
      </dsp:txXfrm>
    </dsp:sp>
    <dsp:sp modelId="{A7816E2D-A88E-44A2-8A8A-173EB0299475}">
      <dsp:nvSpPr>
        <dsp:cNvPr id="0" name=""/>
        <dsp:cNvSpPr/>
      </dsp:nvSpPr>
      <dsp:spPr>
        <a:xfrm>
          <a:off x="7218254" y="3651388"/>
          <a:ext cx="2186514" cy="72"/>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72A22-6512-467D-AF78-A71534E25273}">
      <dsp:nvSpPr>
        <dsp:cNvPr id="0" name=""/>
        <dsp:cNvSpPr/>
      </dsp:nvSpPr>
      <dsp:spPr>
        <a:xfrm>
          <a:off x="2173131" y="53913"/>
          <a:ext cx="1510523" cy="14716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F157F5-288A-4FE3-88FE-31C070C629A9}">
      <dsp:nvSpPr>
        <dsp:cNvPr id="0" name=""/>
        <dsp:cNvSpPr/>
      </dsp:nvSpPr>
      <dsp:spPr>
        <a:xfrm>
          <a:off x="770502" y="1701244"/>
          <a:ext cx="4315781" cy="630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b="1"/>
          </a:pPr>
          <a:r>
            <a:rPr lang="en-US" sz="2600" kern="1200"/>
            <a:t>Data visualization is evolving</a:t>
          </a:r>
        </a:p>
      </dsp:txBody>
      <dsp:txXfrm>
        <a:off x="770502" y="1701244"/>
        <a:ext cx="4315781" cy="630718"/>
      </dsp:txXfrm>
    </dsp:sp>
    <dsp:sp modelId="{5D391AA7-7DCD-4979-A1EF-BA9975B71C4B}">
      <dsp:nvSpPr>
        <dsp:cNvPr id="0" name=""/>
        <dsp:cNvSpPr/>
      </dsp:nvSpPr>
      <dsp:spPr>
        <a:xfrm>
          <a:off x="770502" y="2413662"/>
          <a:ext cx="4315781" cy="1725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Emerging intelligence sources, multidimensional imaging, and theoretical advances are reshaping analytics.</a:t>
          </a:r>
        </a:p>
        <a:p>
          <a:pPr marL="0" lvl="0" indent="0" algn="ctr" defTabSz="755650">
            <a:lnSpc>
              <a:spcPct val="90000"/>
            </a:lnSpc>
            <a:spcBef>
              <a:spcPct val="0"/>
            </a:spcBef>
            <a:spcAft>
              <a:spcPct val="35000"/>
            </a:spcAft>
            <a:buNone/>
          </a:pPr>
          <a:r>
            <a:rPr lang="en-US" sz="1700" kern="1200"/>
            <a:t>Visualization is moving from art to science, but core principles remain.</a:t>
          </a:r>
        </a:p>
      </dsp:txBody>
      <dsp:txXfrm>
        <a:off x="770502" y="2413662"/>
        <a:ext cx="4315781" cy="1725228"/>
      </dsp:txXfrm>
    </dsp:sp>
    <dsp:sp modelId="{85BEDCAE-DB2D-48E5-A554-A366EEE34317}">
      <dsp:nvSpPr>
        <dsp:cNvPr id="0" name=""/>
        <dsp:cNvSpPr/>
      </dsp:nvSpPr>
      <dsp:spPr>
        <a:xfrm>
          <a:off x="7244174" y="53913"/>
          <a:ext cx="1510523" cy="14716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1E495D-8A06-4A29-8FA9-89243F68E34E}">
      <dsp:nvSpPr>
        <dsp:cNvPr id="0" name=""/>
        <dsp:cNvSpPr/>
      </dsp:nvSpPr>
      <dsp:spPr>
        <a:xfrm>
          <a:off x="5841545" y="1701244"/>
          <a:ext cx="4315781" cy="630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b="1"/>
          </a:pPr>
          <a:r>
            <a:rPr lang="en-US" sz="2600" kern="1200"/>
            <a:t>Timeless Principles:</a:t>
          </a:r>
        </a:p>
      </dsp:txBody>
      <dsp:txXfrm>
        <a:off x="5841545" y="1701244"/>
        <a:ext cx="4315781" cy="630718"/>
      </dsp:txXfrm>
    </dsp:sp>
    <dsp:sp modelId="{4F0FE40F-96FC-49F0-AF9D-3003FD7DE1C9}">
      <dsp:nvSpPr>
        <dsp:cNvPr id="0" name=""/>
        <dsp:cNvSpPr/>
      </dsp:nvSpPr>
      <dsp:spPr>
        <a:xfrm>
          <a:off x="5841545" y="2413662"/>
          <a:ext cx="4315781" cy="1725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Substance:</a:t>
          </a:r>
          <a:r>
            <a:rPr lang="en-US" sz="1700" kern="1200"/>
            <a:t> Every visual element must convey real content (Tufte: “Every pixel should testify directly to content”).</a:t>
          </a:r>
        </a:p>
        <a:p>
          <a:pPr marL="0" lvl="0" indent="0" algn="ctr" defTabSz="755650">
            <a:lnSpc>
              <a:spcPct val="90000"/>
            </a:lnSpc>
            <a:spcBef>
              <a:spcPct val="0"/>
            </a:spcBef>
            <a:spcAft>
              <a:spcPct val="35000"/>
            </a:spcAft>
            <a:buNone/>
          </a:pPr>
          <a:r>
            <a:rPr lang="en-US" sz="1700" b="1" kern="1200"/>
            <a:t>Context &amp; Accuracy:</a:t>
          </a:r>
          <a:r>
            <a:rPr lang="en-US" sz="1700" kern="1200"/>
            <a:t> Relative, connected data provides the full picture.</a:t>
          </a:r>
        </a:p>
        <a:p>
          <a:pPr marL="0" lvl="0" indent="0" algn="ctr" defTabSz="755650">
            <a:lnSpc>
              <a:spcPct val="90000"/>
            </a:lnSpc>
            <a:spcBef>
              <a:spcPct val="0"/>
            </a:spcBef>
            <a:spcAft>
              <a:spcPct val="35000"/>
            </a:spcAft>
            <a:buNone/>
          </a:pPr>
          <a:r>
            <a:rPr lang="en-US" sz="1700" b="1" kern="1200"/>
            <a:t>Actionability:</a:t>
          </a:r>
          <a:r>
            <a:rPr lang="en-US" sz="1700" kern="1200"/>
            <a:t> Visuals must facilitate decision-making; insights must be actionable.</a:t>
          </a:r>
        </a:p>
      </dsp:txBody>
      <dsp:txXfrm>
        <a:off x="5841545" y="2413662"/>
        <a:ext cx="4315781" cy="172522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6951CF-67EB-42CA-BBF1-27F3125BBE14}" type="datetimeFigureOut">
              <a:rPr lang="en-NZ" smtClean="0"/>
              <a:t>1/05/2026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DE843C-FDF9-428F-8CBE-EFA0511665E5}" type="slidenum">
              <a:rPr lang="en-NZ" smtClean="0"/>
              <a:t>‹#›</a:t>
            </a:fld>
            <a:endParaRPr lang="en-NZ"/>
          </a:p>
        </p:txBody>
      </p:sp>
    </p:spTree>
    <p:extLst>
      <p:ext uri="{BB962C8B-B14F-4D97-AF65-F5344CB8AC3E}">
        <p14:creationId xmlns:p14="http://schemas.microsoft.com/office/powerpoint/2010/main" val="115347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68DE843C-FDF9-428F-8CBE-EFA0511665E5}" type="slidenum">
              <a:rPr lang="en-NZ" smtClean="0"/>
              <a:t>8</a:t>
            </a:fld>
            <a:endParaRPr lang="en-NZ"/>
          </a:p>
        </p:txBody>
      </p:sp>
    </p:spTree>
    <p:extLst>
      <p:ext uri="{BB962C8B-B14F-4D97-AF65-F5344CB8AC3E}">
        <p14:creationId xmlns:p14="http://schemas.microsoft.com/office/powerpoint/2010/main" val="1186498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000000"/>
              </a:solidFill>
              <a:effectLst/>
              <a:latin typeface="ui-sans-serif"/>
            </a:endParaRPr>
          </a:p>
        </p:txBody>
      </p:sp>
      <p:sp>
        <p:nvSpPr>
          <p:cNvPr id="4" name="Slide Number Placeholder 3"/>
          <p:cNvSpPr>
            <a:spLocks noGrp="1"/>
          </p:cNvSpPr>
          <p:nvPr>
            <p:ph type="sldNum" sz="quarter" idx="5"/>
          </p:nvPr>
        </p:nvSpPr>
        <p:spPr/>
        <p:txBody>
          <a:bodyPr/>
          <a:lstStyle/>
          <a:p>
            <a:fld id="{68DE843C-FDF9-428F-8CBE-EFA0511665E5}" type="slidenum">
              <a:rPr lang="en-NZ" smtClean="0"/>
              <a:t>10</a:t>
            </a:fld>
            <a:endParaRPr lang="en-NZ"/>
          </a:p>
        </p:txBody>
      </p:sp>
    </p:spTree>
    <p:extLst>
      <p:ext uri="{BB962C8B-B14F-4D97-AF65-F5344CB8AC3E}">
        <p14:creationId xmlns:p14="http://schemas.microsoft.com/office/powerpoint/2010/main" val="161447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5C188-1FD6-DC3B-B74C-8D667B8151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D16EA76D-80EA-5062-954A-8E71AD8B27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A99340C4-2297-44E2-5B86-80FD8268E8C4}"/>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A7A74BC9-7E66-61BA-701C-5A9BB76516F3}"/>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1CB25FB6-2F3D-0182-6CE6-5551E695DAE6}"/>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618752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F15B9-D62B-46A5-C852-D5EAB14B4F64}"/>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0DAB2D9F-49CC-DF44-8087-A1CAC572E0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60D15F9-8733-6D20-A690-D2716499383B}"/>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967B166D-6404-7E54-AAE9-B20100384873}"/>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75E03CD-DEB0-50DB-F26C-263A6FF4BEFF}"/>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22289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5F4C-A95F-ED2A-2296-6F73590A8A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10A37288-05EA-F61A-134D-A92BA3D790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143A7E-6415-A8FE-6A26-1405FFFB39FB}"/>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3AE245E1-3887-9BCE-7409-B014CA0A282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3B05E06-3906-69F9-BAD9-C7ECEDB86DE9}"/>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205678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3DAF7-AFEC-1C4C-F068-F49D971FC04B}"/>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131D07F3-46D9-67AA-8048-B7A30575F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660FDE03-6742-846D-F869-CA74E20770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9B4F8AF8-8041-CB9E-2785-9797C7D91EBD}"/>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6" name="Footer Placeholder 5">
            <a:extLst>
              <a:ext uri="{FF2B5EF4-FFF2-40B4-BE49-F238E27FC236}">
                <a16:creationId xmlns:a16="http://schemas.microsoft.com/office/drawing/2014/main" id="{7CE1D354-216A-B6B3-988B-FDB55A8E002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DC75B62-3DAD-D9C1-92CC-0380F2CC94DC}"/>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298059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9DD35-E52D-9A40-A1B6-532118011A40}"/>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E6DDAE3B-7446-0538-030F-8F0FD03045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D9F8EC-5C6D-9299-0194-E892B95E75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2D8E7781-1B77-E180-0668-D7D0C20BAA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B6FEC6-9882-14EC-3923-F90B316DD9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3106EDA7-8426-4F9B-F255-5B04A9A6FEAA}"/>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8" name="Footer Placeholder 7">
            <a:extLst>
              <a:ext uri="{FF2B5EF4-FFF2-40B4-BE49-F238E27FC236}">
                <a16:creationId xmlns:a16="http://schemas.microsoft.com/office/drawing/2014/main" id="{77EF8626-31B5-5588-61EB-681E3143D209}"/>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4ED66D09-C3D4-B4BA-0361-508EA3634B91}"/>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391533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5592-6E2F-C255-8C37-6A2C8F10A0A9}"/>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FD0F91AA-F92A-5F0A-7734-CFCC9B6E4C0B}"/>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4" name="Footer Placeholder 3">
            <a:extLst>
              <a:ext uri="{FF2B5EF4-FFF2-40B4-BE49-F238E27FC236}">
                <a16:creationId xmlns:a16="http://schemas.microsoft.com/office/drawing/2014/main" id="{95EF286C-FD2C-5407-F861-4000F8A4D840}"/>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BC61E68D-433E-BC01-C7E8-0223A228D374}"/>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684856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377065-6305-F4ED-A6C6-11BD02FE078B}"/>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3" name="Footer Placeholder 2">
            <a:extLst>
              <a:ext uri="{FF2B5EF4-FFF2-40B4-BE49-F238E27FC236}">
                <a16:creationId xmlns:a16="http://schemas.microsoft.com/office/drawing/2014/main" id="{7AB8FD12-9B60-7EE9-3EFA-830368162080}"/>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BB65C006-286A-EA46-2753-9A8BBE79A764}"/>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1205604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EBCD7-23C3-D0D7-296F-39A44BA2E3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2BA0DB80-EE52-E54E-348B-64E5F5A815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A55AE6C3-C9A0-6842-6980-827B04AF62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10B9D-4C41-69F0-5B45-9EE659FD7464}"/>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6" name="Footer Placeholder 5">
            <a:extLst>
              <a:ext uri="{FF2B5EF4-FFF2-40B4-BE49-F238E27FC236}">
                <a16:creationId xmlns:a16="http://schemas.microsoft.com/office/drawing/2014/main" id="{A2789824-A86F-51C8-C948-2CF1209FFBB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11EECB7-713C-1FFE-C738-490254D98AFC}"/>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181993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E2EE-993D-D99E-1E35-6DF8C4A002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59CC2457-0F70-63F2-D514-811A150CA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04905063-20C3-ADA6-6261-87DBCCE20D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C46C5-7CA1-DCCE-AEB0-14BB763CEDEF}"/>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6" name="Footer Placeholder 5">
            <a:extLst>
              <a:ext uri="{FF2B5EF4-FFF2-40B4-BE49-F238E27FC236}">
                <a16:creationId xmlns:a16="http://schemas.microsoft.com/office/drawing/2014/main" id="{F883D69E-455D-3D74-D39E-F87115D6F84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822E2575-A13B-DE00-6441-2ECAB3F10CE3}"/>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369808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CB061-8C48-DF26-9CDB-5561C9AABE2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85E7ABD-EBC1-8519-2B5D-9C04897FDF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1C898A4-7506-A7C8-5264-C91E8B9BBAF8}"/>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313F742B-1B2C-9FDE-813A-05AACBF7872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5467F6D-9506-0DF0-6397-F74A3BC8001B}"/>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135626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D2915-A088-9E76-BA47-567E6ACA46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65B3A06-7E50-2E5E-80FC-A97BCEFCBE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FFC9592-CCCC-3992-2BDB-83BADDF2090F}"/>
              </a:ext>
            </a:extLst>
          </p:cNvPr>
          <p:cNvSpPr>
            <a:spLocks noGrp="1"/>
          </p:cNvSpPr>
          <p:nvPr>
            <p:ph type="dt" sz="half" idx="10"/>
          </p:nvPr>
        </p:nvSpPr>
        <p:spPr/>
        <p:txBody>
          <a:body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1CCB48B0-D05A-68AC-A2BD-0DF17EB0ADA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EFECD7D-B229-FBA4-4595-EAA5EC762EBF}"/>
              </a:ext>
            </a:extLst>
          </p:cNvPr>
          <p:cNvSpPr>
            <a:spLocks noGrp="1"/>
          </p:cNvSpPr>
          <p:nvPr>
            <p:ph type="sldNum" sz="quarter" idx="12"/>
          </p:nvPr>
        </p:nvSpPr>
        <p:spPr/>
        <p:txBody>
          <a:bodyPr/>
          <a:lstStyle/>
          <a:p>
            <a:fld id="{2C962643-0BE1-4BCC-A660-DDA381BA1947}" type="slidenum">
              <a:rPr lang="en-NZ" smtClean="0"/>
              <a:t>‹#›</a:t>
            </a:fld>
            <a:endParaRPr lang="en-NZ"/>
          </a:p>
        </p:txBody>
      </p:sp>
    </p:spTree>
    <p:extLst>
      <p:ext uri="{BB962C8B-B14F-4D97-AF65-F5344CB8AC3E}">
        <p14:creationId xmlns:p14="http://schemas.microsoft.com/office/powerpoint/2010/main" val="3709735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AFE60B-E39D-B388-F1D4-3B426B4297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E2E8DBD-3A42-5F2B-C00F-944ADD222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7016CCC-1CEE-5D20-40C9-501E681F2B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2AB166-54ED-4541-9AAA-3B7AE8662E98}" type="datetimeFigureOut">
              <a:rPr lang="en-NZ" smtClean="0"/>
              <a:t>1/05/2026</a:t>
            </a:fld>
            <a:endParaRPr lang="en-NZ"/>
          </a:p>
        </p:txBody>
      </p:sp>
      <p:sp>
        <p:nvSpPr>
          <p:cNvPr id="5" name="Footer Placeholder 4">
            <a:extLst>
              <a:ext uri="{FF2B5EF4-FFF2-40B4-BE49-F238E27FC236}">
                <a16:creationId xmlns:a16="http://schemas.microsoft.com/office/drawing/2014/main" id="{8CDB826E-8617-C213-3FAB-C2C75F99F3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BEA15873-8FD3-0E32-4EB9-A5CC1073D0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962643-0BE1-4BCC-A660-DDA381BA1947}" type="slidenum">
              <a:rPr lang="en-NZ" smtClean="0"/>
              <a:t>‹#›</a:t>
            </a:fld>
            <a:endParaRPr lang="en-NZ"/>
          </a:p>
        </p:txBody>
      </p:sp>
    </p:spTree>
    <p:extLst>
      <p:ext uri="{BB962C8B-B14F-4D97-AF65-F5344CB8AC3E}">
        <p14:creationId xmlns:p14="http://schemas.microsoft.com/office/powerpoint/2010/main" val="393601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matplotlib.org/" TargetMode="External"/><Relationship Id="rId7" Type="http://schemas.openxmlformats.org/officeDocument/2006/relationships/hyperlink" Target="https://dash.plotly.com/"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plotly.com/python/" TargetMode="External"/><Relationship Id="rId5" Type="http://schemas.openxmlformats.org/officeDocument/2006/relationships/hyperlink" Target="https://pandas.pydata.org/" TargetMode="External"/><Relationship Id="rId4" Type="http://schemas.openxmlformats.org/officeDocument/2006/relationships/hyperlink" Target="https://seaborn.pydata.org/"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ocs.bokeh.org/"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pygal.org/" TargetMode="External"/><Relationship Id="rId5" Type="http://schemas.openxmlformats.org/officeDocument/2006/relationships/hyperlink" Target="https://plotnine.org/" TargetMode="External"/><Relationship Id="rId4" Type="http://schemas.openxmlformats.org/officeDocument/2006/relationships/hyperlink" Target="https://altair-viz.github.i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E20DA1EB-C406-E6AA-0FFC-5CD9629BE1FC}"/>
              </a:ext>
            </a:extLst>
          </p:cNvPr>
          <p:cNvPicPr>
            <a:picLocks noChangeAspect="1"/>
          </p:cNvPicPr>
          <p:nvPr/>
        </p:nvPicPr>
        <p:blipFill>
          <a:blip r:embed="rId2"/>
          <a:srcRect t="9614"/>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69D32-6D30-CEAF-485D-B17B40548D4A}"/>
              </a:ext>
            </a:extLst>
          </p:cNvPr>
          <p:cNvSpPr>
            <a:spLocks noGrp="1"/>
          </p:cNvSpPr>
          <p:nvPr>
            <p:ph type="ctrTitle"/>
          </p:nvPr>
        </p:nvSpPr>
        <p:spPr>
          <a:xfrm>
            <a:off x="1934915" y="721849"/>
            <a:ext cx="8970772" cy="2839273"/>
          </a:xfrm>
        </p:spPr>
        <p:txBody>
          <a:bodyPr>
            <a:normAutofit/>
          </a:bodyPr>
          <a:lstStyle/>
          <a:p>
            <a:r>
              <a:rPr lang="en-US" sz="4000" u="sng" dirty="0">
                <a:solidFill>
                  <a:srgbClr val="FFFFFF"/>
                </a:solidFill>
                <a:latin typeface="Times New Roman" panose="02020603050405020304" pitchFamily="18" charset="0"/>
                <a:cs typeface="Times New Roman" panose="02020603050405020304" pitchFamily="18" charset="0"/>
              </a:rPr>
              <a:t>Week 4</a:t>
            </a:r>
            <a:br>
              <a:rPr lang="en-US" sz="4000" u="sng" dirty="0">
                <a:solidFill>
                  <a:srgbClr val="FFFFFF"/>
                </a:solidFill>
                <a:latin typeface="Times New Roman" panose="02020603050405020304" pitchFamily="18" charset="0"/>
                <a:cs typeface="Times New Roman" panose="02020603050405020304" pitchFamily="18" charset="0"/>
              </a:rPr>
            </a:br>
            <a:br>
              <a:rPr lang="en-US" sz="4000" dirty="0">
                <a:solidFill>
                  <a:srgbClr val="FFFFFF"/>
                </a:solidFill>
                <a:latin typeface="Times New Roman" panose="02020603050405020304" pitchFamily="18" charset="0"/>
                <a:cs typeface="Times New Roman" panose="02020603050405020304" pitchFamily="18" charset="0"/>
              </a:rPr>
            </a:br>
            <a:r>
              <a:rPr lang="en-US" sz="4000" dirty="0">
                <a:solidFill>
                  <a:srgbClr val="FFFFFF"/>
                </a:solidFill>
                <a:latin typeface="Times New Roman" panose="02020603050405020304" pitchFamily="18" charset="0"/>
                <a:cs typeface="Times New Roman" panose="02020603050405020304" pitchFamily="18" charset="0"/>
              </a:rPr>
              <a:t>	</a:t>
            </a:r>
            <a:r>
              <a:rPr lang="en-US" sz="4000" b="1" dirty="0">
                <a:solidFill>
                  <a:srgbClr val="FFFFFF"/>
                </a:solidFill>
                <a:latin typeface="Times New Roman" panose="02020603050405020304" pitchFamily="18" charset="0"/>
                <a:cs typeface="Times New Roman" panose="02020603050405020304" pitchFamily="18" charset="0"/>
              </a:rPr>
              <a:t>Effective </a:t>
            </a:r>
            <a:r>
              <a:rPr lang="en-NZ" sz="4000" b="1" dirty="0">
                <a:solidFill>
                  <a:srgbClr val="FFFFFF"/>
                </a:solidFill>
                <a:latin typeface="Times New Roman" panose="02020603050405020304" pitchFamily="18" charset="0"/>
                <a:ea typeface="Aptos" panose="020B0004020202020204" pitchFamily="34" charset="0"/>
                <a:cs typeface="Times New Roman" panose="02020603050405020304" pitchFamily="18" charset="0"/>
              </a:rPr>
              <a:t>Data </a:t>
            </a:r>
            <a:r>
              <a:rPr lang="en-NZ" sz="4000" b="1" dirty="0">
                <a:solidFill>
                  <a:srgbClr val="FFFFFF"/>
                </a:solidFill>
                <a:latin typeface="Times New Roman" panose="02020603050405020304" pitchFamily="18" charset="0"/>
                <a:cs typeface="Times New Roman" panose="02020603050405020304" pitchFamily="18" charset="0"/>
              </a:rPr>
              <a:t>Visualization </a:t>
            </a:r>
            <a:r>
              <a:rPr lang="en-NZ" sz="4000" b="1" dirty="0">
                <a:solidFill>
                  <a:srgbClr val="FFFFFF"/>
                </a:solidFill>
                <a:latin typeface="Times New Roman" panose="02020603050405020304" pitchFamily="18" charset="0"/>
                <a:ea typeface="Aptos" panose="020B0004020202020204" pitchFamily="34" charset="0"/>
                <a:cs typeface="Times New Roman" panose="02020603050405020304" pitchFamily="18" charset="0"/>
              </a:rPr>
              <a:t> </a:t>
            </a:r>
            <a:r>
              <a:rPr lang="en-US" sz="4000" b="1" dirty="0">
                <a:solidFill>
                  <a:srgbClr val="FFFFFF"/>
                </a:solidFill>
                <a:latin typeface="Times New Roman" panose="02020603050405020304" pitchFamily="18" charset="0"/>
                <a:ea typeface="Aptos" panose="020B0004020202020204" pitchFamily="34" charset="0"/>
                <a:cs typeface="Times New Roman" panose="02020603050405020304" pitchFamily="18" charset="0"/>
              </a:rPr>
              <a:t>in Data Analytics</a:t>
            </a:r>
            <a:endParaRPr lang="en-US" sz="4000" dirty="0">
              <a:solidFill>
                <a:srgbClr val="FFFFFF"/>
              </a:solidFill>
            </a:endParaRPr>
          </a:p>
        </p:txBody>
      </p:sp>
      <p:sp>
        <p:nvSpPr>
          <p:cNvPr id="3" name="Subtitle 2">
            <a:extLst>
              <a:ext uri="{FF2B5EF4-FFF2-40B4-BE49-F238E27FC236}">
                <a16:creationId xmlns:a16="http://schemas.microsoft.com/office/drawing/2014/main" id="{518C7ABF-DABF-D991-2DE2-5C5F18AD1E85}"/>
              </a:ext>
            </a:extLst>
          </p:cNvPr>
          <p:cNvSpPr>
            <a:spLocks noGrp="1"/>
          </p:cNvSpPr>
          <p:nvPr>
            <p:ph type="subTitle" idx="1"/>
          </p:nvPr>
        </p:nvSpPr>
        <p:spPr>
          <a:xfrm>
            <a:off x="4403683" y="5285153"/>
            <a:ext cx="4160233" cy="850998"/>
          </a:xfrm>
        </p:spPr>
        <p:txBody>
          <a:bodyPr>
            <a:normAutofit/>
          </a:bodyPr>
          <a:lstStyle/>
          <a:p>
            <a:endParaRPr lang="en-NZ" sz="2000" dirty="0">
              <a:solidFill>
                <a:srgbClr val="FFFFFF"/>
              </a:solidFill>
              <a:latin typeface="Times New Roman" panose="02020603050405020304" pitchFamily="18" charset="0"/>
              <a:cs typeface="Times New Roman" panose="02020603050405020304" pitchFamily="18" charset="0"/>
            </a:endParaRPr>
          </a:p>
          <a:p>
            <a:r>
              <a:rPr lang="en-NZ" sz="2000" dirty="0">
                <a:solidFill>
                  <a:srgbClr val="FFFFFF"/>
                </a:solidFill>
                <a:latin typeface="Times New Roman" panose="02020603050405020304" pitchFamily="18" charset="0"/>
                <a:cs typeface="Times New Roman" panose="02020603050405020304" pitchFamily="18" charset="0"/>
              </a:rPr>
              <a:t>Yoobee Colleges</a:t>
            </a:r>
          </a:p>
          <a:p>
            <a:endParaRPr lang="en-NZ" sz="2000" dirty="0">
              <a:solidFill>
                <a:srgbClr val="FFFFFF"/>
              </a:solidFill>
            </a:endParaRPr>
          </a:p>
          <a:p>
            <a:endParaRPr lang="en-US" sz="2000" dirty="0">
              <a:solidFill>
                <a:srgbClr val="FFFFFF"/>
              </a:solidFill>
            </a:endParaRPr>
          </a:p>
        </p:txBody>
      </p:sp>
    </p:spTree>
    <p:extLst>
      <p:ext uri="{BB962C8B-B14F-4D97-AF65-F5344CB8AC3E}">
        <p14:creationId xmlns:p14="http://schemas.microsoft.com/office/powerpoint/2010/main" val="2697051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81CAF8-789B-1FF9-4523-4902FC276EF8}"/>
              </a:ext>
            </a:extLst>
          </p:cNvPr>
          <p:cNvSpPr>
            <a:spLocks noGrp="1"/>
          </p:cNvSpPr>
          <p:nvPr>
            <p:ph type="ctrTitle"/>
          </p:nvPr>
        </p:nvSpPr>
        <p:spPr>
          <a:xfrm>
            <a:off x="2026693" y="1030406"/>
            <a:ext cx="8147713" cy="5372172"/>
          </a:xfrm>
        </p:spPr>
        <p:txBody>
          <a:bodyPr anchor="ctr">
            <a:normAutofit/>
          </a:bodyPr>
          <a:lstStyle/>
          <a:p>
            <a:r>
              <a:rPr lang="en-US" sz="1900" dirty="0">
                <a:solidFill>
                  <a:srgbClr val="FFFFFF"/>
                </a:solidFill>
                <a:latin typeface="Times New Roman" panose="02020603050405020304" pitchFamily="18" charset="0"/>
                <a:cs typeface="Times New Roman" panose="02020603050405020304" pitchFamily="18" charset="0"/>
              </a:rPr>
              <a:t>				</a:t>
            </a:r>
            <a:br>
              <a:rPr lang="en-US" sz="1900" b="1"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br>
            <a:r>
              <a:rPr lang="en-US" sz="1900" b="1"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Learning Outcomes: </a:t>
            </a:r>
            <a:br>
              <a:rPr lang="en-US" sz="1900" b="1"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br>
            <a:br>
              <a:rPr lang="en-US" sz="19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br>
            <a:r>
              <a:rPr lang="en-US" sz="1900" dirty="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a) </a:t>
            </a:r>
            <a:r>
              <a:rPr lang="en-US" sz="1900" dirty="0">
                <a:solidFill>
                  <a:srgbClr val="FFFFFF"/>
                </a:solidFill>
                <a:latin typeface="Times New Roman" panose="02020603050405020304" pitchFamily="18" charset="0"/>
                <a:cs typeface="Times New Roman" panose="02020603050405020304" pitchFamily="18" charset="0"/>
              </a:rPr>
              <a:t>Describe the basics of data visualization.</a:t>
            </a:r>
            <a:br>
              <a:rPr lang="en-US" sz="1900" dirty="0">
                <a:solidFill>
                  <a:srgbClr val="FFFFFF"/>
                </a:solidFill>
                <a:latin typeface="Times New Roman" panose="02020603050405020304" pitchFamily="18" charset="0"/>
                <a:cs typeface="Times New Roman" panose="02020603050405020304" pitchFamily="18" charset="0"/>
              </a:rPr>
            </a:br>
            <a:br>
              <a:rPr lang="en-US" sz="1900" dirty="0">
                <a:solidFill>
                  <a:srgbClr val="FFFFFF"/>
                </a:solidFill>
                <a:latin typeface="Times New Roman" panose="02020603050405020304" pitchFamily="18" charset="0"/>
                <a:cs typeface="Times New Roman" panose="02020603050405020304" pitchFamily="18" charset="0"/>
              </a:rPr>
            </a:br>
            <a:r>
              <a:rPr lang="en-US" sz="1900" dirty="0">
                <a:solidFill>
                  <a:srgbClr val="FFFFFF"/>
                </a:solidFill>
                <a:latin typeface="Times New Roman" panose="02020603050405020304" pitchFamily="18" charset="0"/>
                <a:cs typeface="Times New Roman" panose="02020603050405020304" pitchFamily="18" charset="0"/>
              </a:rPr>
              <a:t>b-1) Review the appropriate visualizations for different analytics.</a:t>
            </a:r>
            <a:br>
              <a:rPr lang="en-US" sz="1900" dirty="0">
                <a:solidFill>
                  <a:srgbClr val="FFFFFF"/>
                </a:solidFill>
                <a:latin typeface="Times New Roman" panose="02020603050405020304" pitchFamily="18" charset="0"/>
                <a:cs typeface="Times New Roman" panose="02020603050405020304" pitchFamily="18" charset="0"/>
              </a:rPr>
            </a:br>
            <a:br>
              <a:rPr lang="en-US" sz="1900" dirty="0">
                <a:solidFill>
                  <a:srgbClr val="FFFFFF"/>
                </a:solidFill>
                <a:latin typeface="Times New Roman" panose="02020603050405020304" pitchFamily="18" charset="0"/>
                <a:cs typeface="Times New Roman" panose="02020603050405020304" pitchFamily="18" charset="0"/>
              </a:rPr>
            </a:br>
            <a:r>
              <a:rPr lang="en-US" sz="1900" dirty="0">
                <a:solidFill>
                  <a:srgbClr val="FFFFFF"/>
                </a:solidFill>
                <a:latin typeface="Times New Roman" panose="02020603050405020304" pitchFamily="18" charset="0"/>
                <a:cs typeface="Times New Roman" panose="02020603050405020304" pitchFamily="18" charset="0"/>
              </a:rPr>
              <a:t>b-2) Identify poor vs. strong visuals.</a:t>
            </a:r>
            <a:br>
              <a:rPr lang="en-US" sz="1900" dirty="0">
                <a:solidFill>
                  <a:srgbClr val="FFFFFF"/>
                </a:solidFill>
                <a:latin typeface="Times New Roman" panose="02020603050405020304" pitchFamily="18" charset="0"/>
                <a:cs typeface="Times New Roman" panose="02020603050405020304" pitchFamily="18" charset="0"/>
              </a:rPr>
            </a:br>
            <a:br>
              <a:rPr lang="en-US" sz="1900" dirty="0">
                <a:solidFill>
                  <a:srgbClr val="FFFFFF"/>
                </a:solidFill>
                <a:latin typeface="Times New Roman" panose="02020603050405020304" pitchFamily="18" charset="0"/>
                <a:cs typeface="Times New Roman" panose="02020603050405020304" pitchFamily="18" charset="0"/>
              </a:rPr>
            </a:br>
            <a:r>
              <a:rPr lang="en-US" sz="1900" dirty="0">
                <a:solidFill>
                  <a:srgbClr val="FFFFFF"/>
                </a:solidFill>
                <a:latin typeface="Times New Roman" panose="02020603050405020304" pitchFamily="18" charset="0"/>
                <a:cs typeface="Times New Roman" panose="02020603050405020304" pitchFamily="18" charset="0"/>
              </a:rPr>
              <a:t>c) Use appropriate tools for visualization.</a:t>
            </a:r>
            <a:br>
              <a:rPr lang="en-US" sz="1900" dirty="0">
                <a:solidFill>
                  <a:srgbClr val="FFFFFF"/>
                </a:solidFill>
                <a:latin typeface="Times New Roman" panose="02020603050405020304" pitchFamily="18" charset="0"/>
                <a:cs typeface="Times New Roman" panose="02020603050405020304" pitchFamily="18" charset="0"/>
              </a:rPr>
            </a:br>
            <a:br>
              <a:rPr lang="en-US" sz="1900" dirty="0">
                <a:solidFill>
                  <a:srgbClr val="FFFFFF"/>
                </a:solidFill>
                <a:latin typeface="Times New Roman" panose="02020603050405020304" pitchFamily="18" charset="0"/>
                <a:cs typeface="Times New Roman" panose="02020603050405020304" pitchFamily="18" charset="0"/>
              </a:rPr>
            </a:br>
            <a:r>
              <a:rPr lang="en-US" sz="1900" dirty="0">
                <a:solidFill>
                  <a:srgbClr val="FFFFFF"/>
                </a:solidFill>
                <a:latin typeface="Times New Roman" panose="02020603050405020304" pitchFamily="18" charset="0"/>
                <a:cs typeface="Times New Roman" panose="02020603050405020304" pitchFamily="18" charset="0"/>
              </a:rPr>
              <a:t>d) Integrate storytelling techniques to present data insights.</a:t>
            </a:r>
            <a:br>
              <a:rPr lang="en-US" sz="1900" dirty="0">
                <a:solidFill>
                  <a:srgbClr val="FFFFFF"/>
                </a:solidFill>
                <a:latin typeface="Times New Roman" panose="02020603050405020304" pitchFamily="18" charset="0"/>
                <a:cs typeface="Times New Roman" panose="02020603050405020304" pitchFamily="18" charset="0"/>
              </a:rPr>
            </a:br>
            <a:br>
              <a:rPr lang="en-US" sz="1900" dirty="0">
                <a:solidFill>
                  <a:srgbClr val="FFFFFF"/>
                </a:solidFill>
                <a:latin typeface="Times New Roman" panose="02020603050405020304" pitchFamily="18" charset="0"/>
                <a:cs typeface="Times New Roman" panose="02020603050405020304" pitchFamily="18" charset="0"/>
              </a:rPr>
            </a:br>
            <a:r>
              <a:rPr lang="en-US" sz="1900" dirty="0">
                <a:solidFill>
                  <a:srgbClr val="FFFFFF"/>
                </a:solidFill>
                <a:latin typeface="Times New Roman" panose="02020603050405020304" pitchFamily="18" charset="0"/>
                <a:cs typeface="Times New Roman" panose="02020603050405020304" pitchFamily="18" charset="0"/>
              </a:rPr>
              <a:t>e) Collaborate to analyze and improve real-world visualizations</a:t>
            </a:r>
            <a:br>
              <a:rPr lang="en-US" sz="1900" dirty="0">
                <a:solidFill>
                  <a:srgbClr val="FFFFFF"/>
                </a:solidFill>
                <a:latin typeface="Times New Roman" panose="02020603050405020304" pitchFamily="18" charset="0"/>
                <a:cs typeface="Times New Roman" panose="02020603050405020304" pitchFamily="18" charset="0"/>
              </a:rPr>
            </a:br>
            <a:endParaRPr lang="en-NZ" sz="19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2590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AFAFBD3-0C80-BE98-5B2F-2538D4284647}"/>
              </a:ext>
            </a:extLst>
          </p:cNvPr>
          <p:cNvPicPr>
            <a:picLocks noChangeAspect="1"/>
          </p:cNvPicPr>
          <p:nvPr/>
        </p:nvPicPr>
        <p:blipFill>
          <a:blip r:embed="rId2"/>
          <a:srcRect l="11091" r="44534"/>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7DA78-6464-6BC2-9FEB-E632DA67D286}"/>
              </a:ext>
            </a:extLst>
          </p:cNvPr>
          <p:cNvSpPr>
            <a:spLocks noGrp="1"/>
          </p:cNvSpPr>
          <p:nvPr>
            <p:ph type="title"/>
          </p:nvPr>
        </p:nvSpPr>
        <p:spPr>
          <a:xfrm>
            <a:off x="6115317" y="405685"/>
            <a:ext cx="5464968" cy="1559301"/>
          </a:xfrm>
        </p:spPr>
        <p:txBody>
          <a:bodyPr>
            <a:normAutofit/>
          </a:bodyPr>
          <a:lstStyle/>
          <a:p>
            <a:r>
              <a:rPr lang="en-US" sz="3700"/>
              <a:t>Common Data visualization libariries in Python </a:t>
            </a:r>
          </a:p>
        </p:txBody>
      </p:sp>
      <p:sp>
        <p:nvSpPr>
          <p:cNvPr id="4" name="Rectangle 1">
            <a:extLst>
              <a:ext uri="{FF2B5EF4-FFF2-40B4-BE49-F238E27FC236}">
                <a16:creationId xmlns:a16="http://schemas.microsoft.com/office/drawing/2014/main" id="{0835FEE1-2CD3-EE42-5DF5-27E111D31D4F}"/>
              </a:ext>
            </a:extLst>
          </p:cNvPr>
          <p:cNvSpPr>
            <a:spLocks noGrp="1" noChangeArrowheads="1"/>
          </p:cNvSpPr>
          <p:nvPr>
            <p:ph idx="1"/>
          </p:nvPr>
        </p:nvSpPr>
        <p:spPr bwMode="auto">
          <a:xfrm>
            <a:off x="6115317" y="2743200"/>
            <a:ext cx="5247340" cy="349687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800" b="1" i="0" u="none" strike="noStrike" cap="none" normalizeH="0" baseline="0" dirty="0">
                <a:ln>
                  <a:noFill/>
                </a:ln>
                <a:effectLst/>
                <a:latin typeface="Google Sans"/>
              </a:rPr>
              <a:t>The most widely used and essential libraries for any Python developer are:</a:t>
            </a:r>
            <a:endParaRPr kumimoji="0" lang="en-US" altLang="en-US" sz="1800" b="1" i="0" u="none" strike="noStrike" cap="none" normalizeH="0" baseline="0" dirty="0">
              <a:ln>
                <a:noFill/>
              </a:ln>
              <a:effectLst/>
            </a:endParaRPr>
          </a:p>
          <a:p>
            <a:pPr>
              <a:spcAft>
                <a:spcPts val="600"/>
              </a:spcAft>
            </a:pPr>
            <a:r>
              <a:rPr kumimoji="0" lang="en-US" altLang="en-US" sz="1800" b="0" i="0" u="none" strike="noStrike" cap="none" normalizeH="0" baseline="0" dirty="0">
                <a:ln>
                  <a:noFill/>
                </a:ln>
                <a:effectLst/>
                <a:latin typeface="Google Sans"/>
                <a:hlinkClick r:id="rId3"/>
              </a:rPr>
              <a:t>Matplotlib</a:t>
            </a:r>
            <a:r>
              <a:rPr kumimoji="0" lang="en-US" altLang="en-US" sz="1800" b="1" i="0" u="none" strike="noStrike" cap="none" normalizeH="0" baseline="0" dirty="0">
                <a:ln>
                  <a:noFill/>
                </a:ln>
                <a:effectLst/>
                <a:latin typeface="Google Sans"/>
              </a:rPr>
              <a:t>:</a:t>
            </a:r>
            <a:r>
              <a:rPr kumimoji="0" lang="en-US" altLang="en-US" sz="1800" b="0" i="0" u="none" strike="noStrike" cap="none" normalizeH="0" baseline="0" dirty="0">
                <a:ln>
                  <a:noFill/>
                </a:ln>
                <a:effectLst/>
                <a:latin typeface="Google Sans"/>
              </a:rPr>
              <a:t> The foundational library for creating static, high-quality 2D and 3D plots. It offers extensive customization but requires more verbose code for complex visuals.</a:t>
            </a:r>
          </a:p>
          <a:p>
            <a:pPr>
              <a:spcAft>
                <a:spcPts val="600"/>
              </a:spcAft>
            </a:pPr>
            <a:r>
              <a:rPr kumimoji="0" lang="en-US" altLang="en-US" sz="1800" b="0" i="0" u="none" strike="noStrike" cap="none" normalizeH="0" baseline="0" dirty="0">
                <a:ln>
                  <a:noFill/>
                </a:ln>
                <a:effectLst/>
                <a:latin typeface="Google Sans"/>
                <a:hlinkClick r:id="rId4"/>
              </a:rPr>
              <a:t>Seaborn</a:t>
            </a:r>
            <a:r>
              <a:rPr kumimoji="0" lang="en-US" altLang="en-US" sz="1800" b="1" i="0" u="none" strike="noStrike" cap="none" normalizeH="0" baseline="0" dirty="0">
                <a:ln>
                  <a:noFill/>
                </a:ln>
                <a:effectLst/>
                <a:latin typeface="Google Sans"/>
              </a:rPr>
              <a:t>:</a:t>
            </a:r>
            <a:r>
              <a:rPr kumimoji="0" lang="en-US" altLang="en-US" sz="1800" b="0" i="0" u="none" strike="noStrike" cap="none" normalizeH="0" baseline="0" dirty="0">
                <a:ln>
                  <a:noFill/>
                </a:ln>
                <a:effectLst/>
                <a:latin typeface="Google Sans"/>
              </a:rPr>
              <a:t> Built on top of Matplotlib, it provides a high-level interface for creating attractive statistical graphics. It simplifies complex plots like heatmaps and violin plots while maintaining </a:t>
            </a:r>
            <a:r>
              <a:rPr kumimoji="0" lang="en-US" altLang="en-US" sz="1800" b="0" i="0" u="none" strike="noStrike" cap="none" normalizeH="0" baseline="0" dirty="0">
                <a:ln>
                  <a:noFill/>
                </a:ln>
                <a:effectLst/>
                <a:latin typeface="Google Sans"/>
                <a:hlinkClick r:id="rId5"/>
              </a:rPr>
              <a:t>Pandas</a:t>
            </a:r>
            <a:r>
              <a:rPr kumimoji="0" lang="en-US" altLang="en-US" sz="1800" b="0" i="0" u="none" strike="noStrike" cap="none" normalizeH="0" baseline="0" dirty="0">
                <a:ln>
                  <a:noFill/>
                </a:ln>
                <a:effectLst/>
                <a:latin typeface="Google Sans"/>
              </a:rPr>
              <a:t> integration.</a:t>
            </a:r>
          </a:p>
          <a:p>
            <a:pPr>
              <a:spcAft>
                <a:spcPts val="600"/>
              </a:spcAft>
            </a:pPr>
            <a:r>
              <a:rPr kumimoji="0" lang="en-US" altLang="en-US" sz="1800" b="0" i="0" u="none" strike="noStrike" cap="none" normalizeH="0" baseline="0" dirty="0">
                <a:ln>
                  <a:noFill/>
                </a:ln>
                <a:effectLst/>
                <a:latin typeface="Google Sans"/>
                <a:hlinkClick r:id="rId6"/>
              </a:rPr>
              <a:t>Plotly</a:t>
            </a:r>
            <a:r>
              <a:rPr kumimoji="0" lang="en-US" altLang="en-US" sz="1800" b="1" i="0" u="none" strike="noStrike" cap="none" normalizeH="0" baseline="0" dirty="0">
                <a:ln>
                  <a:noFill/>
                </a:ln>
                <a:effectLst/>
                <a:latin typeface="Google Sans"/>
              </a:rPr>
              <a:t>:</a:t>
            </a:r>
            <a:r>
              <a:rPr kumimoji="0" lang="en-US" altLang="en-US" sz="1800" b="0" i="0" u="none" strike="noStrike" cap="none" normalizeH="0" baseline="0" dirty="0">
                <a:ln>
                  <a:noFill/>
                </a:ln>
                <a:effectLst/>
                <a:latin typeface="Google Sans"/>
              </a:rPr>
              <a:t> A leading tool for interactive, web-based visualizations. It supports zoom, pan, and hover features and is the engine behind the </a:t>
            </a:r>
            <a:r>
              <a:rPr kumimoji="0" lang="en-US" altLang="en-US" sz="1800" b="0" i="0" u="none" strike="noStrike" cap="none" normalizeH="0" baseline="0" dirty="0">
                <a:ln>
                  <a:noFill/>
                </a:ln>
                <a:effectLst/>
                <a:latin typeface="Google Sans"/>
                <a:hlinkClick r:id="rId7"/>
              </a:rPr>
              <a:t>Dash</a:t>
            </a:r>
            <a:r>
              <a:rPr kumimoji="0" lang="en-US" altLang="en-US" sz="1800" b="0" i="0" u="none" strike="noStrike" cap="none" normalizeH="0" baseline="0" dirty="0">
                <a:ln>
                  <a:noFill/>
                </a:ln>
                <a:effectLst/>
                <a:latin typeface="Google Sans"/>
              </a:rPr>
              <a:t> dashboard framework. </a:t>
            </a:r>
          </a:p>
        </p:txBody>
      </p:sp>
    </p:spTree>
    <p:extLst>
      <p:ext uri="{BB962C8B-B14F-4D97-AF65-F5344CB8AC3E}">
        <p14:creationId xmlns:p14="http://schemas.microsoft.com/office/powerpoint/2010/main" val="1668867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
            <a:extLst>
              <a:ext uri="{FF2B5EF4-FFF2-40B4-BE49-F238E27FC236}">
                <a16:creationId xmlns:a16="http://schemas.microsoft.com/office/drawing/2014/main" id="{4A2D8BF3-1839-A571-6B89-7658F570C9B5}"/>
              </a:ext>
            </a:extLst>
          </p:cNvPr>
          <p:cNvPicPr>
            <a:picLocks noChangeAspect="1"/>
          </p:cNvPicPr>
          <p:nvPr/>
        </p:nvPicPr>
        <p:blipFill>
          <a:blip r:embed="rId2"/>
          <a:srcRect l="19714" r="30980"/>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BDF00A-C32C-6501-EF6A-5FE727960FE4}"/>
              </a:ext>
            </a:extLst>
          </p:cNvPr>
          <p:cNvSpPr>
            <a:spLocks noGrp="1"/>
          </p:cNvSpPr>
          <p:nvPr>
            <p:ph type="title"/>
          </p:nvPr>
        </p:nvSpPr>
        <p:spPr>
          <a:xfrm>
            <a:off x="6115317" y="405685"/>
            <a:ext cx="5464968" cy="1559301"/>
          </a:xfrm>
        </p:spPr>
        <p:txBody>
          <a:bodyPr>
            <a:normAutofit/>
          </a:bodyPr>
          <a:lstStyle/>
          <a:p>
            <a:pPr algn="ctr"/>
            <a:r>
              <a:rPr lang="en-US" altLang="en-US" sz="4000" b="1" dirty="0">
                <a:latin typeface="Google Sans"/>
              </a:rPr>
              <a:t>Interactive Tools for Data Visualization</a:t>
            </a:r>
            <a:endParaRPr lang="en-US" sz="4000" b="1" dirty="0">
              <a:latin typeface="Google Sans"/>
            </a:endParaRPr>
          </a:p>
        </p:txBody>
      </p:sp>
      <p:sp>
        <p:nvSpPr>
          <p:cNvPr id="4" name="Rectangle 1">
            <a:extLst>
              <a:ext uri="{FF2B5EF4-FFF2-40B4-BE49-F238E27FC236}">
                <a16:creationId xmlns:a16="http://schemas.microsoft.com/office/drawing/2014/main" id="{9AE572F9-3473-82DB-D74B-9040B5E2F0C3}"/>
              </a:ext>
            </a:extLst>
          </p:cNvPr>
          <p:cNvSpPr>
            <a:spLocks noGrp="1" noChangeArrowheads="1"/>
          </p:cNvSpPr>
          <p:nvPr>
            <p:ph idx="1"/>
          </p:nvPr>
        </p:nvSpPr>
        <p:spPr bwMode="auto">
          <a:xfrm>
            <a:off x="6115317" y="2743200"/>
            <a:ext cx="5247340" cy="349687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ctr" anchorCtr="0" compatLnSpc="1">
            <a:prstTxWarp prst="textNoShape">
              <a:avLst/>
            </a:prstTxWarp>
            <a:normAutofit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600" b="0" i="0" u="none" strike="noStrike" cap="none" normalizeH="0" baseline="0" dirty="0">
                <a:ln>
                  <a:noFill/>
                </a:ln>
                <a:effectLst/>
                <a:latin typeface="Google Sans"/>
              </a:rPr>
              <a:t>For specific use cases like web deployment or large datasets, these tools are often preferred: </a:t>
            </a:r>
            <a:endParaRPr kumimoji="0" lang="en-US" altLang="en-US" sz="1600" b="0" i="0" u="none" strike="noStrike" cap="none" normalizeH="0" baseline="0" dirty="0">
              <a:ln>
                <a:noFill/>
              </a:ln>
              <a:effectLst/>
            </a:endParaRPr>
          </a:p>
          <a:p>
            <a:pPr>
              <a:spcAft>
                <a:spcPts val="600"/>
              </a:spcAft>
              <a:buFont typeface="Wingdings" panose="05000000000000000000" pitchFamily="2" charset="2"/>
              <a:buChar char="q"/>
            </a:pPr>
            <a:r>
              <a:rPr kumimoji="0" lang="en-US" altLang="en-US" sz="1600" b="0" i="0" u="none" strike="noStrike" cap="none" normalizeH="0" baseline="0" dirty="0">
                <a:ln>
                  <a:noFill/>
                </a:ln>
                <a:effectLst/>
                <a:latin typeface="Google Sans"/>
                <a:hlinkClick r:id="rId3"/>
              </a:rPr>
              <a:t>Bokeh</a:t>
            </a:r>
            <a:r>
              <a:rPr kumimoji="0" lang="en-US" altLang="en-US" sz="1600" b="1" i="0" u="none" strike="noStrike" cap="none" normalizeH="0" baseline="0" dirty="0">
                <a:ln>
                  <a:noFill/>
                </a:ln>
                <a:effectLst/>
                <a:latin typeface="Google Sans"/>
              </a:rPr>
              <a:t>:</a:t>
            </a:r>
            <a:r>
              <a:rPr kumimoji="0" lang="en-US" altLang="en-US" sz="1600" b="0" i="0" u="none" strike="noStrike" cap="none" normalizeH="0" baseline="0" dirty="0">
                <a:ln>
                  <a:noFill/>
                </a:ln>
                <a:effectLst/>
                <a:latin typeface="Google Sans"/>
              </a:rPr>
              <a:t> Designed for creating interactive visualizations in modern web browsers. It is particularly effective for real-time streaming data and large-scale datasets.</a:t>
            </a:r>
          </a:p>
          <a:p>
            <a:pPr>
              <a:spcAft>
                <a:spcPts val="600"/>
              </a:spcAft>
              <a:buFont typeface="Wingdings" panose="05000000000000000000" pitchFamily="2" charset="2"/>
              <a:buChar char="q"/>
            </a:pPr>
            <a:r>
              <a:rPr kumimoji="0" lang="en-US" altLang="en-US" sz="1600" b="0" i="0" u="none" strike="noStrike" cap="none" normalizeH="0" baseline="0" dirty="0">
                <a:ln>
                  <a:noFill/>
                </a:ln>
                <a:effectLst/>
                <a:latin typeface="Google Sans"/>
                <a:hlinkClick r:id="rId4"/>
              </a:rPr>
              <a:t>Altair</a:t>
            </a:r>
            <a:r>
              <a:rPr kumimoji="0" lang="en-US" altLang="en-US" sz="1600" b="1" i="0" u="none" strike="noStrike" cap="none" normalizeH="0" baseline="0" dirty="0">
                <a:ln>
                  <a:noFill/>
                </a:ln>
                <a:effectLst/>
                <a:latin typeface="Google Sans"/>
              </a:rPr>
              <a:t>:</a:t>
            </a:r>
            <a:r>
              <a:rPr kumimoji="0" lang="en-US" altLang="en-US" sz="1600" b="0" i="0" u="none" strike="noStrike" cap="none" normalizeH="0" baseline="0" dirty="0">
                <a:ln>
                  <a:noFill/>
                </a:ln>
                <a:effectLst/>
                <a:latin typeface="Google Sans"/>
              </a:rPr>
              <a:t> A declarative statistical visualization library based on Vega-Lite. Users specify </a:t>
            </a:r>
            <a:r>
              <a:rPr kumimoji="0" lang="en-US" altLang="en-US" sz="1600" b="0" i="1" u="none" strike="noStrike" cap="none" normalizeH="0" baseline="0" dirty="0">
                <a:ln>
                  <a:noFill/>
                </a:ln>
                <a:effectLst/>
                <a:latin typeface="Google Sans"/>
              </a:rPr>
              <a:t>what</a:t>
            </a:r>
            <a:r>
              <a:rPr kumimoji="0" lang="en-US" altLang="en-US" sz="1600" b="0" i="0" u="none" strike="noStrike" cap="none" normalizeH="0" baseline="0" dirty="0">
                <a:ln>
                  <a:noFill/>
                </a:ln>
                <a:effectLst/>
                <a:latin typeface="Google Sans"/>
              </a:rPr>
              <a:t> the chart should show rather than </a:t>
            </a:r>
            <a:r>
              <a:rPr kumimoji="0" lang="en-US" altLang="en-US" sz="1600" b="0" i="1" u="none" strike="noStrike" cap="none" normalizeH="0" baseline="0" dirty="0">
                <a:ln>
                  <a:noFill/>
                </a:ln>
                <a:effectLst/>
                <a:latin typeface="Google Sans"/>
              </a:rPr>
              <a:t>how</a:t>
            </a:r>
            <a:r>
              <a:rPr kumimoji="0" lang="en-US" altLang="en-US" sz="1600" b="0" i="0" u="none" strike="noStrike" cap="none" normalizeH="0" baseline="0" dirty="0">
                <a:ln>
                  <a:noFill/>
                </a:ln>
                <a:effectLst/>
                <a:latin typeface="Google Sans"/>
              </a:rPr>
              <a:t> to draw it, leading to concise and readable code.</a:t>
            </a:r>
          </a:p>
          <a:p>
            <a:pPr>
              <a:spcAft>
                <a:spcPts val="600"/>
              </a:spcAft>
              <a:buFont typeface="Wingdings" panose="05000000000000000000" pitchFamily="2" charset="2"/>
              <a:buChar char="q"/>
            </a:pPr>
            <a:r>
              <a:rPr kumimoji="0" lang="en-US" altLang="en-US" sz="1600" b="0" i="0" u="none" strike="noStrike" cap="none" normalizeH="0" baseline="0" dirty="0" err="1">
                <a:ln>
                  <a:noFill/>
                </a:ln>
                <a:effectLst/>
                <a:latin typeface="Google Sans"/>
                <a:hlinkClick r:id="rId5"/>
              </a:rPr>
              <a:t>plotnine</a:t>
            </a:r>
            <a:r>
              <a:rPr kumimoji="0" lang="en-US" altLang="en-US" sz="1600" b="1" i="0" u="none" strike="noStrike" cap="none" normalizeH="0" baseline="0" dirty="0">
                <a:ln>
                  <a:noFill/>
                </a:ln>
                <a:effectLst/>
                <a:latin typeface="Google Sans"/>
              </a:rPr>
              <a:t>:</a:t>
            </a:r>
            <a:r>
              <a:rPr kumimoji="0" lang="en-US" altLang="en-US" sz="1600" b="0" i="0" u="none" strike="noStrike" cap="none" normalizeH="0" baseline="0" dirty="0">
                <a:ln>
                  <a:noFill/>
                </a:ln>
                <a:effectLst/>
                <a:latin typeface="Google Sans"/>
              </a:rPr>
              <a:t> A Python implementation of the "Grammar of Graphics" used in R's </a:t>
            </a:r>
            <a:r>
              <a:rPr kumimoji="0" lang="en-US" altLang="en-US" sz="1600" b="0" i="0" u="none" strike="noStrike" cap="none" normalizeH="0" baseline="0" dirty="0">
                <a:ln>
                  <a:noFill/>
                </a:ln>
                <a:effectLst/>
                <a:latin typeface="Arial Unicode MS"/>
              </a:rPr>
              <a:t>ggplot2</a:t>
            </a:r>
            <a:r>
              <a:rPr kumimoji="0" lang="en-US" altLang="en-US" sz="1600" b="0" i="0" u="none" strike="noStrike" cap="none" normalizeH="0" baseline="0" dirty="0">
                <a:ln>
                  <a:noFill/>
                </a:ln>
                <a:effectLst/>
                <a:latin typeface="Google Sans"/>
              </a:rPr>
              <a:t>. It is ideal for users transitioning from R who prefer a layered approach to building plots.</a:t>
            </a:r>
          </a:p>
          <a:p>
            <a:pPr>
              <a:spcAft>
                <a:spcPts val="600"/>
              </a:spcAft>
              <a:buFont typeface="Wingdings" panose="05000000000000000000" pitchFamily="2" charset="2"/>
              <a:buChar char="q"/>
            </a:pPr>
            <a:r>
              <a:rPr kumimoji="0" lang="en-US" altLang="en-US" sz="1600" b="0" i="0" u="none" strike="noStrike" cap="none" normalizeH="0" baseline="0" dirty="0" err="1">
                <a:ln>
                  <a:noFill/>
                </a:ln>
                <a:effectLst/>
                <a:latin typeface="Google Sans"/>
                <a:hlinkClick r:id="rId6"/>
              </a:rPr>
              <a:t>Pygal</a:t>
            </a:r>
            <a:r>
              <a:rPr kumimoji="0" lang="en-US" altLang="en-US" sz="1600" b="1" i="0" u="none" strike="noStrike" cap="none" normalizeH="0" baseline="0" dirty="0">
                <a:ln>
                  <a:noFill/>
                </a:ln>
                <a:effectLst/>
                <a:latin typeface="Google Sans"/>
              </a:rPr>
              <a:t>:</a:t>
            </a:r>
            <a:r>
              <a:rPr kumimoji="0" lang="en-US" altLang="en-US" sz="1600" b="0" i="0" u="none" strike="noStrike" cap="none" normalizeH="0" baseline="0" dirty="0">
                <a:ln>
                  <a:noFill/>
                </a:ln>
                <a:effectLst/>
                <a:latin typeface="Google Sans"/>
              </a:rPr>
              <a:t> Specializes in high-quality SVG (Scalable Vector Graphics) output. It is best suited for small datasets where visual quality and web embedding are priorities. </a:t>
            </a:r>
          </a:p>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147479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AC4AB4-ABF4-1A09-1C80-EF811C686EB9}"/>
              </a:ext>
            </a:extLst>
          </p:cNvPr>
          <p:cNvSpPr>
            <a:spLocks noGrp="1"/>
          </p:cNvSpPr>
          <p:nvPr>
            <p:ph type="title"/>
          </p:nvPr>
        </p:nvSpPr>
        <p:spPr>
          <a:xfrm>
            <a:off x="1371597" y="348865"/>
            <a:ext cx="10044023" cy="877729"/>
          </a:xfrm>
        </p:spPr>
        <p:txBody>
          <a:bodyPr anchor="ctr">
            <a:normAutofit/>
          </a:bodyPr>
          <a:lstStyle/>
          <a:p>
            <a:pPr algn="ctr"/>
            <a:r>
              <a:rPr lang="en-US" sz="2800" b="1" dirty="0">
                <a:solidFill>
                  <a:srgbClr val="FFFFFF"/>
                </a:solidFill>
              </a:rPr>
              <a:t>Comparison Table for common Tools and libraries for data virilization for software </a:t>
            </a:r>
            <a:endParaRPr lang="en-US" sz="2800" dirty="0">
              <a:solidFill>
                <a:srgbClr val="FFFFFF"/>
              </a:solidFill>
            </a:endParaRPr>
          </a:p>
        </p:txBody>
      </p:sp>
      <p:graphicFrame>
        <p:nvGraphicFramePr>
          <p:cNvPr id="4" name="Content Placeholder 3">
            <a:extLst>
              <a:ext uri="{FF2B5EF4-FFF2-40B4-BE49-F238E27FC236}">
                <a16:creationId xmlns:a16="http://schemas.microsoft.com/office/drawing/2014/main" id="{398AA8C3-0158-58E9-1837-EA9D85316633}"/>
              </a:ext>
            </a:extLst>
          </p:cNvPr>
          <p:cNvGraphicFramePr>
            <a:graphicFrameLocks noGrp="1"/>
          </p:cNvGraphicFramePr>
          <p:nvPr>
            <p:ph idx="1"/>
            <p:extLst>
              <p:ext uri="{D42A27DB-BD31-4B8C-83A1-F6EECF244321}">
                <p14:modId xmlns:p14="http://schemas.microsoft.com/office/powerpoint/2010/main" val="679241039"/>
              </p:ext>
            </p:extLst>
          </p:nvPr>
        </p:nvGraphicFramePr>
        <p:xfrm>
          <a:off x="1851169" y="2112578"/>
          <a:ext cx="9418811" cy="4242500"/>
        </p:xfrm>
        <a:graphic>
          <a:graphicData uri="http://schemas.openxmlformats.org/drawingml/2006/table">
            <a:tbl>
              <a:tblPr>
                <a:tableStyleId>{1E171933-4619-4E11-9A3F-F7608DF75F80}</a:tableStyleId>
              </a:tblPr>
              <a:tblGrid>
                <a:gridCol w="2043483">
                  <a:extLst>
                    <a:ext uri="{9D8B030D-6E8A-4147-A177-3AD203B41FA5}">
                      <a16:colId xmlns:a16="http://schemas.microsoft.com/office/drawing/2014/main" val="873134244"/>
                    </a:ext>
                  </a:extLst>
                </a:gridCol>
                <a:gridCol w="3637332">
                  <a:extLst>
                    <a:ext uri="{9D8B030D-6E8A-4147-A177-3AD203B41FA5}">
                      <a16:colId xmlns:a16="http://schemas.microsoft.com/office/drawing/2014/main" val="2490417346"/>
                    </a:ext>
                  </a:extLst>
                </a:gridCol>
                <a:gridCol w="3737996">
                  <a:extLst>
                    <a:ext uri="{9D8B030D-6E8A-4147-A177-3AD203B41FA5}">
                      <a16:colId xmlns:a16="http://schemas.microsoft.com/office/drawing/2014/main" val="3716667505"/>
                    </a:ext>
                  </a:extLst>
                </a:gridCol>
              </a:tblGrid>
              <a:tr h="486120">
                <a:tc>
                  <a:txBody>
                    <a:bodyPr/>
                    <a:lstStyle/>
                    <a:p>
                      <a:pPr algn="ctr" fontAlgn="ctr">
                        <a:buNone/>
                      </a:pPr>
                      <a:r>
                        <a:rPr lang="en-US" sz="2100" b="1" u="none" strike="noStrike" dirty="0">
                          <a:effectLst/>
                        </a:rPr>
                        <a:t>Feature</a:t>
                      </a:r>
                      <a:endParaRPr lang="en-US" sz="2100" b="1" i="0" u="none" strike="noStrike" dirty="0">
                        <a:effectLst/>
                        <a:latin typeface="Arial" panose="020B0604020202020204" pitchFamily="34" charset="0"/>
                      </a:endParaRPr>
                    </a:p>
                  </a:txBody>
                  <a:tcPr marL="109188" marR="109188" marT="54594" marB="54594" anchor="ctr"/>
                </a:tc>
                <a:tc>
                  <a:txBody>
                    <a:bodyPr/>
                    <a:lstStyle/>
                    <a:p>
                      <a:pPr algn="ctr" fontAlgn="ctr">
                        <a:buNone/>
                      </a:pPr>
                      <a:r>
                        <a:rPr lang="en-US" sz="2100" b="1" u="none" strike="noStrike" dirty="0">
                          <a:effectLst/>
                        </a:rPr>
                        <a:t>Best Libraries</a:t>
                      </a:r>
                      <a:endParaRPr lang="en-US" sz="2100" b="1" i="0" u="none" strike="noStrike" dirty="0">
                        <a:effectLst/>
                        <a:latin typeface="Arial" panose="020B0604020202020204" pitchFamily="34" charset="0"/>
                      </a:endParaRPr>
                    </a:p>
                  </a:txBody>
                  <a:tcPr marL="109188" marR="109188" marT="54594" marB="54594" anchor="ctr"/>
                </a:tc>
                <a:tc>
                  <a:txBody>
                    <a:bodyPr/>
                    <a:lstStyle/>
                    <a:p>
                      <a:pPr algn="ctr" fontAlgn="ctr">
                        <a:buNone/>
                      </a:pPr>
                      <a:r>
                        <a:rPr lang="en-US" sz="2100" b="1" u="none" strike="noStrike" dirty="0">
                          <a:effectLst/>
                        </a:rPr>
                        <a:t>Primary Use Case</a:t>
                      </a:r>
                      <a:endParaRPr lang="en-US" sz="2100" b="1" i="0" u="none" strike="noStrike" dirty="0">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1292653139"/>
                  </a:ext>
                </a:extLst>
              </a:tr>
              <a:tr h="486120">
                <a:tc>
                  <a:txBody>
                    <a:bodyPr/>
                    <a:lstStyle/>
                    <a:p>
                      <a:pPr algn="ctr" fontAlgn="ctr">
                        <a:buNone/>
                      </a:pPr>
                      <a:r>
                        <a:rPr lang="en-US" sz="2100" b="1" u="none" strike="noStrike">
                          <a:effectLst/>
                        </a:rPr>
                        <a:t>Static Plots</a:t>
                      </a:r>
                      <a:endParaRPr lang="en-US" sz="2100" b="1"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Matplotlib, Seaborn</a:t>
                      </a:r>
                      <a:endParaRPr lang="en-US" sz="2100" b="0"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Scientific papers, reports</a:t>
                      </a:r>
                      <a:endParaRPr lang="en-US" sz="2100" b="0" i="0" u="none" strike="noStrike">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723313857"/>
                  </a:ext>
                </a:extLst>
              </a:tr>
              <a:tr h="817565">
                <a:tc>
                  <a:txBody>
                    <a:bodyPr/>
                    <a:lstStyle/>
                    <a:p>
                      <a:pPr algn="ctr" fontAlgn="ctr">
                        <a:buNone/>
                      </a:pPr>
                      <a:r>
                        <a:rPr lang="en-US" sz="2100" b="1" u="none" strike="noStrike">
                          <a:effectLst/>
                        </a:rPr>
                        <a:t>Interactivity</a:t>
                      </a:r>
                      <a:endParaRPr lang="en-US" sz="2100" b="1"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Plotly, Bokeh, Altair</a:t>
                      </a:r>
                      <a:endParaRPr lang="en-US" sz="2100" b="0"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Web apps, exploratory analysis</a:t>
                      </a:r>
                      <a:endParaRPr lang="en-US" sz="2100" b="0" i="0" u="none" strike="noStrike">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3031130327"/>
                  </a:ext>
                </a:extLst>
              </a:tr>
              <a:tr h="817565">
                <a:tc>
                  <a:txBody>
                    <a:bodyPr/>
                    <a:lstStyle/>
                    <a:p>
                      <a:pPr algn="ctr" fontAlgn="ctr">
                        <a:buNone/>
                      </a:pPr>
                      <a:r>
                        <a:rPr lang="en-US" sz="2100" b="1" u="none" strike="noStrike">
                          <a:effectLst/>
                        </a:rPr>
                        <a:t>Statistical</a:t>
                      </a:r>
                      <a:endParaRPr lang="en-US" sz="2100" b="1"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Seaborn, Altair, plotnine</a:t>
                      </a:r>
                      <a:endParaRPr lang="en-US" sz="2100" b="0"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dirty="0">
                          <a:effectLst/>
                        </a:rPr>
                        <a:t>Exploring data distributions</a:t>
                      </a:r>
                      <a:endParaRPr lang="en-US" sz="2100" b="0" i="0" u="none" strike="noStrike" dirty="0">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2498312802"/>
                  </a:ext>
                </a:extLst>
              </a:tr>
              <a:tr h="817565">
                <a:tc>
                  <a:txBody>
                    <a:bodyPr/>
                    <a:lstStyle/>
                    <a:p>
                      <a:pPr algn="ctr" fontAlgn="ctr">
                        <a:buNone/>
                      </a:pPr>
                      <a:r>
                        <a:rPr lang="en-US" sz="2100" b="1" u="none" strike="noStrike">
                          <a:effectLst/>
                        </a:rPr>
                        <a:t>Geospatial</a:t>
                      </a:r>
                      <a:endParaRPr lang="en-US" sz="2100" b="1"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GeoPandas, Folium, Geoplotlib</a:t>
                      </a:r>
                      <a:endParaRPr lang="en-US" sz="2100" b="0"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Maps and spatial analysis</a:t>
                      </a:r>
                      <a:endParaRPr lang="en-US" sz="2100" b="0" i="0" u="none" strike="noStrike">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1734608884"/>
                  </a:ext>
                </a:extLst>
              </a:tr>
              <a:tr h="817565">
                <a:tc>
                  <a:txBody>
                    <a:bodyPr/>
                    <a:lstStyle/>
                    <a:p>
                      <a:pPr algn="ctr" fontAlgn="ctr">
                        <a:buNone/>
                      </a:pPr>
                      <a:r>
                        <a:rPr lang="en-US" sz="2100" b="1" u="none" strike="noStrike" dirty="0">
                          <a:effectLst/>
                        </a:rPr>
                        <a:t>Dashboards</a:t>
                      </a:r>
                      <a:endParaRPr lang="en-US" sz="2100" b="1" i="0" u="none" strike="noStrike" dirty="0">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a:effectLst/>
                        </a:rPr>
                        <a:t>Dash (Plotly), Streamlit, Panel</a:t>
                      </a:r>
                      <a:endParaRPr lang="en-US" sz="2100" b="0" i="0" u="none" strike="noStrike">
                        <a:effectLst/>
                        <a:latin typeface="Arial" panose="020B0604020202020204" pitchFamily="34" charset="0"/>
                      </a:endParaRPr>
                    </a:p>
                  </a:txBody>
                  <a:tcPr marL="109188" marR="109188" marT="54594" marB="54594" anchor="ctr"/>
                </a:tc>
                <a:tc>
                  <a:txBody>
                    <a:bodyPr/>
                    <a:lstStyle/>
                    <a:p>
                      <a:pPr algn="ctr" fontAlgn="ctr">
                        <a:buNone/>
                      </a:pPr>
                      <a:r>
                        <a:rPr lang="en-US" sz="2100" b="0" u="none" strike="noStrike" dirty="0">
                          <a:effectLst/>
                        </a:rPr>
                        <a:t>Building analytical web apps</a:t>
                      </a:r>
                      <a:endParaRPr lang="en-US" sz="2100" b="0" i="0" u="none" strike="noStrike" dirty="0">
                        <a:effectLst/>
                        <a:latin typeface="Arial" panose="020B0604020202020204" pitchFamily="34" charset="0"/>
                      </a:endParaRPr>
                    </a:p>
                  </a:txBody>
                  <a:tcPr marL="109188" marR="109188" marT="54594" marB="54594" anchor="ctr"/>
                </a:tc>
                <a:extLst>
                  <a:ext uri="{0D108BD9-81ED-4DB2-BD59-A6C34878D82A}">
                    <a16:rowId xmlns:a16="http://schemas.microsoft.com/office/drawing/2014/main" val="1528029382"/>
                  </a:ext>
                </a:extLst>
              </a:tr>
            </a:tbl>
          </a:graphicData>
        </a:graphic>
      </p:graphicFrame>
    </p:spTree>
    <p:extLst>
      <p:ext uri="{BB962C8B-B14F-4D97-AF65-F5344CB8AC3E}">
        <p14:creationId xmlns:p14="http://schemas.microsoft.com/office/powerpoint/2010/main" val="2112492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72918-0602-62A6-D82A-6F6520CE3E53}"/>
              </a:ext>
            </a:extLst>
          </p:cNvPr>
          <p:cNvSpPr>
            <a:spLocks noGrp="1"/>
          </p:cNvSpPr>
          <p:nvPr>
            <p:ph type="title"/>
          </p:nvPr>
        </p:nvSpPr>
        <p:spPr>
          <a:xfrm>
            <a:off x="686834" y="1153572"/>
            <a:ext cx="3200400" cy="4461163"/>
          </a:xfrm>
        </p:spPr>
        <p:txBody>
          <a:bodyPr>
            <a:normAutofit/>
          </a:bodyPr>
          <a:lstStyle/>
          <a:p>
            <a:r>
              <a:rPr lang="en-US">
                <a:solidFill>
                  <a:srgbClr val="FFFFFF"/>
                </a:solidFill>
              </a:rPr>
              <a:t>Quetion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DA43F03-AC61-4A99-7210-AA9F6C1CF9BA}"/>
              </a:ext>
            </a:extLst>
          </p:cNvPr>
          <p:cNvSpPr>
            <a:spLocks noGrp="1"/>
          </p:cNvSpPr>
          <p:nvPr>
            <p:ph idx="1"/>
          </p:nvPr>
        </p:nvSpPr>
        <p:spPr>
          <a:xfrm>
            <a:off x="4447308" y="591344"/>
            <a:ext cx="7371312" cy="5718016"/>
          </a:xfrm>
        </p:spPr>
        <p:txBody>
          <a:bodyPr anchor="ctr">
            <a:normAutofit/>
          </a:bodyPr>
          <a:lstStyle/>
          <a:p>
            <a:pPr marL="0" indent="0">
              <a:buNone/>
            </a:pPr>
            <a:r>
              <a:rPr lang="en-US" dirty="0"/>
              <a:t>What is the difference between all these data visualization tools and libraries with </a:t>
            </a:r>
            <a:r>
              <a:rPr lang="en-US" b="1" dirty="0"/>
              <a:t>Microsoft Bower BI </a:t>
            </a:r>
            <a:r>
              <a:rPr lang="en-US" dirty="0"/>
              <a:t>or similar tools?</a:t>
            </a:r>
          </a:p>
        </p:txBody>
      </p:sp>
    </p:spTree>
    <p:extLst>
      <p:ext uri="{BB962C8B-B14F-4D97-AF65-F5344CB8AC3E}">
        <p14:creationId xmlns:p14="http://schemas.microsoft.com/office/powerpoint/2010/main" val="161082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12548C-3F4D-1776-0CF7-6A6282F3AF73}"/>
              </a:ext>
            </a:extLst>
          </p:cNvPr>
          <p:cNvSpPr>
            <a:spLocks noGrp="1"/>
          </p:cNvSpPr>
          <p:nvPr>
            <p:ph type="title"/>
          </p:nvPr>
        </p:nvSpPr>
        <p:spPr>
          <a:xfrm>
            <a:off x="686834" y="1153572"/>
            <a:ext cx="3200400" cy="4461163"/>
          </a:xfrm>
        </p:spPr>
        <p:txBody>
          <a:bodyPr>
            <a:normAutofit/>
          </a:bodyPr>
          <a:lstStyle/>
          <a:p>
            <a:r>
              <a:rPr lang="en-US" sz="4100">
                <a:solidFill>
                  <a:srgbClr val="FFFFFF"/>
                </a:solidFill>
              </a:rPr>
              <a:t>Better understanding  about the comparisons between data visualization tools</a:t>
            </a:r>
          </a:p>
        </p:txBody>
      </p:sp>
      <p:sp>
        <p:nvSpPr>
          <p:cNvPr id="43" name="Arc 4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1F0507E-3538-CADE-AA8D-47DBDA5313C8}"/>
              </a:ext>
            </a:extLst>
          </p:cNvPr>
          <p:cNvSpPr>
            <a:spLocks noGrp="1"/>
          </p:cNvSpPr>
          <p:nvPr>
            <p:ph idx="1"/>
          </p:nvPr>
        </p:nvSpPr>
        <p:spPr>
          <a:xfrm>
            <a:off x="4167270" y="295671"/>
            <a:ext cx="7466565" cy="6176963"/>
          </a:xfrm>
        </p:spPr>
        <p:txBody>
          <a:bodyPr anchor="ctr">
            <a:noAutofit/>
          </a:bodyPr>
          <a:lstStyle/>
          <a:p>
            <a:pPr marL="0" indent="0">
              <a:buNone/>
            </a:pPr>
            <a:r>
              <a:rPr lang="en-US" sz="1200" b="1" dirty="0"/>
              <a:t>1. Python libraries (Matplotlib, Seaborn, Plotly, etc.)</a:t>
            </a:r>
          </a:p>
          <a:p>
            <a:pPr marL="0" indent="0">
              <a:buNone/>
            </a:pPr>
            <a:r>
              <a:rPr lang="en-US" sz="1200" dirty="0"/>
              <a:t>These are </a:t>
            </a:r>
            <a:r>
              <a:rPr lang="en-US" sz="1200" b="1" dirty="0"/>
              <a:t>code-based tools</a:t>
            </a:r>
            <a:r>
              <a:rPr lang="en-US" sz="1200" dirty="0"/>
              <a:t> used inside programming environments (like Python notebooks or apps).</a:t>
            </a:r>
          </a:p>
          <a:p>
            <a:pPr marL="0" indent="0">
              <a:buNone/>
            </a:pPr>
            <a:r>
              <a:rPr lang="en-US" sz="1200" b="1" dirty="0"/>
              <a:t>You write code</a:t>
            </a:r>
            <a:r>
              <a:rPr lang="en-US" sz="1200" dirty="0"/>
              <a:t> to create visualizations and analysis. Very </a:t>
            </a:r>
            <a:r>
              <a:rPr lang="en-US" sz="1200" b="1" dirty="0"/>
              <a:t>flexible and customizable</a:t>
            </a:r>
            <a:r>
              <a:rPr lang="en-US" sz="1200" dirty="0"/>
              <a:t>. Great for </a:t>
            </a:r>
            <a:r>
              <a:rPr lang="en-US" sz="1200" b="1" dirty="0"/>
              <a:t>research, prototyping, and advanced analytics</a:t>
            </a:r>
            <a:r>
              <a:rPr lang="en-US" sz="1200" dirty="0"/>
              <a:t>. </a:t>
            </a:r>
          </a:p>
          <a:p>
            <a:pPr marL="0" indent="0">
              <a:buNone/>
            </a:pPr>
            <a:r>
              <a:rPr lang="en-US" sz="1200" dirty="0"/>
              <a:t>Can be integrated into </a:t>
            </a:r>
            <a:r>
              <a:rPr lang="en-US" sz="1200" b="1" dirty="0"/>
              <a:t>AI/ML pipelines</a:t>
            </a:r>
            <a:r>
              <a:rPr lang="en-US" sz="1200" dirty="0"/>
              <a:t>. </a:t>
            </a:r>
          </a:p>
          <a:p>
            <a:pPr>
              <a:buFont typeface="Wingdings" panose="05000000000000000000" pitchFamily="2" charset="2"/>
              <a:buChar char="Ø"/>
            </a:pPr>
            <a:r>
              <a:rPr lang="en-US" sz="1200" dirty="0"/>
              <a:t>Example:</a:t>
            </a:r>
          </a:p>
          <a:p>
            <a:pPr lvl="1">
              <a:buFont typeface="Wingdings" panose="05000000000000000000" pitchFamily="2" charset="2"/>
              <a:buChar char="Ø"/>
            </a:pPr>
            <a:r>
              <a:rPr lang="en-US" sz="1200" dirty="0"/>
              <a:t>Matplotlib → static charts for papers </a:t>
            </a:r>
          </a:p>
          <a:p>
            <a:pPr lvl="1">
              <a:buFont typeface="Wingdings" panose="05000000000000000000" pitchFamily="2" charset="2"/>
              <a:buChar char="Ø"/>
            </a:pPr>
            <a:r>
              <a:rPr lang="en-US" sz="1200" dirty="0"/>
              <a:t>Plotly → interactive charts in apps </a:t>
            </a:r>
          </a:p>
          <a:p>
            <a:pPr lvl="1">
              <a:buFont typeface="Wingdings" panose="05000000000000000000" pitchFamily="2" charset="2"/>
              <a:buChar char="Ø"/>
            </a:pPr>
            <a:r>
              <a:rPr lang="en-US" sz="1200" dirty="0" err="1"/>
              <a:t>GeoPandas</a:t>
            </a:r>
            <a:r>
              <a:rPr lang="en-US" sz="1200" dirty="0"/>
              <a:t> → spatial analysis </a:t>
            </a:r>
          </a:p>
          <a:p>
            <a:pPr lvl="1">
              <a:buFont typeface="Wingdings" panose="05000000000000000000" pitchFamily="2" charset="2"/>
              <a:buChar char="Ø"/>
            </a:pPr>
            <a:r>
              <a:rPr lang="en-US" sz="1200" dirty="0"/>
              <a:t>Think: </a:t>
            </a:r>
            <a:r>
              <a:rPr lang="en-US" sz="1200" i="1" dirty="0"/>
              <a:t>“I build everything myself using code.”</a:t>
            </a:r>
          </a:p>
          <a:p>
            <a:pPr lvl="1">
              <a:buFont typeface="Wingdings" panose="05000000000000000000" pitchFamily="2" charset="2"/>
              <a:buChar char="Ø"/>
            </a:pPr>
            <a:endParaRPr lang="en-US" sz="1200" dirty="0"/>
          </a:p>
          <a:p>
            <a:pPr marL="0" indent="0">
              <a:buNone/>
            </a:pPr>
            <a:r>
              <a:rPr lang="en-US" sz="1200" b="1" dirty="0"/>
              <a:t>2. Dashboard frameworks (</a:t>
            </a:r>
            <a:r>
              <a:rPr lang="en-US" sz="1200" b="1" dirty="0" err="1"/>
              <a:t>Streamlit</a:t>
            </a:r>
            <a:r>
              <a:rPr lang="en-US" sz="1200" b="1" dirty="0"/>
              <a:t>, Dash, Panel)</a:t>
            </a:r>
          </a:p>
          <a:p>
            <a:pPr marL="0" indent="0">
              <a:buNone/>
            </a:pPr>
            <a:r>
              <a:rPr lang="en-US" sz="1200" dirty="0"/>
              <a:t>These are also code-based but focus on </a:t>
            </a:r>
            <a:r>
              <a:rPr lang="en-US" sz="1200" b="1" dirty="0"/>
              <a:t>turning your Python code into web apps/dashboards</a:t>
            </a:r>
            <a:r>
              <a:rPr lang="en-US" sz="1200" dirty="0"/>
              <a:t>. Still require programming (Python). </a:t>
            </a:r>
          </a:p>
          <a:p>
            <a:pPr marL="0" indent="0">
              <a:buNone/>
            </a:pPr>
            <a:r>
              <a:rPr lang="en-US" sz="1200" dirty="0"/>
              <a:t>Designed to build </a:t>
            </a:r>
            <a:r>
              <a:rPr lang="en-US" sz="1200" b="1" dirty="0"/>
              <a:t>interactive analytical apps quickly</a:t>
            </a:r>
            <a:r>
              <a:rPr lang="en-US" sz="1200" dirty="0"/>
              <a:t>.  Often used for </a:t>
            </a:r>
            <a:r>
              <a:rPr lang="en-US" sz="1200" b="1" dirty="0"/>
              <a:t>sharing models or results with others</a:t>
            </a:r>
            <a:r>
              <a:rPr lang="en-US" sz="1200" dirty="0"/>
              <a:t>. </a:t>
            </a:r>
          </a:p>
          <a:p>
            <a:pPr marL="0" indent="0">
              <a:buNone/>
            </a:pPr>
            <a:r>
              <a:rPr lang="en-US" sz="1200" dirty="0"/>
              <a:t>Think: </a:t>
            </a:r>
            <a:r>
              <a:rPr lang="en-US" sz="1200" i="1" dirty="0"/>
              <a:t>“I build a lightweight web app from my code.”</a:t>
            </a:r>
            <a:endParaRPr lang="en-US" sz="1200" dirty="0"/>
          </a:p>
          <a:p>
            <a:pPr marL="0" indent="0">
              <a:buNone/>
            </a:pPr>
            <a:br>
              <a:rPr lang="en-US" sz="1200" dirty="0"/>
            </a:br>
            <a:r>
              <a:rPr lang="en-US" sz="1200" b="1" dirty="0"/>
              <a:t>3. Microsoft Power BI (and similar tools like Tableau)</a:t>
            </a:r>
          </a:p>
          <a:p>
            <a:pPr marL="0" indent="0">
              <a:buNone/>
            </a:pPr>
            <a:r>
              <a:rPr lang="en-US" sz="1200" dirty="0"/>
              <a:t>These are </a:t>
            </a:r>
            <a:r>
              <a:rPr lang="en-US" sz="1200" b="1" dirty="0"/>
              <a:t>low-code / no-code BI (Business Intelligence) platforms</a:t>
            </a:r>
            <a:r>
              <a:rPr lang="en-US" sz="1200" dirty="0"/>
              <a:t>. Mostly </a:t>
            </a:r>
            <a:r>
              <a:rPr lang="en-US" sz="1200" b="1" dirty="0"/>
              <a:t>drag-and-drop interface</a:t>
            </a:r>
            <a:r>
              <a:rPr lang="en-US" sz="1200" dirty="0"/>
              <a:t> (minimal coding). </a:t>
            </a:r>
          </a:p>
          <a:p>
            <a:pPr marL="0" indent="0">
              <a:buNone/>
            </a:pPr>
            <a:r>
              <a:rPr lang="en-US" sz="1200" dirty="0"/>
              <a:t>Designed for </a:t>
            </a:r>
            <a:r>
              <a:rPr lang="en-US" sz="1200" b="1" dirty="0"/>
              <a:t>business reporting and decision-making</a:t>
            </a:r>
            <a:r>
              <a:rPr lang="en-US" sz="1200" dirty="0"/>
              <a:t>.  Strong built-in </a:t>
            </a:r>
            <a:r>
              <a:rPr lang="en-US" sz="1200" b="1" dirty="0"/>
              <a:t>data connectors (Excel, SQL, cloud, etc.)</a:t>
            </a:r>
            <a:r>
              <a:rPr lang="en-US" sz="1200" dirty="0"/>
              <a:t>. </a:t>
            </a:r>
          </a:p>
          <a:p>
            <a:pPr marL="0" indent="0">
              <a:buNone/>
            </a:pPr>
            <a:r>
              <a:rPr lang="en-US" sz="1200" dirty="0"/>
              <a:t>Focus on </a:t>
            </a:r>
            <a:r>
              <a:rPr lang="en-US" sz="1200" b="1" dirty="0"/>
              <a:t>dashboards, KPIs, and reporting</a:t>
            </a:r>
            <a:r>
              <a:rPr lang="en-US" sz="1200" dirty="0"/>
              <a:t>. </a:t>
            </a:r>
          </a:p>
          <a:p>
            <a:pPr marL="0" indent="0">
              <a:buNone/>
            </a:pPr>
            <a:r>
              <a:rPr lang="en-US" sz="1200" dirty="0"/>
              <a:t>Think: </a:t>
            </a:r>
            <a:r>
              <a:rPr lang="en-US" sz="1200" i="1" dirty="0"/>
              <a:t>“I connect data and visually build dashboards quickly without coding.”</a:t>
            </a:r>
            <a:endParaRPr lang="en-US" sz="1200" dirty="0"/>
          </a:p>
          <a:p>
            <a:pPr marL="0" indent="0">
              <a:buNone/>
            </a:pPr>
            <a:endParaRPr lang="en-US" sz="1200" dirty="0"/>
          </a:p>
        </p:txBody>
      </p:sp>
    </p:spTree>
    <p:extLst>
      <p:ext uri="{BB962C8B-B14F-4D97-AF65-F5344CB8AC3E}">
        <p14:creationId xmlns:p14="http://schemas.microsoft.com/office/powerpoint/2010/main" val="1440850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B8FC90-01F6-89A2-F118-1611D03C77E0}"/>
              </a:ext>
            </a:extLst>
          </p:cNvPr>
          <p:cNvSpPr>
            <a:spLocks noGrp="1"/>
          </p:cNvSpPr>
          <p:nvPr>
            <p:ph idx="1"/>
          </p:nvPr>
        </p:nvSpPr>
        <p:spPr>
          <a:xfrm>
            <a:off x="200641" y="927634"/>
            <a:ext cx="5353136" cy="3442235"/>
          </a:xfrm>
        </p:spPr>
        <p:txBody>
          <a:bodyPr>
            <a:normAutofit/>
          </a:bodyPr>
          <a:lstStyle/>
          <a:p>
            <a:pPr marL="0" indent="0" algn="just" fontAlgn="auto">
              <a:buNone/>
            </a:pPr>
            <a:r>
              <a:rPr lang="en-US" sz="2000" dirty="0">
                <a:latin typeface="Times New Roman" panose="02020603050405020304" pitchFamily="18" charset="0"/>
                <a:cs typeface="Times New Roman" panose="02020603050405020304" pitchFamily="18" charset="0"/>
              </a:rPr>
              <a:t>Which one do you think the audience will be able to draw more information/attention from? </a:t>
            </a:r>
          </a:p>
          <a:p>
            <a:pPr marL="0" indent="0" algn="just" fontAlgn="auto">
              <a:buNone/>
            </a:pPr>
            <a:r>
              <a:rPr lang="en-US" sz="2000" dirty="0">
                <a:latin typeface="Times New Roman" panose="02020603050405020304" pitchFamily="18" charset="0"/>
                <a:cs typeface="Times New Roman" panose="02020603050405020304" pitchFamily="18" charset="0"/>
              </a:rPr>
              <a:t>Simple is better:</a:t>
            </a:r>
          </a:p>
          <a:p>
            <a:pPr lvl="1" algn="just"/>
            <a:r>
              <a:rPr lang="en-US" sz="2000" dirty="0">
                <a:latin typeface="Times New Roman" panose="02020603050405020304" pitchFamily="18" charset="0"/>
                <a:cs typeface="Times New Roman" panose="02020603050405020304" pitchFamily="18" charset="0"/>
              </a:rPr>
              <a:t>Searching on Google is the simplest thing and this people-centric and ease-of-use approach is what the brand is known for. Therefore, the logo of such a brand needed to be simplistic as well.</a:t>
            </a:r>
          </a:p>
          <a:p>
            <a:pPr lvl="1" algn="just"/>
            <a:r>
              <a:rPr lang="en-US" sz="2000" dirty="0">
                <a:latin typeface="Times New Roman" panose="02020603050405020304" pitchFamily="18" charset="0"/>
                <a:cs typeface="Times New Roman" panose="02020603050405020304" pitchFamily="18" charset="0"/>
              </a:rPr>
              <a:t>Every single element you add to a blank page takes up cognitive load on the part of your audience</a:t>
            </a:r>
          </a:p>
          <a:p>
            <a:pPr lvl="1" algn="just"/>
            <a:endParaRPr lang="en-US" sz="2000" dirty="0">
              <a:latin typeface="Times New Roman" panose="02020603050405020304" pitchFamily="18" charset="0"/>
              <a:cs typeface="Times New Roman" panose="02020603050405020304" pitchFamily="18" charset="0"/>
            </a:endParaRPr>
          </a:p>
          <a:p>
            <a:pPr marL="0" indent="0" algn="just" fontAlgn="auto">
              <a:buNone/>
            </a:pP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D29760B-6A4E-F615-D75B-A89563CC7157}"/>
              </a:ext>
            </a:extLst>
          </p:cNvPr>
          <p:cNvPicPr>
            <a:picLocks noChangeAspect="1"/>
          </p:cNvPicPr>
          <p:nvPr/>
        </p:nvPicPr>
        <p:blipFill>
          <a:blip r:embed="rId3"/>
          <a:stretch>
            <a:fillRect/>
          </a:stretch>
        </p:blipFill>
        <p:spPr>
          <a:xfrm>
            <a:off x="5694173" y="927634"/>
            <a:ext cx="6297186" cy="2767666"/>
          </a:xfrm>
          <a:prstGeom prst="rect">
            <a:avLst/>
          </a:prstGeom>
        </p:spPr>
      </p:pic>
      <p:sp>
        <p:nvSpPr>
          <p:cNvPr id="8" name="Content Placeholder 2">
            <a:extLst>
              <a:ext uri="{FF2B5EF4-FFF2-40B4-BE49-F238E27FC236}">
                <a16:creationId xmlns:a16="http://schemas.microsoft.com/office/drawing/2014/main" id="{61487A59-F0CF-104D-2706-BE233254E915}"/>
              </a:ext>
            </a:extLst>
          </p:cNvPr>
          <p:cNvSpPr txBox="1">
            <a:spLocks/>
          </p:cNvSpPr>
          <p:nvPr/>
        </p:nvSpPr>
        <p:spPr>
          <a:xfrm>
            <a:off x="702644" y="187382"/>
            <a:ext cx="10886173" cy="5537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dirty="0">
                <a:latin typeface="Times New Roman" panose="02020603050405020304" pitchFamily="18" charset="0"/>
                <a:cs typeface="Times New Roman" panose="02020603050405020304" pitchFamily="18" charset="0"/>
              </a:rPr>
              <a:t>Clutter is your Enemy in Data Visualization</a:t>
            </a:r>
          </a:p>
        </p:txBody>
      </p:sp>
      <p:sp>
        <p:nvSpPr>
          <p:cNvPr id="10" name="Content Placeholder 2">
            <a:extLst>
              <a:ext uri="{FF2B5EF4-FFF2-40B4-BE49-F238E27FC236}">
                <a16:creationId xmlns:a16="http://schemas.microsoft.com/office/drawing/2014/main" id="{0C0E79DC-F3CB-7930-0E67-A4C75985DEAB}"/>
              </a:ext>
            </a:extLst>
          </p:cNvPr>
          <p:cNvSpPr txBox="1">
            <a:spLocks/>
          </p:cNvSpPr>
          <p:nvPr/>
        </p:nvSpPr>
        <p:spPr>
          <a:xfrm>
            <a:off x="652913" y="4369870"/>
            <a:ext cx="5228123" cy="21142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r>
              <a:rPr lang="en-US" sz="2000" b="1" dirty="0">
                <a:latin typeface="Times New Roman" panose="02020603050405020304" pitchFamily="18" charset="0"/>
                <a:cs typeface="Times New Roman" panose="02020603050405020304" pitchFamily="18" charset="0"/>
              </a:rPr>
              <a:t>Conclusion: </a:t>
            </a:r>
          </a:p>
          <a:p>
            <a:r>
              <a:rPr lang="en-US" sz="2000" dirty="0">
                <a:latin typeface="Times New Roman" panose="02020603050405020304" pitchFamily="18" charset="0"/>
                <a:cs typeface="Times New Roman" panose="02020603050405020304" pitchFamily="18" charset="0"/>
              </a:rPr>
              <a:t>Anything that doesn’t add enough informative value should be removed</a:t>
            </a:r>
          </a:p>
          <a:p>
            <a:pPr algn="just"/>
            <a:r>
              <a:rPr lang="en-US" sz="2000" dirty="0">
                <a:latin typeface="Times New Roman" panose="02020603050405020304" pitchFamily="18" charset="0"/>
                <a:cs typeface="Times New Roman" panose="02020603050405020304" pitchFamily="18" charset="0"/>
              </a:rPr>
              <a:t>Identifying and eliminating such clutter is a key!</a:t>
            </a:r>
            <a:r>
              <a:rPr lang="en-US" sz="2000" b="1"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B9E0EA18-985D-6A23-A744-2506DBFCAFBD}"/>
              </a:ext>
            </a:extLst>
          </p:cNvPr>
          <p:cNvPicPr>
            <a:picLocks noChangeAspect="1"/>
          </p:cNvPicPr>
          <p:nvPr/>
        </p:nvPicPr>
        <p:blipFill>
          <a:blip r:embed="rId4"/>
          <a:stretch>
            <a:fillRect/>
          </a:stretch>
        </p:blipFill>
        <p:spPr>
          <a:xfrm>
            <a:off x="5870921" y="3881789"/>
            <a:ext cx="5668166" cy="2772162"/>
          </a:xfrm>
          <a:prstGeom prst="rect">
            <a:avLst/>
          </a:prstGeom>
        </p:spPr>
      </p:pic>
    </p:spTree>
    <p:extLst>
      <p:ext uri="{BB962C8B-B14F-4D97-AF65-F5344CB8AC3E}">
        <p14:creationId xmlns:p14="http://schemas.microsoft.com/office/powerpoint/2010/main" val="47969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ABFC911-F6C2-14FA-2A90-8DA00D1D4A44}"/>
              </a:ext>
            </a:extLst>
          </p:cNvPr>
          <p:cNvPicPr>
            <a:picLocks noChangeAspect="1"/>
          </p:cNvPicPr>
          <p:nvPr/>
        </p:nvPicPr>
        <p:blipFill>
          <a:blip r:embed="rId2"/>
          <a:srcRect t="11779" b="12390"/>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3000438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9334B4-7248-6AF9-ABE7-4E23D07D30E0}"/>
              </a:ext>
            </a:extLst>
          </p:cNvPr>
          <p:cNvSpPr>
            <a:spLocks noGrp="1"/>
          </p:cNvSpPr>
          <p:nvPr>
            <p:ph type="title"/>
          </p:nvPr>
        </p:nvSpPr>
        <p:spPr>
          <a:xfrm>
            <a:off x="411480" y="991443"/>
            <a:ext cx="4443154" cy="1087819"/>
          </a:xfrm>
        </p:spPr>
        <p:txBody>
          <a:bodyPr anchor="b">
            <a:normAutofit/>
          </a:bodyPr>
          <a:lstStyle/>
          <a:p>
            <a:r>
              <a:rPr lang="en-US" sz="3400" b="1">
                <a:latin typeface="Times New Roman" panose="02020603050405020304" pitchFamily="18" charset="0"/>
                <a:cs typeface="Times New Roman" panose="02020603050405020304" pitchFamily="18" charset="0"/>
              </a:rPr>
              <a:t>The Basic of Visualization</a:t>
            </a:r>
            <a:endParaRPr lang="en-NZ" sz="3400" b="1">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BF844C1-94FE-B028-E157-9A50597BC2BE}"/>
              </a:ext>
            </a:extLst>
          </p:cNvPr>
          <p:cNvSpPr>
            <a:spLocks noGrp="1"/>
          </p:cNvSpPr>
          <p:nvPr>
            <p:ph idx="1"/>
          </p:nvPr>
        </p:nvSpPr>
        <p:spPr>
          <a:xfrm>
            <a:off x="267463" y="2440845"/>
            <a:ext cx="5166359" cy="3831005"/>
          </a:xfrm>
        </p:spPr>
        <p:txBody>
          <a:bodyPr>
            <a:noAutofit/>
          </a:bodyPr>
          <a:lstStyle/>
          <a:p>
            <a:r>
              <a:rPr lang="en-US" sz="1200" dirty="0">
                <a:latin typeface="Times New Roman" panose="02020603050405020304" pitchFamily="18" charset="0"/>
                <a:cs typeface="Times New Roman" panose="02020603050405020304" pitchFamily="18" charset="0"/>
              </a:rPr>
              <a:t>Visualization is related to vision (seeing through eyes), one of the major human senses to interact with the world.</a:t>
            </a:r>
          </a:p>
          <a:p>
            <a:r>
              <a:rPr lang="en-US" sz="1200" dirty="0">
                <a:latin typeface="Times New Roman" panose="02020603050405020304" pitchFamily="18" charset="0"/>
                <a:cs typeface="Times New Roman" panose="02020603050405020304" pitchFamily="18" charset="0"/>
              </a:rPr>
              <a:t>Visualization is the process of forming visual image of things that can be seen through eyes (or imagined in human mind). </a:t>
            </a:r>
          </a:p>
          <a:p>
            <a:r>
              <a:rPr lang="en-US" sz="1200" dirty="0">
                <a:latin typeface="Times New Roman" panose="02020603050405020304" pitchFamily="18" charset="0"/>
                <a:cs typeface="Times New Roman" panose="02020603050405020304" pitchFamily="18" charset="0"/>
              </a:rPr>
              <a:t>What can be visualized? </a:t>
            </a:r>
          </a:p>
          <a:p>
            <a:pPr lvl="1"/>
            <a:r>
              <a:rPr lang="en-US" sz="1200" dirty="0">
                <a:latin typeface="Times New Roman" panose="02020603050405020304" pitchFamily="18" charset="0"/>
                <a:cs typeface="Times New Roman" panose="02020603050405020304" pitchFamily="18" charset="0"/>
              </a:rPr>
              <a:t>Visible reality: person, animal, building, mountain. </a:t>
            </a:r>
          </a:p>
          <a:p>
            <a:pPr lvl="1"/>
            <a:r>
              <a:rPr lang="en-US" sz="1200" dirty="0">
                <a:latin typeface="Times New Roman" panose="02020603050405020304" pitchFamily="18" charset="0"/>
                <a:cs typeface="Times New Roman" panose="02020603050405020304" pitchFamily="18" charset="0"/>
              </a:rPr>
              <a:t>Hidden reality: earth core, blood vessel, universe. </a:t>
            </a:r>
          </a:p>
          <a:p>
            <a:pPr lvl="1"/>
            <a:r>
              <a:rPr lang="en-US" sz="1200" dirty="0">
                <a:latin typeface="Times New Roman" panose="02020603050405020304" pitchFamily="18" charset="0"/>
                <a:cs typeface="Times New Roman" panose="02020603050405020304" pitchFamily="18" charset="0"/>
              </a:rPr>
              <a:t>Invisible reality: wind, air, heat, electron, sound, smell, magnetic fields. </a:t>
            </a:r>
          </a:p>
          <a:p>
            <a:pPr lvl="1"/>
            <a:r>
              <a:rPr lang="en-US" sz="1200" dirty="0">
                <a:latin typeface="Times New Roman" panose="02020603050405020304" pitchFamily="18" charset="0"/>
                <a:cs typeface="Times New Roman" panose="02020603050405020304" pitchFamily="18" charset="0"/>
              </a:rPr>
              <a:t>Abstract entity: data, information, idea, hierarchy, process, relationship. </a:t>
            </a:r>
          </a:p>
          <a:p>
            <a:r>
              <a:rPr lang="en-US" sz="1200" dirty="0">
                <a:latin typeface="Times New Roman" panose="02020603050405020304" pitchFamily="18" charset="0"/>
                <a:cs typeface="Times New Roman" panose="02020603050405020304" pitchFamily="18" charset="0"/>
              </a:rPr>
              <a:t> How to visualize them? – Types/features of visualization forms.</a:t>
            </a:r>
          </a:p>
          <a:p>
            <a:pPr lvl="1"/>
            <a:r>
              <a:rPr lang="en-US" sz="1200" dirty="0">
                <a:latin typeface="Times New Roman" panose="02020603050405020304" pitchFamily="18" charset="0"/>
                <a:cs typeface="Times New Roman" panose="02020603050405020304" pitchFamily="18" charset="0"/>
              </a:rPr>
              <a:t>2D vs 3D. </a:t>
            </a:r>
          </a:p>
          <a:p>
            <a:pPr lvl="1"/>
            <a:r>
              <a:rPr lang="en-US" sz="1200" dirty="0">
                <a:latin typeface="Times New Roman" panose="02020603050405020304" pitchFamily="18" charset="0"/>
                <a:cs typeface="Times New Roman" panose="02020603050405020304" pitchFamily="18" charset="0"/>
              </a:rPr>
              <a:t>Static vs motion.</a:t>
            </a:r>
          </a:p>
          <a:p>
            <a:pPr lvl="1"/>
            <a:r>
              <a:rPr lang="en-US" sz="1200" dirty="0">
                <a:latin typeface="Times New Roman" panose="02020603050405020304" pitchFamily="18" charset="0"/>
                <a:cs typeface="Times New Roman" panose="02020603050405020304" pitchFamily="18" charset="0"/>
              </a:rPr>
              <a:t>Virtual vs materialized. </a:t>
            </a:r>
          </a:p>
          <a:p>
            <a:pPr lvl="1"/>
            <a:r>
              <a:rPr lang="en-US" sz="1200" dirty="0">
                <a:latin typeface="Times New Roman" panose="02020603050405020304" pitchFamily="18" charset="0"/>
                <a:cs typeface="Times New Roman" panose="02020603050405020304" pitchFamily="18" charset="0"/>
              </a:rPr>
              <a:t>Realistic vs abstract. </a:t>
            </a:r>
          </a:p>
          <a:p>
            <a:r>
              <a:rPr lang="en-US" sz="1200" dirty="0">
                <a:latin typeface="Times New Roman" panose="02020603050405020304" pitchFamily="18" charset="0"/>
                <a:cs typeface="Times New Roman" panose="02020603050405020304" pitchFamily="18" charset="0"/>
              </a:rPr>
              <a:t>The visualization process (and the result) may change the original form of things (or create a new form) for better understanding and communication. </a:t>
            </a:r>
          </a:p>
        </p:txBody>
      </p:sp>
      <p:pic>
        <p:nvPicPr>
          <p:cNvPr id="6" name="Picture 5">
            <a:extLst>
              <a:ext uri="{FF2B5EF4-FFF2-40B4-BE49-F238E27FC236}">
                <a16:creationId xmlns:a16="http://schemas.microsoft.com/office/drawing/2014/main" id="{C055C246-DA42-34D9-7FBA-8547764E7D36}"/>
              </a:ext>
            </a:extLst>
          </p:cNvPr>
          <p:cNvPicPr>
            <a:picLocks noChangeAspect="1"/>
          </p:cNvPicPr>
          <p:nvPr/>
        </p:nvPicPr>
        <p:blipFill>
          <a:blip r:embed="rId3"/>
          <a:stretch>
            <a:fillRect/>
          </a:stretch>
        </p:blipFill>
        <p:spPr>
          <a:xfrm>
            <a:off x="5385816" y="1759015"/>
            <a:ext cx="6440424" cy="3284615"/>
          </a:xfrm>
          <a:prstGeom prst="rect">
            <a:avLst/>
          </a:prstGeom>
        </p:spPr>
      </p:pic>
    </p:spTree>
    <p:extLst>
      <p:ext uri="{BB962C8B-B14F-4D97-AF65-F5344CB8AC3E}">
        <p14:creationId xmlns:p14="http://schemas.microsoft.com/office/powerpoint/2010/main" val="1230382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73FDB-FF05-81AD-15E9-8E3C25AF3941}"/>
              </a:ext>
            </a:extLst>
          </p:cNvPr>
          <p:cNvSpPr>
            <a:spLocks noGrp="1"/>
          </p:cNvSpPr>
          <p:nvPr>
            <p:ph type="title"/>
          </p:nvPr>
        </p:nvSpPr>
        <p:spPr>
          <a:xfrm>
            <a:off x="616819" y="230372"/>
            <a:ext cx="10515600" cy="635902"/>
          </a:xfrm>
        </p:spPr>
        <p:txBody>
          <a:bodyPr>
            <a:normAutofit/>
          </a:bodyPr>
          <a:lstStyle/>
          <a:p>
            <a:pPr algn="ctr"/>
            <a:r>
              <a:rPr lang="en-US" sz="3600" b="1" dirty="0">
                <a:latin typeface="Times New Roman" panose="02020603050405020304" pitchFamily="18" charset="0"/>
                <a:cs typeface="Times New Roman" panose="02020603050405020304" pitchFamily="18" charset="0"/>
              </a:rPr>
              <a:t>WHAT IS DATA VISUALIZATION? </a:t>
            </a:r>
          </a:p>
        </p:txBody>
      </p:sp>
      <p:graphicFrame>
        <p:nvGraphicFramePr>
          <p:cNvPr id="11" name="Content Placeholder 2">
            <a:extLst>
              <a:ext uri="{FF2B5EF4-FFF2-40B4-BE49-F238E27FC236}">
                <a16:creationId xmlns:a16="http://schemas.microsoft.com/office/drawing/2014/main" id="{C19299B7-856D-A649-0111-6D3B449BEF76}"/>
              </a:ext>
            </a:extLst>
          </p:cNvPr>
          <p:cNvGraphicFramePr>
            <a:graphicFrameLocks noGrp="1"/>
          </p:cNvGraphicFramePr>
          <p:nvPr>
            <p:ph idx="1"/>
            <p:extLst>
              <p:ext uri="{D42A27DB-BD31-4B8C-83A1-F6EECF244321}">
                <p14:modId xmlns:p14="http://schemas.microsoft.com/office/powerpoint/2010/main" val="4280507101"/>
              </p:ext>
            </p:extLst>
          </p:nvPr>
        </p:nvGraphicFramePr>
        <p:xfrm>
          <a:off x="385814" y="1017102"/>
          <a:ext cx="6672812" cy="5610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graph of a credit score&#10;&#10;AI-generated content may be incorrect.">
            <a:extLst>
              <a:ext uri="{FF2B5EF4-FFF2-40B4-BE49-F238E27FC236}">
                <a16:creationId xmlns:a16="http://schemas.microsoft.com/office/drawing/2014/main" id="{F3AFE0AE-AF7E-FE53-1663-19112C0DA3DF}"/>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97616" y="866274"/>
            <a:ext cx="4527081" cy="2865755"/>
          </a:xfrm>
          <a:prstGeom prst="rect">
            <a:avLst/>
          </a:prstGeom>
          <a:noFill/>
          <a:ln>
            <a:noFill/>
          </a:ln>
        </p:spPr>
      </p:pic>
      <p:graphicFrame>
        <p:nvGraphicFramePr>
          <p:cNvPr id="5" name="Table 4">
            <a:extLst>
              <a:ext uri="{FF2B5EF4-FFF2-40B4-BE49-F238E27FC236}">
                <a16:creationId xmlns:a16="http://schemas.microsoft.com/office/drawing/2014/main" id="{DF481BBE-FC8C-9071-9DE9-64BC0E7C574A}"/>
              </a:ext>
            </a:extLst>
          </p:cNvPr>
          <p:cNvGraphicFramePr>
            <a:graphicFrameLocks noGrp="1"/>
          </p:cNvGraphicFramePr>
          <p:nvPr>
            <p:extLst>
              <p:ext uri="{D42A27DB-BD31-4B8C-83A1-F6EECF244321}">
                <p14:modId xmlns:p14="http://schemas.microsoft.com/office/powerpoint/2010/main" val="1453303023"/>
              </p:ext>
            </p:extLst>
          </p:nvPr>
        </p:nvGraphicFramePr>
        <p:xfrm>
          <a:off x="7058626" y="3559567"/>
          <a:ext cx="4405062" cy="524510"/>
        </p:xfrm>
        <a:graphic>
          <a:graphicData uri="http://schemas.openxmlformats.org/drawingml/2006/table">
            <a:tbl>
              <a:tblPr firstRow="1" firstCol="1" bandRow="1">
                <a:tableStyleId>{5C22544A-7EE6-4342-B048-85BDC9FD1C3A}</a:tableStyleId>
              </a:tblPr>
              <a:tblGrid>
                <a:gridCol w="4405062">
                  <a:extLst>
                    <a:ext uri="{9D8B030D-6E8A-4147-A177-3AD203B41FA5}">
                      <a16:colId xmlns:a16="http://schemas.microsoft.com/office/drawing/2014/main" val="4252808542"/>
                    </a:ext>
                  </a:extLst>
                </a:gridCol>
              </a:tblGrid>
              <a:tr h="370575">
                <a:tc>
                  <a:txBody>
                    <a:bodyPr/>
                    <a:lstStyle/>
                    <a:p>
                      <a:pPr marL="0" marR="0" algn="just">
                        <a:lnSpc>
                          <a:spcPct val="115000"/>
                        </a:lnSpc>
                        <a:spcAft>
                          <a:spcPts val="800"/>
                        </a:spcAft>
                        <a:buNone/>
                      </a:pPr>
                      <a:r>
                        <a:rPr lang="en-US" sz="1200" kern="100" dirty="0">
                          <a:solidFill>
                            <a:schemeClr val="tx1"/>
                          </a:solidFill>
                          <a:effectLst/>
                        </a:rPr>
                        <a:t>Exploratory Analysis: to identify relationships or unusual cases in the data</a:t>
                      </a:r>
                      <a:endParaRPr lang="en-US" sz="1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3825" marR="123825" marT="57150" marB="57150" anchor="ctr">
                    <a:solidFill>
                      <a:schemeClr val="bg1"/>
                    </a:solidFill>
                  </a:tcPr>
                </a:tc>
                <a:extLst>
                  <a:ext uri="{0D108BD9-81ED-4DB2-BD59-A6C34878D82A}">
                    <a16:rowId xmlns:a16="http://schemas.microsoft.com/office/drawing/2014/main" val="1673701886"/>
                  </a:ext>
                </a:extLst>
              </a:tr>
            </a:tbl>
          </a:graphicData>
        </a:graphic>
      </p:graphicFrame>
      <p:pic>
        <p:nvPicPr>
          <p:cNvPr id="6" name="Picture 5" descr="A diagram of a leadership&#10;&#10;AI-generated content may be incorrect.">
            <a:extLst>
              <a:ext uri="{FF2B5EF4-FFF2-40B4-BE49-F238E27FC236}">
                <a16:creationId xmlns:a16="http://schemas.microsoft.com/office/drawing/2014/main" id="{C7E3C8F1-C5CC-4D5B-EBB8-1616206230E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521140" y="4201586"/>
            <a:ext cx="3611279" cy="1933764"/>
          </a:xfrm>
          <a:prstGeom prst="rect">
            <a:avLst/>
          </a:prstGeom>
          <a:noFill/>
          <a:ln>
            <a:noFill/>
          </a:ln>
        </p:spPr>
      </p:pic>
      <p:graphicFrame>
        <p:nvGraphicFramePr>
          <p:cNvPr id="7" name="Table 6">
            <a:extLst>
              <a:ext uri="{FF2B5EF4-FFF2-40B4-BE49-F238E27FC236}">
                <a16:creationId xmlns:a16="http://schemas.microsoft.com/office/drawing/2014/main" id="{6B4E8FFB-895F-47C3-5C1D-C8F6AB1E00E1}"/>
              </a:ext>
            </a:extLst>
          </p:cNvPr>
          <p:cNvGraphicFramePr>
            <a:graphicFrameLocks noGrp="1"/>
          </p:cNvGraphicFramePr>
          <p:nvPr>
            <p:extLst>
              <p:ext uri="{D42A27DB-BD31-4B8C-83A1-F6EECF244321}">
                <p14:modId xmlns:p14="http://schemas.microsoft.com/office/powerpoint/2010/main" val="1740464802"/>
              </p:ext>
            </p:extLst>
          </p:nvPr>
        </p:nvGraphicFramePr>
        <p:xfrm>
          <a:off x="7058626" y="6252860"/>
          <a:ext cx="4405062" cy="524510"/>
        </p:xfrm>
        <a:graphic>
          <a:graphicData uri="http://schemas.openxmlformats.org/drawingml/2006/table">
            <a:tbl>
              <a:tblPr firstRow="1" firstCol="1" bandRow="1">
                <a:tableStyleId>{5C22544A-7EE6-4342-B048-85BDC9FD1C3A}</a:tableStyleId>
              </a:tblPr>
              <a:tblGrid>
                <a:gridCol w="4405062">
                  <a:extLst>
                    <a:ext uri="{9D8B030D-6E8A-4147-A177-3AD203B41FA5}">
                      <a16:colId xmlns:a16="http://schemas.microsoft.com/office/drawing/2014/main" val="964082096"/>
                    </a:ext>
                  </a:extLst>
                </a:gridCol>
              </a:tblGrid>
              <a:tr h="295727">
                <a:tc>
                  <a:txBody>
                    <a:bodyPr/>
                    <a:lstStyle/>
                    <a:p>
                      <a:pPr marL="0" marR="0" algn="just">
                        <a:lnSpc>
                          <a:spcPct val="115000"/>
                        </a:lnSpc>
                        <a:spcAft>
                          <a:spcPts val="800"/>
                        </a:spcAft>
                        <a:buNone/>
                      </a:pPr>
                      <a:r>
                        <a:rPr lang="en-US" sz="1200" kern="100" dirty="0">
                          <a:solidFill>
                            <a:schemeClr val="tx1"/>
                          </a:solidFill>
                          <a:effectLst/>
                        </a:rPr>
                        <a:t>Confirmatory Analysis: to confirm our understanding and analysis of the data</a:t>
                      </a:r>
                      <a:endParaRPr lang="en-US" sz="12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123825" marR="123825" marT="57150" marB="57150" anchor="ctr">
                    <a:solidFill>
                      <a:schemeClr val="bg1"/>
                    </a:solidFill>
                  </a:tcPr>
                </a:tc>
                <a:extLst>
                  <a:ext uri="{0D108BD9-81ED-4DB2-BD59-A6C34878D82A}">
                    <a16:rowId xmlns:a16="http://schemas.microsoft.com/office/drawing/2014/main" val="2786293799"/>
                  </a:ext>
                </a:extLst>
              </a:tr>
            </a:tbl>
          </a:graphicData>
        </a:graphic>
      </p:graphicFrame>
    </p:spTree>
    <p:extLst>
      <p:ext uri="{BB962C8B-B14F-4D97-AF65-F5344CB8AC3E}">
        <p14:creationId xmlns:p14="http://schemas.microsoft.com/office/powerpoint/2010/main" val="207860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C4DFA-5411-0A42-1F25-C5BA69427A0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Data Visualization</a:t>
            </a:r>
          </a:p>
        </p:txBody>
      </p:sp>
      <p:pic>
        <p:nvPicPr>
          <p:cNvPr id="5" name="Picture 4">
            <a:extLst>
              <a:ext uri="{FF2B5EF4-FFF2-40B4-BE49-F238E27FC236}">
                <a16:creationId xmlns:a16="http://schemas.microsoft.com/office/drawing/2014/main" id="{CBF22FB9-AC38-77ED-B99F-89D44497BC34}"/>
              </a:ext>
            </a:extLst>
          </p:cNvPr>
          <p:cNvPicPr>
            <a:picLocks noChangeAspect="1"/>
          </p:cNvPicPr>
          <p:nvPr/>
        </p:nvPicPr>
        <p:blipFill>
          <a:blip r:embed="rId2"/>
          <a:srcRect l="2618" r="2" b="2"/>
          <a:stretch>
            <a:fillRect/>
          </a:stretch>
        </p:blipFill>
        <p:spPr>
          <a:xfrm>
            <a:off x="1025120" y="1966293"/>
            <a:ext cx="10141759" cy="4452160"/>
          </a:xfrm>
          <a:prstGeom prst="rect">
            <a:avLst/>
          </a:prstGeom>
        </p:spPr>
      </p:pic>
    </p:spTree>
    <p:extLst>
      <p:ext uri="{BB962C8B-B14F-4D97-AF65-F5344CB8AC3E}">
        <p14:creationId xmlns:p14="http://schemas.microsoft.com/office/powerpoint/2010/main" val="421152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BE77EE-3262-5417-80DC-3F9E41524E74}"/>
              </a:ext>
            </a:extLst>
          </p:cNvPr>
          <p:cNvSpPr>
            <a:spLocks noGrp="1"/>
          </p:cNvSpPr>
          <p:nvPr>
            <p:ph type="title"/>
          </p:nvPr>
        </p:nvSpPr>
        <p:spPr>
          <a:xfrm>
            <a:off x="645064" y="525982"/>
            <a:ext cx="4282983" cy="1200361"/>
          </a:xfrm>
        </p:spPr>
        <p:txBody>
          <a:bodyPr anchor="b">
            <a:normAutofit/>
          </a:bodyPr>
          <a:lstStyle/>
          <a:p>
            <a:r>
              <a:rPr lang="en-US" sz="3600" b="1" dirty="0">
                <a:latin typeface="Times New Roman" panose="02020603050405020304" pitchFamily="18" charset="0"/>
                <a:cs typeface="Times New Roman" panose="02020603050405020304" pitchFamily="18" charset="0"/>
              </a:rPr>
              <a:t>Main components of  Data Visualization </a:t>
            </a:r>
            <a:endParaRPr lang="en-US" sz="36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21A376-9B4B-64D4-5AF8-6D52D508983E}"/>
              </a:ext>
            </a:extLst>
          </p:cNvPr>
          <p:cNvSpPr>
            <a:spLocks noGrp="1"/>
          </p:cNvSpPr>
          <p:nvPr>
            <p:ph idx="1"/>
          </p:nvPr>
        </p:nvSpPr>
        <p:spPr>
          <a:xfrm>
            <a:off x="645066" y="2031101"/>
            <a:ext cx="4875624" cy="3511943"/>
          </a:xfrm>
        </p:spPr>
        <p:txBody>
          <a:bodyPr anchor="ctr">
            <a:noAutofit/>
          </a:bodyPr>
          <a:lstStyle/>
          <a:p>
            <a:r>
              <a:rPr lang="en-US" sz="1400" b="1" dirty="0">
                <a:latin typeface="Times New Roman" panose="02020603050405020304" pitchFamily="18" charset="0"/>
                <a:cs typeface="Times New Roman" panose="02020603050405020304" pitchFamily="18" charset="0"/>
              </a:rPr>
              <a:t>Data</a:t>
            </a:r>
            <a:r>
              <a:rPr lang="en-US" sz="1400" dirty="0">
                <a:latin typeface="Times New Roman" panose="02020603050405020304" pitchFamily="18" charset="0"/>
                <a:cs typeface="Times New Roman" panose="02020603050405020304" pitchFamily="18" charset="0"/>
              </a:rPr>
              <a:t>: First of all, we need lots of data. Data can be of any type like numerical data, text data or geospatial data. </a:t>
            </a:r>
          </a:p>
          <a:p>
            <a:r>
              <a:rPr lang="en-US" sz="1400" b="1" dirty="0">
                <a:latin typeface="Times New Roman" panose="02020603050405020304" pitchFamily="18" charset="0"/>
                <a:cs typeface="Times New Roman" panose="02020603050405020304" pitchFamily="18" charset="0"/>
              </a:rPr>
              <a:t>Visual Elements: </a:t>
            </a:r>
            <a:r>
              <a:rPr lang="en-US" sz="1400" dirty="0">
                <a:latin typeface="Times New Roman" panose="02020603050405020304" pitchFamily="18" charset="0"/>
                <a:cs typeface="Times New Roman" panose="02020603050405020304" pitchFamily="18" charset="0"/>
              </a:rPr>
              <a:t>For instance, Graphics, charts, Overlays, diagrams, figures, maps, tables and other types of data presentations and resumes that comprise infographics. </a:t>
            </a:r>
          </a:p>
          <a:p>
            <a:r>
              <a:rPr lang="en-US" sz="1400" b="1" dirty="0">
                <a:latin typeface="Times New Roman" panose="02020603050405020304" pitchFamily="18" charset="0"/>
                <a:cs typeface="Times New Roman" panose="02020603050405020304" pitchFamily="18" charset="0"/>
              </a:rPr>
              <a:t>Visualization Techniques</a:t>
            </a:r>
            <a:r>
              <a:rPr lang="en-US" sz="1400" dirty="0">
                <a:latin typeface="Times New Roman" panose="02020603050405020304" pitchFamily="18" charset="0"/>
                <a:cs typeface="Times New Roman" panose="02020603050405020304" pitchFamily="18" charset="0"/>
              </a:rPr>
              <a:t>: This also includes aspects such as transforming and scaling data, and in some cases indeed selecting the right type of visualization to use. </a:t>
            </a:r>
          </a:p>
          <a:p>
            <a:r>
              <a:rPr lang="en-US" sz="1400" b="1" dirty="0">
                <a:latin typeface="Times New Roman" panose="02020603050405020304" pitchFamily="18" charset="0"/>
                <a:cs typeface="Times New Roman" panose="02020603050405020304" pitchFamily="18" charset="0"/>
              </a:rPr>
              <a:t>Interactivity: </a:t>
            </a:r>
            <a:r>
              <a:rPr lang="en-US" sz="1400" dirty="0">
                <a:latin typeface="Times New Roman" panose="02020603050405020304" pitchFamily="18" charset="0"/>
                <a:cs typeface="Times New Roman" panose="02020603050405020304" pitchFamily="18" charset="0"/>
              </a:rPr>
              <a:t>Influential aspects of visualization which could include; The blinking bubbles whenever the cursor is over a particular part of the graph, zooming up or down the size of the graph, or even rotating the graph and/or options to have the different groups or categories on or off among others. </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39F0FD8-584B-0054-B66E-DB054F415EAF}"/>
              </a:ext>
            </a:extLst>
          </p:cNvPr>
          <p:cNvPicPr>
            <a:picLocks noChangeAspect="1"/>
          </p:cNvPicPr>
          <p:nvPr/>
        </p:nvPicPr>
        <p:blipFill>
          <a:blip r:embed="rId2"/>
          <a:stretch>
            <a:fillRect/>
          </a:stretch>
        </p:blipFill>
        <p:spPr>
          <a:xfrm>
            <a:off x="5987738" y="971550"/>
            <a:ext cx="5628018" cy="3916860"/>
          </a:xfrm>
          <a:prstGeom prst="rect">
            <a:avLst/>
          </a:prstGeom>
        </p:spPr>
      </p:pic>
    </p:spTree>
    <p:extLst>
      <p:ext uri="{BB962C8B-B14F-4D97-AF65-F5344CB8AC3E}">
        <p14:creationId xmlns:p14="http://schemas.microsoft.com/office/powerpoint/2010/main" val="3608106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2A3776EA-CA10-3362-2022-7659F6B20FBF}"/>
              </a:ext>
            </a:extLst>
          </p:cNvPr>
          <p:cNvGraphicFramePr>
            <a:graphicFrameLocks noGrp="1"/>
          </p:cNvGraphicFramePr>
          <p:nvPr>
            <p:ph idx="1"/>
            <p:extLst>
              <p:ext uri="{D42A27DB-BD31-4B8C-83A1-F6EECF244321}">
                <p14:modId xmlns:p14="http://schemas.microsoft.com/office/powerpoint/2010/main" val="52552072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8336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EE5B9-9565-B9E4-8293-73A914E333E7}"/>
              </a:ext>
            </a:extLst>
          </p:cNvPr>
          <p:cNvSpPr>
            <a:spLocks noGrp="1"/>
          </p:cNvSpPr>
          <p:nvPr>
            <p:ph type="title"/>
          </p:nvPr>
        </p:nvSpPr>
        <p:spPr>
          <a:xfrm>
            <a:off x="586478" y="1683756"/>
            <a:ext cx="3115265" cy="2396359"/>
          </a:xfrm>
        </p:spPr>
        <p:txBody>
          <a:bodyPr anchor="b">
            <a:normAutofit/>
          </a:bodyPr>
          <a:lstStyle/>
          <a:p>
            <a:pPr algn="r"/>
            <a:r>
              <a:rPr lang="en-US" sz="3100" b="1">
                <a:solidFill>
                  <a:srgbClr val="FFFFFF"/>
                </a:solidFill>
                <a:latin typeface="Times New Roman" panose="02020603050405020304" pitchFamily="18" charset="0"/>
                <a:cs typeface="Times New Roman" panose="02020603050405020304" pitchFamily="18" charset="0"/>
              </a:rPr>
              <a:t>Why data visualization is such a powerful tool:</a:t>
            </a:r>
            <a:br>
              <a:rPr lang="en-US" sz="3100">
                <a:solidFill>
                  <a:srgbClr val="FFFFFF"/>
                </a:solidFill>
                <a:latin typeface="Times New Roman" panose="02020603050405020304" pitchFamily="18" charset="0"/>
                <a:cs typeface="Times New Roman" panose="02020603050405020304" pitchFamily="18" charset="0"/>
              </a:rPr>
            </a:br>
            <a:endParaRPr lang="en-US" sz="310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CF27D00B-783B-CDB2-6969-1150F9AD7E96}"/>
              </a:ext>
            </a:extLst>
          </p:cNvPr>
          <p:cNvGraphicFramePr>
            <a:graphicFrameLocks noGrp="1"/>
          </p:cNvGraphicFramePr>
          <p:nvPr>
            <p:ph idx="1"/>
            <p:extLst>
              <p:ext uri="{D42A27DB-BD31-4B8C-83A1-F6EECF244321}">
                <p14:modId xmlns:p14="http://schemas.microsoft.com/office/powerpoint/2010/main" val="402509191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4072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A054219-11E6-230E-79EF-3260C897D54F}"/>
              </a:ext>
            </a:extLst>
          </p:cNvPr>
          <p:cNvSpPr>
            <a:spLocks noGrp="1"/>
          </p:cNvSpPr>
          <p:nvPr>
            <p:ph type="title"/>
          </p:nvPr>
        </p:nvSpPr>
        <p:spPr>
          <a:xfrm>
            <a:off x="841246" y="673770"/>
            <a:ext cx="3644489" cy="2414488"/>
          </a:xfrm>
        </p:spPr>
        <p:txBody>
          <a:bodyPr anchor="t">
            <a:normAutofit/>
          </a:bodyPr>
          <a:lstStyle/>
          <a:p>
            <a:r>
              <a:rPr lang="en-US" sz="4600" b="1">
                <a:solidFill>
                  <a:srgbClr val="FFFFFF"/>
                </a:solidFill>
                <a:latin typeface="Times New Roman" panose="02020603050405020304" pitchFamily="18" charset="0"/>
                <a:cs typeface="Times New Roman" panose="02020603050405020304" pitchFamily="18" charset="0"/>
              </a:rPr>
              <a:t>Importance of Data Visualization</a:t>
            </a:r>
          </a:p>
        </p:txBody>
      </p:sp>
      <p:sp>
        <p:nvSpPr>
          <p:cNvPr id="3" name="Content Placeholder 2">
            <a:extLst>
              <a:ext uri="{FF2B5EF4-FFF2-40B4-BE49-F238E27FC236}">
                <a16:creationId xmlns:a16="http://schemas.microsoft.com/office/drawing/2014/main" id="{140B95BB-7BB9-811F-00BE-5D7B825927DB}"/>
              </a:ext>
            </a:extLst>
          </p:cNvPr>
          <p:cNvSpPr>
            <a:spLocks noGrp="1"/>
          </p:cNvSpPr>
          <p:nvPr>
            <p:ph idx="1"/>
          </p:nvPr>
        </p:nvSpPr>
        <p:spPr>
          <a:xfrm>
            <a:off x="6095999" y="882315"/>
            <a:ext cx="5254754" cy="5294647"/>
          </a:xfrm>
        </p:spPr>
        <p:txBody>
          <a:bodyPr>
            <a:normAutofit/>
          </a:bodyPr>
          <a:lstStyle/>
          <a:p>
            <a:r>
              <a:rPr lang="en-US" sz="1500" b="1">
                <a:latin typeface="Times New Roman" panose="02020603050405020304" pitchFamily="18" charset="0"/>
                <a:cs typeface="Times New Roman" panose="02020603050405020304" pitchFamily="18" charset="0"/>
              </a:rPr>
              <a:t>Data explosion: </a:t>
            </a:r>
            <a:r>
              <a:rPr lang="en-US" sz="1500">
                <a:latin typeface="Times New Roman" panose="02020603050405020304" pitchFamily="18" charset="0"/>
                <a:cs typeface="Times New Roman" panose="02020603050405020304" pitchFamily="18" charset="0"/>
              </a:rPr>
              <a:t>2.5 quintillion bytes created daily; raw data is overwhelming without visuals.</a:t>
            </a:r>
          </a:p>
          <a:p>
            <a:r>
              <a:rPr lang="en-US" sz="1500" b="1">
                <a:latin typeface="Times New Roman" panose="02020603050405020304" pitchFamily="18" charset="0"/>
                <a:cs typeface="Times New Roman" panose="02020603050405020304" pitchFamily="18" charset="0"/>
              </a:rPr>
              <a:t>Purpose: </a:t>
            </a:r>
            <a:r>
              <a:rPr lang="en-US" sz="1500">
                <a:latin typeface="Times New Roman" panose="02020603050405020304" pitchFamily="18" charset="0"/>
                <a:cs typeface="Times New Roman" panose="02020603050405020304" pitchFamily="18" charset="0"/>
              </a:rPr>
              <a:t>Transforms complex, unstructured data into patterns and insights people can grasp.</a:t>
            </a:r>
          </a:p>
          <a:p>
            <a:r>
              <a:rPr lang="en-US" sz="1500" b="1">
                <a:latin typeface="Times New Roman" panose="02020603050405020304" pitchFamily="18" charset="0"/>
                <a:cs typeface="Times New Roman" panose="02020603050405020304" pitchFamily="18" charset="0"/>
              </a:rPr>
              <a:t>Interactive advantage: </a:t>
            </a:r>
            <a:r>
              <a:rPr lang="en-US" sz="1500">
                <a:latin typeface="Times New Roman" panose="02020603050405020304" pitchFamily="18" charset="0"/>
                <a:cs typeface="Times New Roman" panose="02020603050405020304" pitchFamily="18" charset="0"/>
              </a:rPr>
              <a:t>Drill down, filter, and explore scenarios for deeper understanding.</a:t>
            </a:r>
          </a:p>
          <a:p>
            <a:r>
              <a:rPr lang="en-US" sz="1500" b="1">
                <a:latin typeface="Times New Roman" panose="02020603050405020304" pitchFamily="18" charset="0"/>
                <a:cs typeface="Times New Roman" panose="02020603050405020304" pitchFamily="18" charset="0"/>
              </a:rPr>
              <a:t>Business relevance: </a:t>
            </a:r>
            <a:r>
              <a:rPr lang="en-US" sz="1500">
                <a:latin typeface="Times New Roman" panose="02020603050405020304" pitchFamily="18" charset="0"/>
                <a:cs typeface="Times New Roman" panose="02020603050405020304" pitchFamily="18" charset="0"/>
              </a:rPr>
              <a:t>Vital for decisions, communication, and consumer clarity (e.g., energy bills).</a:t>
            </a:r>
          </a:p>
          <a:p>
            <a:r>
              <a:rPr lang="en-US" sz="1500" b="1">
                <a:latin typeface="Times New Roman" panose="02020603050405020304" pitchFamily="18" charset="0"/>
                <a:cs typeface="Times New Roman" panose="02020603050405020304" pitchFamily="18" charset="0"/>
              </a:rPr>
              <a:t>Criteria for effectiveness:</a:t>
            </a:r>
            <a:endParaRPr lang="en-US" sz="1500">
              <a:latin typeface="Times New Roman" panose="02020603050405020304" pitchFamily="18" charset="0"/>
              <a:cs typeface="Times New Roman" panose="02020603050405020304" pitchFamily="18" charset="0"/>
            </a:endParaRPr>
          </a:p>
          <a:p>
            <a:pPr lvl="1"/>
            <a:r>
              <a:rPr lang="en-US" sz="1500" i="1">
                <a:latin typeface="Times New Roman" panose="02020603050405020304" pitchFamily="18" charset="0"/>
                <a:cs typeface="Times New Roman" panose="02020603050405020304" pitchFamily="18" charset="0"/>
              </a:rPr>
              <a:t>Informative: </a:t>
            </a:r>
            <a:r>
              <a:rPr lang="en-US" sz="1500">
                <a:latin typeface="Times New Roman" panose="02020603050405020304" pitchFamily="18" charset="0"/>
                <a:cs typeface="Times New Roman" panose="02020603050405020304" pitchFamily="18" charset="0"/>
              </a:rPr>
              <a:t>conveys the right message</a:t>
            </a:r>
          </a:p>
          <a:p>
            <a:pPr lvl="1"/>
            <a:r>
              <a:rPr lang="en-US" sz="1500" i="1">
                <a:latin typeface="Times New Roman" panose="02020603050405020304" pitchFamily="18" charset="0"/>
                <a:cs typeface="Times New Roman" panose="02020603050405020304" pitchFamily="18" charset="0"/>
              </a:rPr>
              <a:t>Efficient: </a:t>
            </a:r>
            <a:r>
              <a:rPr lang="en-US" sz="1500">
                <a:latin typeface="Times New Roman" panose="02020603050405020304" pitchFamily="18" charset="0"/>
                <a:cs typeface="Times New Roman" panose="02020603050405020304" pitchFamily="18" charset="0"/>
              </a:rPr>
              <a:t>free from ambiguity</a:t>
            </a:r>
          </a:p>
          <a:p>
            <a:pPr lvl="1"/>
            <a:r>
              <a:rPr lang="en-US" sz="1500" i="1">
                <a:latin typeface="Times New Roman" panose="02020603050405020304" pitchFamily="18" charset="0"/>
                <a:cs typeface="Times New Roman" panose="02020603050405020304" pitchFamily="18" charset="0"/>
              </a:rPr>
              <a:t>Appealing: </a:t>
            </a:r>
            <a:r>
              <a:rPr lang="en-US" sz="1500">
                <a:latin typeface="Times New Roman" panose="02020603050405020304" pitchFamily="18" charset="0"/>
                <a:cs typeface="Times New Roman" panose="02020603050405020304" pitchFamily="18" charset="0"/>
              </a:rPr>
              <a:t>visually engaging</a:t>
            </a:r>
          </a:p>
          <a:p>
            <a:pPr lvl="1"/>
            <a:r>
              <a:rPr lang="en-US" sz="1500" i="1">
                <a:latin typeface="Times New Roman" panose="02020603050405020304" pitchFamily="18" charset="0"/>
                <a:cs typeface="Times New Roman" panose="02020603050405020304" pitchFamily="18" charset="0"/>
              </a:rPr>
              <a:t>Interactive/Predictive: </a:t>
            </a:r>
            <a:r>
              <a:rPr lang="en-US" sz="1500">
                <a:latin typeface="Times New Roman" panose="02020603050405020304" pitchFamily="18" charset="0"/>
                <a:cs typeface="Times New Roman" panose="02020603050405020304" pitchFamily="18" charset="0"/>
              </a:rPr>
              <a:t>supports exploration of scenarios</a:t>
            </a:r>
          </a:p>
          <a:p>
            <a:r>
              <a:rPr lang="en-US" sz="1500" b="1">
                <a:latin typeface="Times New Roman" panose="02020603050405020304" pitchFamily="18" charset="0"/>
                <a:cs typeface="Times New Roman" panose="02020603050405020304" pitchFamily="18" charset="0"/>
              </a:rPr>
              <a:t>Industry example: </a:t>
            </a:r>
            <a:r>
              <a:rPr lang="en-US" sz="1500">
                <a:latin typeface="Times New Roman" panose="02020603050405020304" pitchFamily="18" charset="0"/>
                <a:cs typeface="Times New Roman" panose="02020603050405020304" pitchFamily="18" charset="0"/>
              </a:rPr>
              <a:t>Financial services use visualization for fraud detection, quick reviews, and risk insight.</a:t>
            </a:r>
          </a:p>
          <a:p>
            <a:r>
              <a:rPr lang="en-US" sz="1500" b="1">
                <a:latin typeface="Times New Roman" panose="02020603050405020304" pitchFamily="18" charset="0"/>
                <a:cs typeface="Times New Roman" panose="02020603050405020304" pitchFamily="18" charset="0"/>
              </a:rPr>
              <a:t>Core takeaway: </a:t>
            </a:r>
            <a:r>
              <a:rPr lang="en-US" sz="1500">
                <a:latin typeface="Times New Roman" panose="02020603050405020304" pitchFamily="18" charset="0"/>
                <a:cs typeface="Times New Roman" panose="02020603050405020304" pitchFamily="18" charset="0"/>
              </a:rPr>
              <a:t>Connected data hides risks; visualization surfaces insights for confident decisions.</a:t>
            </a:r>
          </a:p>
          <a:p>
            <a:r>
              <a:rPr lang="en-US" sz="1500" b="1">
                <a:latin typeface="Times New Roman" panose="02020603050405020304" pitchFamily="18" charset="0"/>
                <a:cs typeface="Times New Roman" panose="02020603050405020304" pitchFamily="18" charset="0"/>
              </a:rPr>
              <a:t>Long history: </a:t>
            </a:r>
            <a:r>
              <a:rPr lang="en-US" sz="1500">
                <a:latin typeface="Times New Roman" panose="02020603050405020304" pitchFamily="18" charset="0"/>
                <a:cs typeface="Times New Roman" panose="02020603050405020304" pitchFamily="18" charset="0"/>
              </a:rPr>
              <a:t>From early maps and statistics to today’s dashboards — not new, but constantly evolving.</a:t>
            </a:r>
          </a:p>
        </p:txBody>
      </p:sp>
    </p:spTree>
    <p:extLst>
      <p:ext uri="{BB962C8B-B14F-4D97-AF65-F5344CB8AC3E}">
        <p14:creationId xmlns:p14="http://schemas.microsoft.com/office/powerpoint/2010/main" val="4170673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F2D6FB-02B4-0748-E222-CF956CE7EB48}"/>
              </a:ext>
            </a:extLst>
          </p:cNvPr>
          <p:cNvSpPr>
            <a:spLocks noGrp="1"/>
          </p:cNvSpPr>
          <p:nvPr>
            <p:ph type="title"/>
          </p:nvPr>
        </p:nvSpPr>
        <p:spPr>
          <a:xfrm>
            <a:off x="686834" y="1153572"/>
            <a:ext cx="3200400" cy="4461163"/>
          </a:xfrm>
        </p:spPr>
        <p:txBody>
          <a:bodyPr>
            <a:normAutofit/>
          </a:bodyPr>
          <a:lstStyle/>
          <a:p>
            <a:r>
              <a:rPr lang="en-US" sz="4100" b="1">
                <a:solidFill>
                  <a:srgbClr val="FFFFFF"/>
                </a:solidFill>
                <a:latin typeface="Times New Roman" panose="02020603050405020304" pitchFamily="18" charset="0"/>
                <a:cs typeface="Times New Roman" panose="02020603050405020304" pitchFamily="18" charset="0"/>
              </a:rPr>
              <a:t>Why Effective Visualization Matters &amp; Anderson’s Principles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CE15F4-65C5-8A42-201C-F5ADAACF43A2}"/>
              </a:ext>
            </a:extLst>
          </p:cNvPr>
          <p:cNvSpPr>
            <a:spLocks noGrp="1"/>
          </p:cNvSpPr>
          <p:nvPr>
            <p:ph idx="1"/>
          </p:nvPr>
        </p:nvSpPr>
        <p:spPr>
          <a:xfrm>
            <a:off x="4447308" y="591344"/>
            <a:ext cx="6906491" cy="5585619"/>
          </a:xfrm>
        </p:spPr>
        <p:txBody>
          <a:bodyPr anchor="ctr">
            <a:normAutofit/>
          </a:bodyPr>
          <a:lstStyle/>
          <a:p>
            <a:pPr marL="0" indent="0">
              <a:buNone/>
            </a:pPr>
            <a:r>
              <a:rPr lang="en-US" sz="1800">
                <a:latin typeface="Times New Roman" panose="02020603050405020304" pitchFamily="18" charset="0"/>
                <a:cs typeface="Times New Roman" panose="02020603050405020304" pitchFamily="18" charset="0"/>
              </a:rPr>
              <a:t>Why it matters</a:t>
            </a:r>
          </a:p>
          <a:p>
            <a:pPr marL="0" indent="0">
              <a:buNone/>
            </a:pPr>
            <a:r>
              <a:rPr lang="en-US" sz="1800">
                <a:latin typeface="Times New Roman" panose="02020603050405020304" pitchFamily="18" charset="0"/>
                <a:cs typeface="Times New Roman" panose="02020603050405020304" pitchFamily="18" charset="0"/>
              </a:rPr>
              <a:t>Expanding audiences: not just analysts, but business leaders &amp; general users.</a:t>
            </a:r>
          </a:p>
          <a:p>
            <a:pPr marL="0" indent="0">
              <a:buNone/>
            </a:pPr>
            <a:r>
              <a:rPr lang="en-US" sz="1800">
                <a:latin typeface="Times New Roman" panose="02020603050405020304" pitchFamily="18" charset="0"/>
                <a:cs typeface="Times New Roman" panose="02020603050405020304" pitchFamily="18" charset="0"/>
              </a:rPr>
              <a:t>Ease of consumption: visuals must be clear for non-experts.</a:t>
            </a:r>
          </a:p>
          <a:p>
            <a:pPr marL="0" indent="0">
              <a:buNone/>
            </a:pPr>
            <a:r>
              <a:rPr lang="en-US" sz="1800">
                <a:latin typeface="Times New Roman" panose="02020603050405020304" pitchFamily="18" charset="0"/>
                <a:cs typeface="Times New Roman" panose="02020603050405020304" pitchFamily="18" charset="0"/>
              </a:rPr>
              <a:t>Communicating data is both </a:t>
            </a:r>
            <a:r>
              <a:rPr lang="en-US" sz="1800" b="1">
                <a:latin typeface="Times New Roman" panose="02020603050405020304" pitchFamily="18" charset="0"/>
                <a:cs typeface="Times New Roman" panose="02020603050405020304" pitchFamily="18" charset="0"/>
              </a:rPr>
              <a:t>art + science: </a:t>
            </a:r>
            <a:r>
              <a:rPr lang="en-US" sz="1800">
                <a:latin typeface="Times New Roman" panose="02020603050405020304" pitchFamily="18" charset="0"/>
                <a:cs typeface="Times New Roman" panose="02020603050405020304" pitchFamily="18" charset="0"/>
              </a:rPr>
              <a:t>many data scientists overlook design.</a:t>
            </a:r>
          </a:p>
          <a:p>
            <a:pPr marL="0" indent="0">
              <a:buNone/>
            </a:pPr>
            <a:r>
              <a:rPr lang="en-US" sz="1800" b="1">
                <a:latin typeface="Times New Roman" panose="02020603050405020304" pitchFamily="18" charset="0"/>
                <a:cs typeface="Times New Roman" panose="02020603050405020304" pitchFamily="18" charset="0"/>
              </a:rPr>
              <a:t>Melissa Anderson’s Principles</a:t>
            </a:r>
          </a:p>
          <a:p>
            <a:pPr marL="0" indent="0">
              <a:buNone/>
            </a:pPr>
            <a:r>
              <a:rPr lang="en-US" sz="1800" b="1">
                <a:latin typeface="Times New Roman" panose="02020603050405020304" pitchFamily="18" charset="0"/>
                <a:cs typeface="Times New Roman" panose="02020603050405020304" pitchFamily="18" charset="0"/>
              </a:rPr>
              <a:t>Balance: </a:t>
            </a:r>
            <a:r>
              <a:rPr lang="en-US" sz="1800">
                <a:latin typeface="Times New Roman" panose="02020603050405020304" pitchFamily="18" charset="0"/>
                <a:cs typeface="Times New Roman" panose="02020603050405020304" pitchFamily="18" charset="0"/>
              </a:rPr>
              <a:t>distribute elements (color, space, titles) evenly.</a:t>
            </a:r>
          </a:p>
          <a:p>
            <a:pPr marL="0" indent="0">
              <a:buNone/>
            </a:pPr>
            <a:r>
              <a:rPr lang="en-US" sz="1800" b="1">
                <a:latin typeface="Times New Roman" panose="02020603050405020304" pitchFamily="18" charset="0"/>
                <a:cs typeface="Times New Roman" panose="02020603050405020304" pitchFamily="18" charset="0"/>
              </a:rPr>
              <a:t>Emphasis: </a:t>
            </a:r>
            <a:r>
              <a:rPr lang="en-US" sz="1800">
                <a:latin typeface="Times New Roman" panose="02020603050405020304" pitchFamily="18" charset="0"/>
                <a:cs typeface="Times New Roman" panose="02020603050405020304" pitchFamily="18" charset="0"/>
              </a:rPr>
              <a:t>highlight the key message or insight.</a:t>
            </a:r>
          </a:p>
          <a:p>
            <a:pPr marL="0" indent="0">
              <a:buNone/>
            </a:pPr>
            <a:r>
              <a:rPr lang="en-US" sz="1800" b="1">
                <a:latin typeface="Times New Roman" panose="02020603050405020304" pitchFamily="18" charset="0"/>
                <a:cs typeface="Times New Roman" panose="02020603050405020304" pitchFamily="18" charset="0"/>
              </a:rPr>
              <a:t>Movement: </a:t>
            </a:r>
            <a:r>
              <a:rPr lang="en-US" sz="1800">
                <a:latin typeface="Times New Roman" panose="02020603050405020304" pitchFamily="18" charset="0"/>
                <a:cs typeface="Times New Roman" panose="02020603050405020304" pitchFamily="18" charset="0"/>
              </a:rPr>
              <a:t>guide the eye naturally (top → across → down).</a:t>
            </a:r>
          </a:p>
          <a:p>
            <a:pPr marL="0" indent="0">
              <a:buNone/>
            </a:pPr>
            <a:r>
              <a:rPr lang="en-US" sz="1800" b="1">
                <a:latin typeface="Times New Roman" panose="02020603050405020304" pitchFamily="18" charset="0"/>
                <a:cs typeface="Times New Roman" panose="02020603050405020304" pitchFamily="18" charset="0"/>
              </a:rPr>
              <a:t>Pattern &amp; Repetition: </a:t>
            </a:r>
            <a:r>
              <a:rPr lang="en-US" sz="1800">
                <a:latin typeface="Times New Roman" panose="02020603050405020304" pitchFamily="18" charset="0"/>
                <a:cs typeface="Times New Roman" panose="02020603050405020304" pitchFamily="18" charset="0"/>
              </a:rPr>
              <a:t>show relationships by repeating shapes or styles.</a:t>
            </a:r>
          </a:p>
          <a:p>
            <a:pPr marL="0" indent="0">
              <a:buNone/>
            </a:pPr>
            <a:r>
              <a:rPr lang="en-US" sz="1800" b="1">
                <a:latin typeface="Times New Roman" panose="02020603050405020304" pitchFamily="18" charset="0"/>
                <a:cs typeface="Times New Roman" panose="02020603050405020304" pitchFamily="18" charset="0"/>
              </a:rPr>
              <a:t>Proportion: </a:t>
            </a:r>
            <a:r>
              <a:rPr lang="en-US" sz="1800">
                <a:latin typeface="Times New Roman" panose="02020603050405020304" pitchFamily="18" charset="0"/>
                <a:cs typeface="Times New Roman" panose="02020603050405020304" pitchFamily="18" charset="0"/>
              </a:rPr>
              <a:t>size reflects importance; avoid distortion.</a:t>
            </a:r>
          </a:p>
          <a:p>
            <a:pPr marL="0" indent="0">
              <a:buNone/>
            </a:pPr>
            <a:r>
              <a:rPr lang="en-US" sz="1800" b="1">
                <a:latin typeface="Times New Roman" panose="02020603050405020304" pitchFamily="18" charset="0"/>
                <a:cs typeface="Times New Roman" panose="02020603050405020304" pitchFamily="18" charset="0"/>
              </a:rPr>
              <a:t>Rhythm: </a:t>
            </a:r>
            <a:r>
              <a:rPr lang="en-US" sz="1800">
                <a:latin typeface="Times New Roman" panose="02020603050405020304" pitchFamily="18" charset="0"/>
                <a:cs typeface="Times New Roman" panose="02020603050405020304" pitchFamily="18" charset="0"/>
              </a:rPr>
              <a:t>create flow that is visually pleasing.</a:t>
            </a:r>
          </a:p>
          <a:p>
            <a:pPr marL="0" indent="0">
              <a:buNone/>
            </a:pPr>
            <a:r>
              <a:rPr lang="en-US" sz="1800" b="1">
                <a:latin typeface="Times New Roman" panose="02020603050405020304" pitchFamily="18" charset="0"/>
                <a:cs typeface="Times New Roman" panose="02020603050405020304" pitchFamily="18" charset="0"/>
              </a:rPr>
              <a:t>Variety: </a:t>
            </a:r>
            <a:r>
              <a:rPr lang="en-US" sz="1800">
                <a:latin typeface="Times New Roman" panose="02020603050405020304" pitchFamily="18" charset="0"/>
                <a:cs typeface="Times New Roman" panose="02020603050405020304" pitchFamily="18" charset="0"/>
              </a:rPr>
              <a:t>keep users engaged with controlled diversity.</a:t>
            </a:r>
          </a:p>
          <a:p>
            <a:pPr marL="0" indent="0">
              <a:buNone/>
            </a:pPr>
            <a:r>
              <a:rPr lang="en-US" sz="1800" b="1">
                <a:latin typeface="Times New Roman" panose="02020603050405020304" pitchFamily="18" charset="0"/>
                <a:cs typeface="Times New Roman" panose="02020603050405020304" pitchFamily="18" charset="0"/>
              </a:rPr>
              <a:t>Unity: </a:t>
            </a:r>
            <a:r>
              <a:rPr lang="en-US" sz="1800">
                <a:latin typeface="Times New Roman" panose="02020603050405020304" pitchFamily="18" charset="0"/>
                <a:cs typeface="Times New Roman" panose="02020603050405020304" pitchFamily="18" charset="0"/>
              </a:rPr>
              <a:t>harmony across all elements of the design.</a:t>
            </a:r>
            <a:endParaRPr lang="en-US" sz="1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971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6B319F-86FE-4754-878E-06F0804D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Rectangle 10">
            <a:extLst>
              <a:ext uri="{FF2B5EF4-FFF2-40B4-BE49-F238E27FC236}">
                <a16:creationId xmlns:a16="http://schemas.microsoft.com/office/drawing/2014/main" id="{DCF7D1B5-3477-499F-ACC5-2C8B07F4E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8FC63A-2219-DBB2-6B7B-BD33698F93A2}"/>
              </a:ext>
            </a:extLst>
          </p:cNvPr>
          <p:cNvSpPr>
            <a:spLocks noGrp="1"/>
          </p:cNvSpPr>
          <p:nvPr>
            <p:ph type="title"/>
          </p:nvPr>
        </p:nvSpPr>
        <p:spPr>
          <a:xfrm>
            <a:off x="992206" y="1608667"/>
            <a:ext cx="2823275" cy="4501127"/>
          </a:xfrm>
        </p:spPr>
        <p:txBody>
          <a:bodyPr vert="horz" lIns="91440" tIns="45720" rIns="91440" bIns="45720" rtlCol="0" anchor="t">
            <a:normAutofit/>
          </a:bodyPr>
          <a:lstStyle/>
          <a:p>
            <a:pPr algn="r"/>
            <a:r>
              <a:rPr lang="en-US" sz="3200" b="1" kern="1200">
                <a:solidFill>
                  <a:srgbClr val="FFFFFF"/>
                </a:solidFill>
                <a:latin typeface="+mj-lt"/>
                <a:ea typeface="+mj-ea"/>
                <a:cs typeface="+mj-cs"/>
              </a:rPr>
              <a:t>Design Frameworks for Effective Data Visualization</a:t>
            </a:r>
          </a:p>
        </p:txBody>
      </p:sp>
      <p:sp>
        <p:nvSpPr>
          <p:cNvPr id="3" name="Content Placeholder 2">
            <a:extLst>
              <a:ext uri="{FF2B5EF4-FFF2-40B4-BE49-F238E27FC236}">
                <a16:creationId xmlns:a16="http://schemas.microsoft.com/office/drawing/2014/main" id="{8D32AA61-792B-B8D3-3F3D-9BD5418EC2E5}"/>
              </a:ext>
            </a:extLst>
          </p:cNvPr>
          <p:cNvSpPr>
            <a:spLocks noGrp="1"/>
          </p:cNvSpPr>
          <p:nvPr>
            <p:ph idx="1"/>
          </p:nvPr>
        </p:nvSpPr>
        <p:spPr>
          <a:xfrm>
            <a:off x="4547698" y="1608667"/>
            <a:ext cx="3421958" cy="4501127"/>
          </a:xfrm>
        </p:spPr>
        <p:txBody>
          <a:bodyPr vert="horz" lIns="91440" tIns="45720" rIns="91440" bIns="45720" rtlCol="0">
            <a:normAutofit/>
          </a:bodyPr>
          <a:lstStyle/>
          <a:p>
            <a:pPr marL="0"/>
            <a:r>
              <a:rPr lang="en-US" sz="1700" b="1"/>
              <a:t>Gestalt Principles (grouping data visually)</a:t>
            </a:r>
          </a:p>
          <a:p>
            <a:r>
              <a:rPr lang="en-US" sz="1700" b="1"/>
              <a:t>Proximity: </a:t>
            </a:r>
            <a:r>
              <a:rPr lang="en-US" sz="1700"/>
              <a:t>group with spacing.</a:t>
            </a:r>
          </a:p>
          <a:p>
            <a:r>
              <a:rPr lang="en-US" sz="1700" b="1"/>
              <a:t>Similarity: </a:t>
            </a:r>
            <a:r>
              <a:rPr lang="en-US" sz="1700"/>
              <a:t>similar objects are seen as related.</a:t>
            </a:r>
          </a:p>
          <a:p>
            <a:r>
              <a:rPr lang="en-US" sz="1700" b="1"/>
              <a:t>Enclosure: </a:t>
            </a:r>
            <a:r>
              <a:rPr lang="en-US" sz="1700"/>
              <a:t>boxes or shading define groups.</a:t>
            </a:r>
          </a:p>
          <a:p>
            <a:r>
              <a:rPr lang="en-US" sz="1700" b="1"/>
              <a:t>Symmetry: </a:t>
            </a:r>
            <a:r>
              <a:rPr lang="en-US" sz="1700"/>
              <a:t>balanced visuals avoid confusion.</a:t>
            </a:r>
          </a:p>
          <a:p>
            <a:r>
              <a:rPr lang="en-US" sz="1700" b="1"/>
              <a:t>Closure &amp; Continuity: </a:t>
            </a:r>
            <a:r>
              <a:rPr lang="en-US" sz="1700"/>
              <a:t>minds complete shapes/paths.</a:t>
            </a:r>
          </a:p>
          <a:p>
            <a:r>
              <a:rPr lang="en-US" sz="1700" b="1"/>
              <a:t>Connection: </a:t>
            </a:r>
            <a:r>
              <a:rPr lang="en-US" sz="1700"/>
              <a:t>linking elements shows relationships.</a:t>
            </a:r>
          </a:p>
          <a:p>
            <a:r>
              <a:rPr lang="en-US" sz="1700" b="1"/>
              <a:t>Figure &amp; Ground: </a:t>
            </a:r>
            <a:r>
              <a:rPr lang="en-US" sz="1700"/>
              <a:t>distinguish main focus from background.</a:t>
            </a:r>
          </a:p>
        </p:txBody>
      </p:sp>
      <p:sp>
        <p:nvSpPr>
          <p:cNvPr id="4" name="Content Placeholder 2">
            <a:extLst>
              <a:ext uri="{FF2B5EF4-FFF2-40B4-BE49-F238E27FC236}">
                <a16:creationId xmlns:a16="http://schemas.microsoft.com/office/drawing/2014/main" id="{CACE967C-B008-5C11-F393-C33B3B9EF1F5}"/>
              </a:ext>
            </a:extLst>
          </p:cNvPr>
          <p:cNvSpPr txBox="1">
            <a:spLocks/>
          </p:cNvSpPr>
          <p:nvPr/>
        </p:nvSpPr>
        <p:spPr>
          <a:xfrm>
            <a:off x="8289696" y="1608667"/>
            <a:ext cx="3421957" cy="45011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r>
              <a:rPr lang="en-US" sz="1300" b="1"/>
              <a:t>Tufte’s Principle (clarity &amp; density in visuals)</a:t>
            </a:r>
          </a:p>
          <a:p>
            <a:r>
              <a:rPr lang="en-US" sz="1300" b="1"/>
              <a:t>Maximize Data-Ink Ratio: </a:t>
            </a:r>
            <a:r>
              <a:rPr lang="en-US" sz="1300"/>
              <a:t>remove non-data clutter.</a:t>
            </a:r>
          </a:p>
          <a:p>
            <a:r>
              <a:rPr lang="en-US" sz="1300" b="1"/>
              <a:t>Mobilize Every Graphical Element: </a:t>
            </a:r>
            <a:r>
              <a:rPr lang="en-US" sz="1300"/>
              <a:t>all visual components should encode data (avoid “graphical puzzles”).</a:t>
            </a:r>
          </a:p>
          <a:p>
            <a:r>
              <a:rPr lang="en-US" sz="1300" b="1"/>
              <a:t>Maximize Data Density: </a:t>
            </a:r>
            <a:r>
              <a:rPr lang="en-US" sz="1300"/>
              <a:t>show more data in less space (small multiples, parallel sequencing, thin lines).</a:t>
            </a:r>
          </a:p>
          <a:p>
            <a:r>
              <a:rPr lang="en-US" sz="1300" b="1"/>
              <a:t>Provide Overview + Details on Demand: </a:t>
            </a:r>
            <a:r>
              <a:rPr lang="en-US" sz="1300"/>
              <a:t>allow macro + micro insights in one view.</a:t>
            </a:r>
          </a:p>
          <a:p>
            <a:r>
              <a:rPr lang="en-US" sz="1300" b="1"/>
              <a:t>Layering &amp; Separation: </a:t>
            </a:r>
            <a:r>
              <a:rPr lang="en-US" sz="1300"/>
              <a:t>use color/spacing to avoid clutter; test and refine for clarity.</a:t>
            </a:r>
          </a:p>
          <a:p>
            <a:r>
              <a:rPr lang="en-US" sz="1300" b="1"/>
              <a:t>Narratives of Space &amp; Time: </a:t>
            </a:r>
            <a:r>
              <a:rPr lang="en-US" sz="1300"/>
              <a:t>show stories of position, order, and chronology.</a:t>
            </a:r>
          </a:p>
        </p:txBody>
      </p:sp>
    </p:spTree>
    <p:extLst>
      <p:ext uri="{BB962C8B-B14F-4D97-AF65-F5344CB8AC3E}">
        <p14:creationId xmlns:p14="http://schemas.microsoft.com/office/powerpoint/2010/main" val="2955641550"/>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A1C575-5C2D-2096-2042-EBC70759B0CE}"/>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panose="02020603050405020304" pitchFamily="18" charset="0"/>
                <a:cs typeface="Times New Roman" panose="02020603050405020304" pitchFamily="18" charset="0"/>
              </a:rPr>
              <a:t>Best Practices for Data Visualization</a:t>
            </a:r>
          </a:p>
        </p:txBody>
      </p:sp>
      <p:sp>
        <p:nvSpPr>
          <p:cNvPr id="3" name="Content Placeholder 2">
            <a:extLst>
              <a:ext uri="{FF2B5EF4-FFF2-40B4-BE49-F238E27FC236}">
                <a16:creationId xmlns:a16="http://schemas.microsoft.com/office/drawing/2014/main" id="{F6F1F9E3-0D86-194E-382D-B188A365AB41}"/>
              </a:ext>
            </a:extLst>
          </p:cNvPr>
          <p:cNvSpPr>
            <a:spLocks noGrp="1"/>
          </p:cNvSpPr>
          <p:nvPr>
            <p:ph idx="1"/>
          </p:nvPr>
        </p:nvSpPr>
        <p:spPr>
          <a:xfrm>
            <a:off x="1371599" y="2318197"/>
            <a:ext cx="9724031" cy="3683358"/>
          </a:xfrm>
        </p:spPr>
        <p:txBody>
          <a:bodyPr anchor="ctr">
            <a:normAutofit/>
          </a:bodyPr>
          <a:lstStyle/>
          <a:p>
            <a:pPr marL="514350" indent="-514350">
              <a:buFont typeface="+mj-lt"/>
              <a:buAutoNum type="arabicPeriod"/>
            </a:pPr>
            <a:r>
              <a:rPr lang="en-US" sz="1100" b="1">
                <a:latin typeface="Times New Roman" panose="02020603050405020304" pitchFamily="18" charset="0"/>
                <a:cs typeface="Times New Roman" panose="02020603050405020304" pitchFamily="18" charset="0"/>
              </a:rPr>
              <a:t>Data Visualization as a Storytelling Tool</a:t>
            </a:r>
          </a:p>
          <a:p>
            <a:pPr lvl="1"/>
            <a:r>
              <a:rPr lang="en-US" sz="1100">
                <a:latin typeface="Times New Roman" panose="02020603050405020304" pitchFamily="18" charset="0"/>
                <a:cs typeface="Times New Roman" panose="02020603050405020304" pitchFamily="18" charset="0"/>
              </a:rPr>
              <a:t>Visualizations don’t automatically tell a story; they reveal </a:t>
            </a:r>
            <a:r>
              <a:rPr lang="en-US" sz="1100" b="1">
                <a:latin typeface="Times New Roman" panose="02020603050405020304" pitchFamily="18" charset="0"/>
                <a:cs typeface="Times New Roman" panose="02020603050405020304" pitchFamily="18" charset="0"/>
              </a:rPr>
              <a:t>insights</a:t>
            </a:r>
            <a:r>
              <a:rPr lang="en-US" sz="1100">
                <a:latin typeface="Times New Roman" panose="02020603050405020304" pitchFamily="18" charset="0"/>
                <a:cs typeface="Times New Roman" panose="02020603050405020304" pitchFamily="18" charset="0"/>
              </a:rPr>
              <a:t> that need to be interpreted and connected.</a:t>
            </a:r>
          </a:p>
          <a:p>
            <a:pPr lvl="1"/>
            <a:r>
              <a:rPr lang="en-US" sz="1100">
                <a:latin typeface="Times New Roman" panose="02020603050405020304" pitchFamily="18" charset="0"/>
                <a:cs typeface="Times New Roman" panose="02020603050405020304" pitchFamily="18" charset="0"/>
              </a:rPr>
              <a:t>A good storyteller (analyst/presenter) weaves these insights into a </a:t>
            </a:r>
            <a:r>
              <a:rPr lang="en-US" sz="1100" b="1">
                <a:latin typeface="Times New Roman" panose="02020603050405020304" pitchFamily="18" charset="0"/>
                <a:cs typeface="Times New Roman" panose="02020603050405020304" pitchFamily="18" charset="0"/>
              </a:rPr>
              <a:t>clear narrative</a:t>
            </a:r>
            <a:r>
              <a:rPr lang="en-US" sz="1100">
                <a:latin typeface="Times New Roman" panose="02020603050405020304" pitchFamily="18" charset="0"/>
                <a:cs typeface="Times New Roman" panose="02020603050405020304" pitchFamily="18" charset="0"/>
              </a:rPr>
              <a:t> for the audience.</a:t>
            </a:r>
          </a:p>
          <a:p>
            <a:pPr lvl="1"/>
            <a:r>
              <a:rPr lang="en-US" sz="1100">
                <a:latin typeface="Times New Roman" panose="02020603050405020304" pitchFamily="18" charset="0"/>
                <a:cs typeface="Times New Roman" panose="02020603050405020304" pitchFamily="18" charset="0"/>
              </a:rPr>
              <a:t>Five key points for effective storytelling:</a:t>
            </a:r>
          </a:p>
          <a:p>
            <a:pPr marL="1371600" lvl="2" indent="-457200">
              <a:buFont typeface="+mj-lt"/>
              <a:buAutoNum type="alphaLcParenR"/>
            </a:pPr>
            <a:r>
              <a:rPr lang="en-US" sz="1100" b="1">
                <a:latin typeface="Times New Roman" panose="02020603050405020304" pitchFamily="18" charset="0"/>
                <a:cs typeface="Times New Roman" panose="02020603050405020304" pitchFamily="18" charset="0"/>
              </a:rPr>
              <a:t>Find the compelling narrative: </a:t>
            </a:r>
            <a:r>
              <a:rPr lang="en-US" sz="1100">
                <a:latin typeface="Times New Roman" panose="02020603050405020304" pitchFamily="18" charset="0"/>
                <a:cs typeface="Times New Roman" panose="02020603050405020304" pitchFamily="18" charset="0"/>
              </a:rPr>
              <a:t>identify the most important insight to highlight.</a:t>
            </a:r>
          </a:p>
          <a:p>
            <a:pPr marL="1371600" lvl="2" indent="-457200">
              <a:buFont typeface="+mj-lt"/>
              <a:buAutoNum type="alphaLcParenR"/>
            </a:pPr>
            <a:r>
              <a:rPr lang="en-US" sz="1100" b="1">
                <a:latin typeface="Times New Roman" panose="02020603050405020304" pitchFamily="18" charset="0"/>
                <a:cs typeface="Times New Roman" panose="02020603050405020304" pitchFamily="18" charset="0"/>
              </a:rPr>
              <a:t>Understand your audience: </a:t>
            </a:r>
            <a:r>
              <a:rPr lang="en-US" sz="1100">
                <a:latin typeface="Times New Roman" panose="02020603050405020304" pitchFamily="18" charset="0"/>
                <a:cs typeface="Times New Roman" panose="02020603050405020304" pitchFamily="18" charset="0"/>
              </a:rPr>
              <a:t>tailor the complexity and explanation to their knowledge.</a:t>
            </a:r>
          </a:p>
          <a:p>
            <a:pPr marL="1371600" lvl="2" indent="-457200">
              <a:buFont typeface="+mj-lt"/>
              <a:buAutoNum type="alphaLcParenR"/>
            </a:pPr>
            <a:r>
              <a:rPr lang="en-US" sz="1100" b="1">
                <a:latin typeface="Times New Roman" panose="02020603050405020304" pitchFamily="18" charset="0"/>
                <a:cs typeface="Times New Roman" panose="02020603050405020304" pitchFamily="18" charset="0"/>
              </a:rPr>
              <a:t>Be objective and balanced: </a:t>
            </a:r>
            <a:r>
              <a:rPr lang="en-US" sz="1100">
                <a:latin typeface="Times New Roman" panose="02020603050405020304" pitchFamily="18" charset="0"/>
                <a:cs typeface="Times New Roman" panose="02020603050405020304" pitchFamily="18" charset="0"/>
              </a:rPr>
              <a:t>present data fairly without bias.</a:t>
            </a:r>
          </a:p>
          <a:p>
            <a:pPr marL="1371600" lvl="2" indent="-457200">
              <a:buFont typeface="+mj-lt"/>
              <a:buAutoNum type="alphaLcParenR"/>
            </a:pPr>
            <a:r>
              <a:rPr lang="en-US" sz="1100" b="1">
                <a:latin typeface="Times New Roman" panose="02020603050405020304" pitchFamily="18" charset="0"/>
                <a:cs typeface="Times New Roman" panose="02020603050405020304" pitchFamily="18" charset="0"/>
              </a:rPr>
              <a:t>Don’t censor: </a:t>
            </a:r>
            <a:r>
              <a:rPr lang="en-US" sz="1100">
                <a:latin typeface="Times New Roman" panose="02020603050405020304" pitchFamily="18" charset="0"/>
                <a:cs typeface="Times New Roman" panose="02020603050405020304" pitchFamily="18" charset="0"/>
              </a:rPr>
              <a:t>show relevant information, even if it challenges assumptions.</a:t>
            </a:r>
          </a:p>
          <a:p>
            <a:pPr marL="1371600" lvl="2" indent="-457200">
              <a:buFont typeface="+mj-lt"/>
              <a:buAutoNum type="alphaLcParenR"/>
            </a:pPr>
            <a:r>
              <a:rPr lang="en-US" sz="1100" b="1">
                <a:latin typeface="Times New Roman" panose="02020603050405020304" pitchFamily="18" charset="0"/>
                <a:cs typeface="Times New Roman" panose="02020603050405020304" pitchFamily="18" charset="0"/>
              </a:rPr>
              <a:t>Edit carefully: </a:t>
            </a:r>
            <a:r>
              <a:rPr lang="en-US" sz="1100">
                <a:latin typeface="Times New Roman" panose="02020603050405020304" pitchFamily="18" charset="0"/>
                <a:cs typeface="Times New Roman" panose="02020603050405020304" pitchFamily="18" charset="0"/>
              </a:rPr>
              <a:t>remove distractions, focus on clarity and flow.</a:t>
            </a:r>
          </a:p>
          <a:p>
            <a:pPr marL="457200" indent="-457200">
              <a:buFont typeface="+mj-lt"/>
              <a:buAutoNum type="arabicPeriod"/>
            </a:pPr>
            <a:r>
              <a:rPr lang="en-US" sz="1100" b="1">
                <a:latin typeface="Times New Roman" panose="02020603050405020304" pitchFamily="18" charset="0"/>
                <a:cs typeface="Times New Roman" panose="02020603050405020304" pitchFamily="18" charset="0"/>
              </a:rPr>
              <a:t>Choosing the Right Form of Visualization</a:t>
            </a:r>
          </a:p>
          <a:p>
            <a:pPr lvl="1"/>
            <a:r>
              <a:rPr lang="en-US" sz="1100" b="1">
                <a:latin typeface="Times New Roman" panose="02020603050405020304" pitchFamily="18" charset="0"/>
                <a:cs typeface="Times New Roman" panose="02020603050405020304" pitchFamily="18" charset="0"/>
              </a:rPr>
              <a:t>5-Second Rule: </a:t>
            </a:r>
            <a:r>
              <a:rPr lang="en-US" sz="1100">
                <a:latin typeface="Times New Roman" panose="02020603050405020304" pitchFamily="18" charset="0"/>
                <a:cs typeface="Times New Roman" panose="02020603050405020304" pitchFamily="18" charset="0"/>
              </a:rPr>
              <a:t>Capture attention quickly. Titles, instructions, and key takeaways should be immediately clear.</a:t>
            </a:r>
          </a:p>
          <a:p>
            <a:pPr lvl="1"/>
            <a:r>
              <a:rPr lang="en-US" sz="1100" b="1">
                <a:latin typeface="Times New Roman" panose="02020603050405020304" pitchFamily="18" charset="0"/>
                <a:cs typeface="Times New Roman" panose="02020603050405020304" pitchFamily="18" charset="0"/>
              </a:rPr>
              <a:t>Design and layout matter: </a:t>
            </a:r>
            <a:r>
              <a:rPr lang="en-US" sz="1100">
                <a:latin typeface="Times New Roman" panose="02020603050405020304" pitchFamily="18" charset="0"/>
                <a:cs typeface="Times New Roman" panose="02020603050405020304" pitchFamily="18" charset="0"/>
              </a:rPr>
              <a:t>Follow design principles like balance, emphasis, movement, pattern, repetition, proportion, rhythm, variety, and unity.</a:t>
            </a:r>
          </a:p>
          <a:p>
            <a:pPr lvl="1"/>
            <a:r>
              <a:rPr lang="en-US" sz="1100" b="1">
                <a:latin typeface="Times New Roman" panose="02020603050405020304" pitchFamily="18" charset="0"/>
                <a:cs typeface="Times New Roman" panose="02020603050405020304" pitchFamily="18" charset="0"/>
              </a:rPr>
              <a:t>Keep it simple: </a:t>
            </a:r>
            <a:r>
              <a:rPr lang="en-US" sz="1100">
                <a:latin typeface="Times New Roman" panose="02020603050405020304" pitchFamily="18" charset="0"/>
                <a:cs typeface="Times New Roman" panose="02020603050405020304" pitchFamily="18" charset="0"/>
              </a:rPr>
              <a:t>Avoid overloading charts; only include necessary elements. Simplicity aids understanding.</a:t>
            </a:r>
          </a:p>
          <a:p>
            <a:pPr lvl="1"/>
            <a:r>
              <a:rPr lang="en-US" sz="1100" b="1">
                <a:latin typeface="Times New Roman" panose="02020603050405020304" pitchFamily="18" charset="0"/>
                <a:cs typeface="Times New Roman" panose="02020603050405020304" pitchFamily="18" charset="0"/>
              </a:rPr>
              <a:t>Pretty doesn’t equal effective: </a:t>
            </a:r>
            <a:r>
              <a:rPr lang="en-US" sz="1100">
                <a:latin typeface="Times New Roman" panose="02020603050405020304" pitchFamily="18" charset="0"/>
                <a:cs typeface="Times New Roman" panose="02020603050405020304" pitchFamily="18" charset="0"/>
              </a:rPr>
              <a:t>Attractive visuals are good, but clarity and accuracy are more important.</a:t>
            </a:r>
          </a:p>
          <a:p>
            <a:pPr lvl="1"/>
            <a:r>
              <a:rPr lang="en-US" sz="1100" b="1">
                <a:latin typeface="Times New Roman" panose="02020603050405020304" pitchFamily="18" charset="0"/>
                <a:cs typeface="Times New Roman" panose="02020603050405020304" pitchFamily="18" charset="0"/>
              </a:rPr>
              <a:t>Use color purposefully: </a:t>
            </a:r>
            <a:r>
              <a:rPr lang="en-US" sz="1100">
                <a:latin typeface="Times New Roman" panose="02020603050405020304" pitchFamily="18" charset="0"/>
                <a:cs typeface="Times New Roman" panose="02020603050405020304" pitchFamily="18" charset="0"/>
              </a:rPr>
              <a:t>Colors should help convey meaning, maintain consistency, and avoid distraction.</a:t>
            </a:r>
          </a:p>
          <a:p>
            <a:pPr lvl="1"/>
            <a:endParaRPr lang="en-US" sz="11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508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21BDC-3AA2-342B-4B8B-B6FD6384E22F}"/>
              </a:ext>
            </a:extLst>
          </p:cNvPr>
          <p:cNvSpPr>
            <a:spLocks noGrp="1"/>
          </p:cNvSpPr>
          <p:nvPr>
            <p:ph type="title"/>
          </p:nvPr>
        </p:nvSpPr>
        <p:spPr>
          <a:xfrm>
            <a:off x="838199" y="365125"/>
            <a:ext cx="10904621" cy="664777"/>
          </a:xfrm>
        </p:spPr>
        <p:txBody>
          <a:bodyPr>
            <a:noAutofit/>
          </a:bodyPr>
          <a:lstStyle/>
          <a:p>
            <a:pPr algn="just"/>
            <a:r>
              <a:rPr lang="en-US" sz="3600" b="1" dirty="0">
                <a:latin typeface="Times New Roman" panose="02020603050405020304" pitchFamily="18" charset="0"/>
                <a:cs typeface="Times New Roman" panose="02020603050405020304" pitchFamily="18" charset="0"/>
              </a:rPr>
              <a:t>Choosing the Right Visualization for Different Data Analysis Tasks</a:t>
            </a:r>
          </a:p>
        </p:txBody>
      </p:sp>
      <p:graphicFrame>
        <p:nvGraphicFramePr>
          <p:cNvPr id="5" name="Content Placeholder 2">
            <a:extLst>
              <a:ext uri="{FF2B5EF4-FFF2-40B4-BE49-F238E27FC236}">
                <a16:creationId xmlns:a16="http://schemas.microsoft.com/office/drawing/2014/main" id="{4033E5AA-0998-78D0-3FB4-AFA3570110BB}"/>
              </a:ext>
            </a:extLst>
          </p:cNvPr>
          <p:cNvGraphicFramePr>
            <a:graphicFrameLocks noGrp="1"/>
          </p:cNvGraphicFramePr>
          <p:nvPr>
            <p:ph idx="1"/>
          </p:nvPr>
        </p:nvGraphicFramePr>
        <p:xfrm>
          <a:off x="761198" y="1253331"/>
          <a:ext cx="10515600" cy="5320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7999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36055B7D-8DF2-C42E-EFB6-4FBF606CDDC8}"/>
              </a:ext>
            </a:extLst>
          </p:cNvPr>
          <p:cNvGraphicFramePr>
            <a:graphicFrameLocks noGrp="1"/>
          </p:cNvGraphicFramePr>
          <p:nvPr>
            <p:ph idx="1"/>
            <p:extLst>
              <p:ext uri="{D42A27DB-BD31-4B8C-83A1-F6EECF244321}">
                <p14:modId xmlns:p14="http://schemas.microsoft.com/office/powerpoint/2010/main" val="51143487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361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41CCC4D-B0D2-3CE0-1872-A83F388F5830}"/>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latin typeface="Times New Roman" panose="02020603050405020304" pitchFamily="18" charset="0"/>
                <a:cs typeface="Times New Roman" panose="02020603050405020304" pitchFamily="18" charset="0"/>
              </a:rPr>
              <a:t>Common Mistakes to Avoid</a:t>
            </a:r>
            <a:endParaRPr lang="en-US" sz="400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6434A48D-64AE-D619-FF32-E236F66CE025}"/>
              </a:ext>
            </a:extLst>
          </p:cNvPr>
          <p:cNvGraphicFramePr>
            <a:graphicFrameLocks noGrp="1"/>
          </p:cNvGraphicFramePr>
          <p:nvPr>
            <p:ph idx="1"/>
            <p:extLst>
              <p:ext uri="{D42A27DB-BD31-4B8C-83A1-F6EECF244321}">
                <p14:modId xmlns:p14="http://schemas.microsoft.com/office/powerpoint/2010/main" val="271109613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1651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CBFED-23C7-EEE8-C80C-FA76B51FF426}"/>
              </a:ext>
            </a:extLst>
          </p:cNvPr>
          <p:cNvSpPr>
            <a:spLocks noGrp="1"/>
          </p:cNvSpPr>
          <p:nvPr>
            <p:ph type="title"/>
          </p:nvPr>
        </p:nvSpPr>
        <p:spPr>
          <a:xfrm>
            <a:off x="481013" y="3752849"/>
            <a:ext cx="3290887" cy="2452687"/>
          </a:xfrm>
        </p:spPr>
        <p:txBody>
          <a:bodyPr anchor="ctr">
            <a:normAutofit/>
          </a:bodyPr>
          <a:lstStyle/>
          <a:p>
            <a:r>
              <a:rPr lang="en-US" sz="3600" b="1" dirty="0">
                <a:latin typeface="Times New Roman" panose="02020603050405020304" pitchFamily="18" charset="0"/>
                <a:cs typeface="Times New Roman" panose="02020603050405020304" pitchFamily="18" charset="0"/>
              </a:rPr>
              <a:t>Examples of Data Visualization </a:t>
            </a:r>
            <a:endParaRPr lang="en-US" sz="36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2900CCA-357F-747E-7696-9893AB4F958D}"/>
              </a:ext>
            </a:extLst>
          </p:cNvPr>
          <p:cNvPicPr>
            <a:picLocks noChangeAspect="1"/>
          </p:cNvPicPr>
          <p:nvPr/>
        </p:nvPicPr>
        <p:blipFill>
          <a:blip r:embed="rId2"/>
          <a:srcRect t="12891" b="17544"/>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D33DC63-4CBF-AD2F-AF44-46029889DD65}"/>
              </a:ext>
            </a:extLst>
          </p:cNvPr>
          <p:cNvSpPr>
            <a:spLocks noGrp="1"/>
          </p:cNvSpPr>
          <p:nvPr>
            <p:ph idx="1"/>
          </p:nvPr>
        </p:nvSpPr>
        <p:spPr>
          <a:xfrm>
            <a:off x="4223982" y="3752850"/>
            <a:ext cx="7485413" cy="2452687"/>
          </a:xfrm>
        </p:spPr>
        <p:txBody>
          <a:bodyPr anchor="ctr">
            <a:normAutofit/>
          </a:bodyPr>
          <a:lstStyle/>
          <a:p>
            <a:r>
              <a:rPr lang="en-US" sz="1300" b="1">
                <a:latin typeface="Times New Roman" panose="02020603050405020304" pitchFamily="18" charset="0"/>
                <a:cs typeface="Times New Roman" panose="02020603050405020304" pitchFamily="18" charset="0"/>
              </a:rPr>
              <a:t>Bar Chart: </a:t>
            </a:r>
            <a:endParaRPr lang="en-US" sz="1300">
              <a:latin typeface="Times New Roman" panose="02020603050405020304" pitchFamily="18" charset="0"/>
              <a:cs typeface="Times New Roman" panose="02020603050405020304" pitchFamily="18" charset="0"/>
            </a:endParaRPr>
          </a:p>
          <a:p>
            <a:pPr lvl="1"/>
            <a:r>
              <a:rPr lang="en-US" sz="1300" i="1">
                <a:latin typeface="Times New Roman" panose="02020603050405020304" pitchFamily="18" charset="0"/>
                <a:cs typeface="Times New Roman" panose="02020603050405020304" pitchFamily="18" charset="0"/>
              </a:rPr>
              <a:t>Purpose: </a:t>
            </a:r>
            <a:r>
              <a:rPr lang="en-US" sz="1300">
                <a:latin typeface="Times New Roman" panose="02020603050405020304" pitchFamily="18" charset="0"/>
                <a:cs typeface="Times New Roman" panose="02020603050405020304" pitchFamily="18" charset="0"/>
              </a:rPr>
              <a:t>Comparing quantities across categories. </a:t>
            </a:r>
          </a:p>
          <a:p>
            <a:pPr lvl="1"/>
            <a:r>
              <a:rPr lang="en-US" sz="1300" i="1">
                <a:latin typeface="Times New Roman" panose="02020603050405020304" pitchFamily="18" charset="0"/>
                <a:cs typeface="Times New Roman" panose="02020603050405020304" pitchFamily="18" charset="0"/>
              </a:rPr>
              <a:t>Example: </a:t>
            </a:r>
            <a:r>
              <a:rPr lang="en-US" sz="1300">
                <a:latin typeface="Times New Roman" panose="02020603050405020304" pitchFamily="18" charset="0"/>
                <a:cs typeface="Times New Roman" panose="02020603050405020304" pitchFamily="18" charset="0"/>
              </a:rPr>
              <a:t>Bar chart showing monthly sales figures for different products. </a:t>
            </a:r>
          </a:p>
          <a:p>
            <a:r>
              <a:rPr lang="en-US" sz="1300" b="1">
                <a:latin typeface="Times New Roman" panose="02020603050405020304" pitchFamily="18" charset="0"/>
                <a:cs typeface="Times New Roman" panose="02020603050405020304" pitchFamily="18" charset="0"/>
              </a:rPr>
              <a:t>Line Chart: </a:t>
            </a:r>
            <a:endParaRPr lang="en-US" sz="1300">
              <a:latin typeface="Times New Roman" panose="02020603050405020304" pitchFamily="18" charset="0"/>
              <a:cs typeface="Times New Roman" panose="02020603050405020304" pitchFamily="18" charset="0"/>
            </a:endParaRPr>
          </a:p>
          <a:p>
            <a:pPr lvl="1"/>
            <a:r>
              <a:rPr lang="en-US" sz="1300" i="1">
                <a:latin typeface="Times New Roman" panose="02020603050405020304" pitchFamily="18" charset="0"/>
                <a:cs typeface="Times New Roman" panose="02020603050405020304" pitchFamily="18" charset="0"/>
              </a:rPr>
              <a:t>Purpose: </a:t>
            </a:r>
            <a:r>
              <a:rPr lang="en-US" sz="1300">
                <a:latin typeface="Times New Roman" panose="02020603050405020304" pitchFamily="18" charset="0"/>
                <a:cs typeface="Times New Roman" panose="02020603050405020304" pitchFamily="18" charset="0"/>
              </a:rPr>
              <a:t>Displaying trends or changes over a continuous interval. </a:t>
            </a:r>
          </a:p>
          <a:p>
            <a:pPr lvl="1"/>
            <a:r>
              <a:rPr lang="en-US" sz="1300" i="1">
                <a:latin typeface="Times New Roman" panose="02020603050405020304" pitchFamily="18" charset="0"/>
                <a:cs typeface="Times New Roman" panose="02020603050405020304" pitchFamily="18" charset="0"/>
              </a:rPr>
              <a:t>Example: </a:t>
            </a:r>
            <a:r>
              <a:rPr lang="en-US" sz="1300">
                <a:latin typeface="Times New Roman" panose="02020603050405020304" pitchFamily="18" charset="0"/>
                <a:cs typeface="Times New Roman" panose="02020603050405020304" pitchFamily="18" charset="0"/>
              </a:rPr>
              <a:t>Line chart illustrating stock prices over a period of six months. </a:t>
            </a:r>
          </a:p>
          <a:p>
            <a:r>
              <a:rPr lang="en-US" sz="1300" b="1">
                <a:latin typeface="Times New Roman" panose="02020603050405020304" pitchFamily="18" charset="0"/>
                <a:cs typeface="Times New Roman" panose="02020603050405020304" pitchFamily="18" charset="0"/>
              </a:rPr>
              <a:t>Pie Chart: </a:t>
            </a:r>
            <a:endParaRPr lang="en-US" sz="1300">
              <a:latin typeface="Times New Roman" panose="02020603050405020304" pitchFamily="18" charset="0"/>
              <a:cs typeface="Times New Roman" panose="02020603050405020304" pitchFamily="18" charset="0"/>
            </a:endParaRPr>
          </a:p>
          <a:p>
            <a:pPr lvl="1"/>
            <a:r>
              <a:rPr lang="en-US" sz="1300" i="1">
                <a:latin typeface="Times New Roman" panose="02020603050405020304" pitchFamily="18" charset="0"/>
                <a:cs typeface="Times New Roman" panose="02020603050405020304" pitchFamily="18" charset="0"/>
              </a:rPr>
              <a:t>Purpose: </a:t>
            </a:r>
            <a:r>
              <a:rPr lang="en-US" sz="1300">
                <a:latin typeface="Times New Roman" panose="02020603050405020304" pitchFamily="18" charset="0"/>
                <a:cs typeface="Times New Roman" panose="02020603050405020304" pitchFamily="18" charset="0"/>
              </a:rPr>
              <a:t>Showing the proportion of parts to a whole. </a:t>
            </a:r>
          </a:p>
          <a:p>
            <a:pPr lvl="1"/>
            <a:r>
              <a:rPr lang="en-US" sz="1300" i="1">
                <a:latin typeface="Times New Roman" panose="02020603050405020304" pitchFamily="18" charset="0"/>
                <a:cs typeface="Times New Roman" panose="02020603050405020304" pitchFamily="18" charset="0"/>
              </a:rPr>
              <a:t>Example: </a:t>
            </a:r>
            <a:r>
              <a:rPr lang="en-US" sz="1300">
                <a:latin typeface="Times New Roman" panose="02020603050405020304" pitchFamily="18" charset="0"/>
                <a:cs typeface="Times New Roman" panose="02020603050405020304" pitchFamily="18" charset="0"/>
              </a:rPr>
              <a:t>Pie chart representing the percentage distribution of expenses in a budget. </a:t>
            </a:r>
          </a:p>
          <a:p>
            <a:endParaRPr lang="en-US" sz="13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477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8" name="Straight Connector 17">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Content Placeholder 2">
            <a:extLst>
              <a:ext uri="{FF2B5EF4-FFF2-40B4-BE49-F238E27FC236}">
                <a16:creationId xmlns:a16="http://schemas.microsoft.com/office/drawing/2014/main" id="{40B487DA-2169-599B-73A2-45A9D3678DBE}"/>
              </a:ext>
            </a:extLst>
          </p:cNvPr>
          <p:cNvGraphicFramePr>
            <a:graphicFrameLocks noGrp="1"/>
          </p:cNvGraphicFramePr>
          <p:nvPr>
            <p:ph idx="1"/>
            <p:extLst>
              <p:ext uri="{D42A27DB-BD31-4B8C-83A1-F6EECF244321}">
                <p14:modId xmlns:p14="http://schemas.microsoft.com/office/powerpoint/2010/main" val="3990825175"/>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8860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8A151-1C97-38E4-30BA-909688842DC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Comparison of related visualization fields</a:t>
            </a:r>
          </a:p>
        </p:txBody>
      </p:sp>
      <p:graphicFrame>
        <p:nvGraphicFramePr>
          <p:cNvPr id="4" name="Table 3">
            <a:extLst>
              <a:ext uri="{FF2B5EF4-FFF2-40B4-BE49-F238E27FC236}">
                <a16:creationId xmlns:a16="http://schemas.microsoft.com/office/drawing/2014/main" id="{FCDF7A70-D057-70C2-D3FF-62CB9001450F}"/>
              </a:ext>
            </a:extLst>
          </p:cNvPr>
          <p:cNvGraphicFramePr>
            <a:graphicFrameLocks noGrp="1"/>
          </p:cNvGraphicFramePr>
          <p:nvPr>
            <p:extLst>
              <p:ext uri="{D42A27DB-BD31-4B8C-83A1-F6EECF244321}">
                <p14:modId xmlns:p14="http://schemas.microsoft.com/office/powerpoint/2010/main" val="3555710273"/>
              </p:ext>
            </p:extLst>
          </p:nvPr>
        </p:nvGraphicFramePr>
        <p:xfrm>
          <a:off x="960984" y="1966293"/>
          <a:ext cx="10270033" cy="4452162"/>
        </p:xfrm>
        <a:graphic>
          <a:graphicData uri="http://schemas.openxmlformats.org/drawingml/2006/table">
            <a:tbl>
              <a:tblPr firstRow="1" bandRow="1">
                <a:tableStyleId>{9D7B26C5-4107-4FEC-AEDC-1716B250A1EF}</a:tableStyleId>
              </a:tblPr>
              <a:tblGrid>
                <a:gridCol w="2207535">
                  <a:extLst>
                    <a:ext uri="{9D8B030D-6E8A-4147-A177-3AD203B41FA5}">
                      <a16:colId xmlns:a16="http://schemas.microsoft.com/office/drawing/2014/main" val="109040310"/>
                    </a:ext>
                  </a:extLst>
                </a:gridCol>
                <a:gridCol w="2620849">
                  <a:extLst>
                    <a:ext uri="{9D8B030D-6E8A-4147-A177-3AD203B41FA5}">
                      <a16:colId xmlns:a16="http://schemas.microsoft.com/office/drawing/2014/main" val="267521195"/>
                    </a:ext>
                  </a:extLst>
                </a:gridCol>
                <a:gridCol w="2540272">
                  <a:extLst>
                    <a:ext uri="{9D8B030D-6E8A-4147-A177-3AD203B41FA5}">
                      <a16:colId xmlns:a16="http://schemas.microsoft.com/office/drawing/2014/main" val="2704325734"/>
                    </a:ext>
                  </a:extLst>
                </a:gridCol>
                <a:gridCol w="2901377">
                  <a:extLst>
                    <a:ext uri="{9D8B030D-6E8A-4147-A177-3AD203B41FA5}">
                      <a16:colId xmlns:a16="http://schemas.microsoft.com/office/drawing/2014/main" val="174901983"/>
                    </a:ext>
                  </a:extLst>
                </a:gridCol>
              </a:tblGrid>
              <a:tr h="320877">
                <a:tc>
                  <a:txBody>
                    <a:bodyPr/>
                    <a:lstStyle/>
                    <a:p>
                      <a:pPr algn="just"/>
                      <a:endParaRPr lang="en-US" sz="1300">
                        <a:solidFill>
                          <a:sysClr val="windowText" lastClr="000000"/>
                        </a:solidFill>
                      </a:endParaRPr>
                    </a:p>
                  </a:txBody>
                  <a:tcPr marL="85949" marR="85949" marT="42975" marB="42975"/>
                </a:tc>
                <a:tc>
                  <a:txBody>
                    <a:bodyPr/>
                    <a:lstStyle/>
                    <a:p>
                      <a:pPr algn="just"/>
                      <a:r>
                        <a:rPr lang="en-US" sz="1300">
                          <a:solidFill>
                            <a:sysClr val="windowText" lastClr="000000"/>
                          </a:solidFill>
                        </a:rPr>
                        <a:t>Content</a:t>
                      </a:r>
                    </a:p>
                  </a:txBody>
                  <a:tcPr marL="85949" marR="85949" marT="42975" marB="42975"/>
                </a:tc>
                <a:tc>
                  <a:txBody>
                    <a:bodyPr/>
                    <a:lstStyle/>
                    <a:p>
                      <a:pPr algn="just"/>
                      <a:r>
                        <a:rPr lang="en-US" sz="1300">
                          <a:solidFill>
                            <a:sysClr val="windowText" lastClr="000000"/>
                          </a:solidFill>
                        </a:rPr>
                        <a:t>Visual/ Forms Tools</a:t>
                      </a:r>
                    </a:p>
                  </a:txBody>
                  <a:tcPr marL="85949" marR="85949" marT="42975" marB="42975"/>
                </a:tc>
                <a:tc>
                  <a:txBody>
                    <a:bodyPr/>
                    <a:lstStyle/>
                    <a:p>
                      <a:pPr algn="just"/>
                      <a:r>
                        <a:rPr lang="en-US" sz="1300">
                          <a:solidFill>
                            <a:sysClr val="windowText" lastClr="000000"/>
                          </a:solidFill>
                        </a:rPr>
                        <a:t>Purpose</a:t>
                      </a:r>
                    </a:p>
                  </a:txBody>
                  <a:tcPr marL="85949" marR="85949" marT="42975" marB="42975"/>
                </a:tc>
                <a:extLst>
                  <a:ext uri="{0D108BD9-81ED-4DB2-BD59-A6C34878D82A}">
                    <a16:rowId xmlns:a16="http://schemas.microsoft.com/office/drawing/2014/main" val="1444786809"/>
                  </a:ext>
                </a:extLst>
              </a:tr>
              <a:tr h="721972">
                <a:tc>
                  <a:txBody>
                    <a:bodyPr/>
                    <a:lstStyle/>
                    <a:p>
                      <a:pPr algn="just"/>
                      <a:r>
                        <a:rPr lang="en-US" sz="1300" b="1">
                          <a:solidFill>
                            <a:sysClr val="windowText" lastClr="000000"/>
                          </a:solidFill>
                        </a:rPr>
                        <a:t>Business data visualization</a:t>
                      </a:r>
                      <a:endParaRPr lang="en-US" sz="1300" b="1">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algn="just"/>
                      <a:r>
                        <a:rPr lang="en-US" sz="1300">
                          <a:solidFill>
                            <a:sysClr val="windowText" lastClr="000000"/>
                          </a:solidFill>
                        </a:rPr>
                        <a:t>Quantitative data related to business activities; metrics, key performance indicators (KPIs)</a:t>
                      </a:r>
                      <a:endParaRPr lang="en-US" sz="1300">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algn="just"/>
                      <a:r>
                        <a:rPr lang="en-US" sz="1300">
                          <a:solidFill>
                            <a:sysClr val="windowText" lastClr="000000"/>
                          </a:solidFill>
                        </a:rPr>
                        <a:t>Charts, diagrams, dashboards</a:t>
                      </a:r>
                      <a:endParaRPr lang="en-US" sz="1300">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algn="just"/>
                      <a:r>
                        <a:rPr lang="en-US" sz="1300">
                          <a:solidFill>
                            <a:sysClr val="windowText" lastClr="000000"/>
                          </a:solidFill>
                        </a:rPr>
                        <a:t>Data exploration, analysis decision making</a:t>
                      </a:r>
                      <a:endParaRPr lang="en-US" sz="1300">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extLst>
                  <a:ext uri="{0D108BD9-81ED-4DB2-BD59-A6C34878D82A}">
                    <a16:rowId xmlns:a16="http://schemas.microsoft.com/office/drawing/2014/main" val="4155896475"/>
                  </a:ext>
                </a:extLst>
              </a:tr>
              <a:tr h="721972">
                <a:tc>
                  <a:txBody>
                    <a:bodyPr/>
                    <a:lstStyle/>
                    <a:p>
                      <a:pPr algn="just"/>
                      <a:r>
                        <a:rPr lang="en-US" sz="1300" b="1">
                          <a:solidFill>
                            <a:sysClr val="windowText" lastClr="000000"/>
                          </a:solidFill>
                        </a:rPr>
                        <a:t>General data visualization</a:t>
                      </a:r>
                      <a:endParaRPr lang="en-US" sz="1300" b="1">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algn="just"/>
                      <a:r>
                        <a:rPr lang="en-US" sz="1300">
                          <a:solidFill>
                            <a:sysClr val="windowText" lastClr="000000"/>
                          </a:solidFill>
                        </a:rPr>
                        <a:t>General quantitative data </a:t>
                      </a:r>
                      <a:endParaRPr lang="en-US" sz="1300">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algn="just"/>
                      <a:r>
                        <a:rPr lang="en-US" sz="1300">
                          <a:solidFill>
                            <a:sysClr val="windowText" lastClr="000000"/>
                          </a:solidFill>
                        </a:rPr>
                        <a:t>Charts, diagrams, dashboards</a:t>
                      </a:r>
                      <a:endParaRPr lang="en-US" sz="1300">
                        <a:solidFill>
                          <a:sysClr val="windowText" lastClr="000000"/>
                        </a:solidFill>
                        <a:latin typeface="Times New Roman" panose="02020603050405020304" pitchFamily="18" charset="0"/>
                        <a:cs typeface="Times New Roman" panose="02020603050405020304" pitchFamily="18" charset="0"/>
                      </a:endParaRPr>
                    </a:p>
                  </a:txBody>
                  <a:tcPr marL="85949" marR="85949" marT="42975" marB="42975"/>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300">
                          <a:solidFill>
                            <a:sysClr val="windowText" lastClr="000000"/>
                          </a:solidFill>
                        </a:rPr>
                        <a:t>Data exploration, analysis decision making</a:t>
                      </a:r>
                    </a:p>
                    <a:p>
                      <a:pPr algn="just"/>
                      <a:endParaRPr lang="en-US" sz="1300">
                        <a:solidFill>
                          <a:sysClr val="windowText" lastClr="000000"/>
                        </a:solidFill>
                      </a:endParaRPr>
                    </a:p>
                  </a:txBody>
                  <a:tcPr marL="85949" marR="85949" marT="42975" marB="42975"/>
                </a:tc>
                <a:extLst>
                  <a:ext uri="{0D108BD9-81ED-4DB2-BD59-A6C34878D82A}">
                    <a16:rowId xmlns:a16="http://schemas.microsoft.com/office/drawing/2014/main" val="1155030495"/>
                  </a:ext>
                </a:extLst>
              </a:tr>
              <a:tr h="721972">
                <a:tc>
                  <a:txBody>
                    <a:bodyPr/>
                    <a:lstStyle/>
                    <a:p>
                      <a:pPr algn="just"/>
                      <a:r>
                        <a:rPr lang="en-US" sz="1300" b="1">
                          <a:solidFill>
                            <a:sysClr val="windowText" lastClr="000000"/>
                          </a:solidFill>
                        </a:rPr>
                        <a:t>Information visualization</a:t>
                      </a:r>
                    </a:p>
                  </a:txBody>
                  <a:tcPr marL="85949" marR="85949" marT="42975" marB="42975"/>
                </a:tc>
                <a:tc>
                  <a:txBody>
                    <a:bodyPr/>
                    <a:lstStyle/>
                    <a:p>
                      <a:pPr algn="just"/>
                      <a:r>
                        <a:rPr lang="en-US" sz="1300">
                          <a:solidFill>
                            <a:sysClr val="windowText" lastClr="000000"/>
                          </a:solidFill>
                        </a:rPr>
                        <a:t>All kinds of information, quantitative and qualitative</a:t>
                      </a:r>
                    </a:p>
                  </a:txBody>
                  <a:tcPr marL="85949" marR="85949" marT="42975" marB="42975"/>
                </a:tc>
                <a:tc>
                  <a:txBody>
                    <a:bodyPr/>
                    <a:lstStyle/>
                    <a:p>
                      <a:pPr algn="just"/>
                      <a:r>
                        <a:rPr lang="en-US" sz="1300">
                          <a:solidFill>
                            <a:sysClr val="windowText" lastClr="000000"/>
                          </a:solidFill>
                        </a:rPr>
                        <a:t>Infographics, illustrational diagrams</a:t>
                      </a:r>
                    </a:p>
                  </a:txBody>
                  <a:tcPr marL="85949" marR="85949" marT="42975" marB="42975"/>
                </a:tc>
                <a:tc>
                  <a:txBody>
                    <a:bodyPr/>
                    <a:lstStyle/>
                    <a:p>
                      <a:pPr algn="just"/>
                      <a:r>
                        <a:rPr lang="en-US" sz="1300">
                          <a:solidFill>
                            <a:sysClr val="windowText" lastClr="000000"/>
                          </a:solidFill>
                        </a:rPr>
                        <a:t>Information seeking, artistic illustration, casual communication, and story telling</a:t>
                      </a:r>
                    </a:p>
                  </a:txBody>
                  <a:tcPr marL="85949" marR="85949" marT="42975" marB="42975"/>
                </a:tc>
                <a:extLst>
                  <a:ext uri="{0D108BD9-81ED-4DB2-BD59-A6C34878D82A}">
                    <a16:rowId xmlns:a16="http://schemas.microsoft.com/office/drawing/2014/main" val="1814402791"/>
                  </a:ext>
                </a:extLst>
              </a:tr>
              <a:tr h="721972">
                <a:tc>
                  <a:txBody>
                    <a:bodyPr/>
                    <a:lstStyle/>
                    <a:p>
                      <a:pPr algn="just"/>
                      <a:r>
                        <a:rPr lang="en-US" sz="1300" b="1">
                          <a:solidFill>
                            <a:sysClr val="windowText" lastClr="000000"/>
                          </a:solidFill>
                        </a:rPr>
                        <a:t>Illustration</a:t>
                      </a:r>
                    </a:p>
                  </a:txBody>
                  <a:tcPr marL="85949" marR="85949" marT="42975" marB="42975"/>
                </a:tc>
                <a:tc>
                  <a:txBody>
                    <a:bodyPr/>
                    <a:lstStyle/>
                    <a:p>
                      <a:pPr algn="just"/>
                      <a:r>
                        <a:rPr lang="en-US" sz="1300">
                          <a:solidFill>
                            <a:sysClr val="windowText" lastClr="000000"/>
                          </a:solidFill>
                        </a:rPr>
                        <a:t>Process, structure concepts, ideas</a:t>
                      </a:r>
                    </a:p>
                  </a:txBody>
                  <a:tcPr marL="85949" marR="85949" marT="42975" marB="42975"/>
                </a:tc>
                <a:tc>
                  <a:txBody>
                    <a:bodyPr/>
                    <a:lstStyle/>
                    <a:p>
                      <a:pPr algn="just"/>
                      <a:r>
                        <a:rPr lang="en-US" sz="1300">
                          <a:solidFill>
                            <a:sysClr val="windowText" lastClr="000000"/>
                          </a:solidFill>
                        </a:rPr>
                        <a:t>Diagram, image, graphics</a:t>
                      </a:r>
                    </a:p>
                  </a:txBody>
                  <a:tcPr marL="85949" marR="85949" marT="42975" marB="42975"/>
                </a:tc>
                <a:tc>
                  <a:txBody>
                    <a:bodyPr/>
                    <a:lstStyle/>
                    <a:p>
                      <a:pPr algn="just"/>
                      <a:r>
                        <a:rPr lang="en-US" sz="1300">
                          <a:solidFill>
                            <a:sysClr val="windowText" lastClr="000000"/>
                          </a:solidFill>
                        </a:rPr>
                        <a:t>Making the content more vivid and engaging, easier to understand the complexity.</a:t>
                      </a:r>
                    </a:p>
                  </a:txBody>
                  <a:tcPr marL="85949" marR="85949" marT="42975" marB="42975"/>
                </a:tc>
                <a:extLst>
                  <a:ext uri="{0D108BD9-81ED-4DB2-BD59-A6C34878D82A}">
                    <a16:rowId xmlns:a16="http://schemas.microsoft.com/office/drawing/2014/main" val="2592707037"/>
                  </a:ext>
                </a:extLst>
              </a:tr>
              <a:tr h="721972">
                <a:tc>
                  <a:txBody>
                    <a:bodyPr/>
                    <a:lstStyle/>
                    <a:p>
                      <a:pPr algn="just"/>
                      <a:r>
                        <a:rPr lang="en-US" sz="1300" b="1">
                          <a:solidFill>
                            <a:sysClr val="windowText" lastClr="000000"/>
                          </a:solidFill>
                        </a:rPr>
                        <a:t>Scientific visualization</a:t>
                      </a:r>
                    </a:p>
                  </a:txBody>
                  <a:tcPr marL="85949" marR="85949" marT="42975" marB="42975"/>
                </a:tc>
                <a:tc>
                  <a:txBody>
                    <a:bodyPr/>
                    <a:lstStyle/>
                    <a:p>
                      <a:pPr algn="just"/>
                      <a:r>
                        <a:rPr lang="en-US" sz="1300">
                          <a:solidFill>
                            <a:sysClr val="windowText" lastClr="000000"/>
                          </a:solidFill>
                        </a:rPr>
                        <a:t>Real world object or phenomenon, mathematical functions and formulas</a:t>
                      </a:r>
                    </a:p>
                  </a:txBody>
                  <a:tcPr marL="85949" marR="85949" marT="42975" marB="42975"/>
                </a:tc>
                <a:tc>
                  <a:txBody>
                    <a:bodyPr/>
                    <a:lstStyle/>
                    <a:p>
                      <a:pPr algn="just"/>
                      <a:r>
                        <a:rPr lang="en-US" sz="1300">
                          <a:solidFill>
                            <a:sysClr val="windowText" lastClr="000000"/>
                          </a:solidFill>
                        </a:rPr>
                        <a:t>Computer generated graphics, 3D reality</a:t>
                      </a:r>
                    </a:p>
                  </a:txBody>
                  <a:tcPr marL="85949" marR="85949" marT="42975" marB="42975"/>
                </a:tc>
                <a:tc>
                  <a:txBody>
                    <a:bodyPr/>
                    <a:lstStyle/>
                    <a:p>
                      <a:pPr algn="just"/>
                      <a:r>
                        <a:rPr lang="en-US" sz="1300">
                          <a:solidFill>
                            <a:sysClr val="windowText" lastClr="000000"/>
                          </a:solidFill>
                        </a:rPr>
                        <a:t>Recreate or simulate the real-world object or phenomenon, or visuzlise to algorithm effect</a:t>
                      </a:r>
                    </a:p>
                  </a:txBody>
                  <a:tcPr marL="85949" marR="85949" marT="42975" marB="42975"/>
                </a:tc>
                <a:extLst>
                  <a:ext uri="{0D108BD9-81ED-4DB2-BD59-A6C34878D82A}">
                    <a16:rowId xmlns:a16="http://schemas.microsoft.com/office/drawing/2014/main" val="21452782"/>
                  </a:ext>
                </a:extLst>
              </a:tr>
              <a:tr h="521425">
                <a:tc>
                  <a:txBody>
                    <a:bodyPr/>
                    <a:lstStyle/>
                    <a:p>
                      <a:pPr algn="just"/>
                      <a:r>
                        <a:rPr lang="en-US" sz="1300" b="1">
                          <a:solidFill>
                            <a:sysClr val="windowText" lastClr="000000"/>
                          </a:solidFill>
                        </a:rPr>
                        <a:t>Simulation</a:t>
                      </a:r>
                    </a:p>
                  </a:txBody>
                  <a:tcPr marL="85949" marR="85949" marT="42975" marB="42975"/>
                </a:tc>
                <a:tc>
                  <a:txBody>
                    <a:bodyPr/>
                    <a:lstStyle/>
                    <a:p>
                      <a:pPr algn="just"/>
                      <a:r>
                        <a:rPr lang="en-US" sz="1300">
                          <a:solidFill>
                            <a:sysClr val="windowText" lastClr="000000"/>
                          </a:solidFill>
                        </a:rPr>
                        <a:t>Calculated data based on formulas or rules </a:t>
                      </a:r>
                    </a:p>
                  </a:txBody>
                  <a:tcPr marL="85949" marR="85949" marT="42975" marB="42975"/>
                </a:tc>
                <a:tc>
                  <a:txBody>
                    <a:bodyPr/>
                    <a:lstStyle/>
                    <a:p>
                      <a:pPr algn="just"/>
                      <a:r>
                        <a:rPr lang="en-US" sz="1300">
                          <a:solidFill>
                            <a:sysClr val="windowText" lastClr="000000"/>
                          </a:solidFill>
                        </a:rPr>
                        <a:t>Animated diagram or virtual reality</a:t>
                      </a:r>
                    </a:p>
                  </a:txBody>
                  <a:tcPr marL="85949" marR="85949" marT="42975" marB="42975"/>
                </a:tc>
                <a:tc>
                  <a:txBody>
                    <a:bodyPr/>
                    <a:lstStyle/>
                    <a:p>
                      <a:pPr algn="just"/>
                      <a:r>
                        <a:rPr lang="en-US" sz="1300">
                          <a:solidFill>
                            <a:sysClr val="windowText" lastClr="000000"/>
                          </a:solidFill>
                        </a:rPr>
                        <a:t>Demonstrate the effect of scenarios under certain rules</a:t>
                      </a:r>
                    </a:p>
                  </a:txBody>
                  <a:tcPr marL="85949" marR="85949" marT="42975" marB="42975"/>
                </a:tc>
                <a:extLst>
                  <a:ext uri="{0D108BD9-81ED-4DB2-BD59-A6C34878D82A}">
                    <a16:rowId xmlns:a16="http://schemas.microsoft.com/office/drawing/2014/main" val="2598965762"/>
                  </a:ext>
                </a:extLst>
              </a:tr>
            </a:tbl>
          </a:graphicData>
        </a:graphic>
      </p:graphicFrame>
    </p:spTree>
    <p:extLst>
      <p:ext uri="{BB962C8B-B14F-4D97-AF65-F5344CB8AC3E}">
        <p14:creationId xmlns:p14="http://schemas.microsoft.com/office/powerpoint/2010/main" val="3423918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0FD99D-EFC1-29CA-8A0E-17B953608E62}"/>
              </a:ext>
            </a:extLst>
          </p:cNvPr>
          <p:cNvSpPr>
            <a:spLocks noGrp="1"/>
          </p:cNvSpPr>
          <p:nvPr>
            <p:ph type="title"/>
          </p:nvPr>
        </p:nvSpPr>
        <p:spPr>
          <a:xfrm>
            <a:off x="1371597" y="348865"/>
            <a:ext cx="10044023" cy="877729"/>
          </a:xfrm>
        </p:spPr>
        <p:txBody>
          <a:bodyPr anchor="ctr">
            <a:normAutofit/>
          </a:bodyPr>
          <a:lstStyle/>
          <a:p>
            <a:r>
              <a:rPr lang="en-US" sz="2800" b="1">
                <a:solidFill>
                  <a:srgbClr val="FFFFFF"/>
                </a:solidFill>
                <a:latin typeface="Times New Roman" panose="02020603050405020304" pitchFamily="18" charset="0"/>
                <a:cs typeface="Times New Roman" panose="02020603050405020304" pitchFamily="18" charset="0"/>
              </a:rPr>
              <a:t>Future of Data Visualization</a:t>
            </a:r>
            <a:br>
              <a:rPr lang="en-US" sz="2800" b="1">
                <a:solidFill>
                  <a:srgbClr val="FFFFFF"/>
                </a:solidFill>
                <a:latin typeface="Times New Roman" panose="02020603050405020304" pitchFamily="18" charset="0"/>
                <a:cs typeface="Times New Roman" panose="02020603050405020304" pitchFamily="18" charset="0"/>
              </a:rPr>
            </a:br>
            <a:endParaRPr lang="en-US" sz="280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D09054BA-48A0-F293-EB45-08E6166CB82D}"/>
              </a:ext>
            </a:extLst>
          </p:cNvPr>
          <p:cNvGraphicFramePr>
            <a:graphicFrameLocks noGrp="1"/>
          </p:cNvGraphicFramePr>
          <p:nvPr>
            <p:ph idx="1"/>
            <p:extLst>
              <p:ext uri="{D42A27DB-BD31-4B8C-83A1-F6EECF244321}">
                <p14:modId xmlns:p14="http://schemas.microsoft.com/office/powerpoint/2010/main" val="158152291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079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and question mark">
            <a:extLst>
              <a:ext uri="{FF2B5EF4-FFF2-40B4-BE49-F238E27FC236}">
                <a16:creationId xmlns:a16="http://schemas.microsoft.com/office/drawing/2014/main" id="{43CD6CE7-7094-51F7-C849-6FBF4CACDA48}"/>
              </a:ext>
            </a:extLst>
          </p:cNvPr>
          <p:cNvPicPr>
            <a:picLocks noChangeAspect="1"/>
          </p:cNvPicPr>
          <p:nvPr/>
        </p:nvPicPr>
        <p:blipFill>
          <a:blip r:embed="rId2"/>
          <a:srcRect/>
          <a:stretch>
            <a:fillRect/>
          </a:stretch>
        </p:blipFill>
        <p:spPr>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2" name="Title 1">
            <a:extLst>
              <a:ext uri="{FF2B5EF4-FFF2-40B4-BE49-F238E27FC236}">
                <a16:creationId xmlns:a16="http://schemas.microsoft.com/office/drawing/2014/main" id="{0AA8C281-2AA5-73C8-CF67-F519E011A81B}"/>
              </a:ext>
            </a:extLst>
          </p:cNvPr>
          <p:cNvSpPr>
            <a:spLocks noGrp="1"/>
          </p:cNvSpPr>
          <p:nvPr>
            <p:ph type="title"/>
          </p:nvPr>
        </p:nvSpPr>
        <p:spPr>
          <a:xfrm>
            <a:off x="599818" y="5234320"/>
            <a:ext cx="6931319" cy="752217"/>
          </a:xfrm>
        </p:spPr>
        <p:txBody>
          <a:bodyPr vert="horz" lIns="91440" tIns="45720" rIns="91440" bIns="45720" rtlCol="0" anchor="b">
            <a:normAutofit/>
          </a:bodyPr>
          <a:lstStyle/>
          <a:p>
            <a:r>
              <a:rPr lang="en-US" sz="3600">
                <a:solidFill>
                  <a:schemeClr val="tx1">
                    <a:lumMod val="85000"/>
                    <a:lumOff val="15000"/>
                  </a:schemeClr>
                </a:solidFill>
              </a:rPr>
              <a:t>Q/A?</a:t>
            </a:r>
          </a:p>
        </p:txBody>
      </p:sp>
    </p:spTree>
    <p:extLst>
      <p:ext uri="{BB962C8B-B14F-4D97-AF65-F5344CB8AC3E}">
        <p14:creationId xmlns:p14="http://schemas.microsoft.com/office/powerpoint/2010/main" val="2496448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4046</TotalTime>
  <Words>3228</Words>
  <Application>Microsoft Office PowerPoint</Application>
  <PresentationFormat>Widescreen</PresentationFormat>
  <Paragraphs>274</Paragraphs>
  <Slides>27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Aptos</vt:lpstr>
      <vt:lpstr>Aptos Display</vt:lpstr>
      <vt:lpstr>Arial</vt:lpstr>
      <vt:lpstr>Arial Unicode MS</vt:lpstr>
      <vt:lpstr>Calibri</vt:lpstr>
      <vt:lpstr>Google Sans</vt:lpstr>
      <vt:lpstr>Times New Roman</vt:lpstr>
      <vt:lpstr>ui-sans-serif</vt:lpstr>
      <vt:lpstr>Wingdings</vt:lpstr>
      <vt:lpstr>Office Theme</vt:lpstr>
      <vt:lpstr>Week 4   Effective Data Visualization  in Data Analytics</vt:lpstr>
      <vt:lpstr>     Learning Outcomes:   a) Describe the basics of data visualization.  b-1) Review the appropriate visualizations for different analytics.  b-2) Identify poor vs. strong visuals.  c) Use appropriate tools for visualization.  d) Integrate storytelling techniques to present data insights.  e) Collaborate to analyze and improve real-world visualizations </vt:lpstr>
      <vt:lpstr>Common Data visualization libariries in Python </vt:lpstr>
      <vt:lpstr>Interactive Tools for Data Visualization</vt:lpstr>
      <vt:lpstr>Comparison Table for common Tools and libraries for data virilization for software </vt:lpstr>
      <vt:lpstr>Quetion</vt:lpstr>
      <vt:lpstr>Better understanding  about the comparisons between data visualization tools</vt:lpstr>
      <vt:lpstr>PowerPoint Presentation</vt:lpstr>
      <vt:lpstr>PowerPoint Presentation</vt:lpstr>
      <vt:lpstr>The Basic of Visualization</vt:lpstr>
      <vt:lpstr>WHAT IS DATA VISUALIZATION? </vt:lpstr>
      <vt:lpstr>Data Visualization</vt:lpstr>
      <vt:lpstr>Main components of  Data Visualization </vt:lpstr>
      <vt:lpstr>PowerPoint Presentation</vt:lpstr>
      <vt:lpstr>Why data visualization is such a powerful tool: </vt:lpstr>
      <vt:lpstr>Importance of Data Visualization</vt:lpstr>
      <vt:lpstr>Why Effective Visualization Matters &amp; Anderson’s Principles</vt:lpstr>
      <vt:lpstr>Design Frameworks for Effective Data Visualization</vt:lpstr>
      <vt:lpstr>Best Practices for Data Visualization</vt:lpstr>
      <vt:lpstr>Choosing the Right Visualization for Different Data Analysis Tasks</vt:lpstr>
      <vt:lpstr>PowerPoint Presentation</vt:lpstr>
      <vt:lpstr>Common Mistakes to Avoid</vt:lpstr>
      <vt:lpstr>Examples of Data Visualization </vt:lpstr>
      <vt:lpstr>PowerPoint Presentation</vt:lpstr>
      <vt:lpstr>Comparison of related visualization fields</vt:lpstr>
      <vt:lpstr>Future of Data Visualization </vt:lpstr>
      <vt:lpstr>Q/A?</vt:lpstr>
    </vt:vector>
  </TitlesOfParts>
  <Company>UP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Mukesh Mishra</dc:creator>
  <cp:lastModifiedBy>Mohammad Norouzifard</cp:lastModifiedBy>
  <cp:revision>20</cp:revision>
  <dcterms:created xsi:type="dcterms:W3CDTF">2025-05-07T23:52:59Z</dcterms:created>
  <dcterms:modified xsi:type="dcterms:W3CDTF">2026-05-01T06:26:48Z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6ed6d7-747c-41fd-b042-ff14484edc24_Enabled">
    <vt:lpwstr>true</vt:lpwstr>
  </property>
  <property fmtid="{D5CDD505-2E9C-101B-9397-08002B2CF9AE}" pid="3" name="MSIP_Label_c96ed6d7-747c-41fd-b042-ff14484edc24_SetDate">
    <vt:lpwstr>2025-05-08T02:45:56Z</vt:lpwstr>
  </property>
  <property fmtid="{D5CDD505-2E9C-101B-9397-08002B2CF9AE}" pid="4" name="MSIP_Label_c96ed6d7-747c-41fd-b042-ff14484edc24_Method">
    <vt:lpwstr>Standard</vt:lpwstr>
  </property>
  <property fmtid="{D5CDD505-2E9C-101B-9397-08002B2CF9AE}" pid="5" name="MSIP_Label_c96ed6d7-747c-41fd-b042-ff14484edc24_Name">
    <vt:lpwstr>defa4170-0d19-0005-0004-bc88714345d2</vt:lpwstr>
  </property>
  <property fmtid="{D5CDD505-2E9C-101B-9397-08002B2CF9AE}" pid="6" name="MSIP_Label_c96ed6d7-747c-41fd-b042-ff14484edc24_SiteId">
    <vt:lpwstr>6a425d0d-58f2-4e36-8689-10002b2ec567</vt:lpwstr>
  </property>
  <property fmtid="{D5CDD505-2E9C-101B-9397-08002B2CF9AE}" pid="7" name="MSIP_Label_c96ed6d7-747c-41fd-b042-ff14484edc24_ActionId">
    <vt:lpwstr>9a33e14c-3f9d-4a08-9839-384c74e2bfcc</vt:lpwstr>
  </property>
  <property fmtid="{D5CDD505-2E9C-101B-9397-08002B2CF9AE}" pid="8" name="MSIP_Label_c96ed6d7-747c-41fd-b042-ff14484edc24_ContentBits">
    <vt:lpwstr>0</vt:lpwstr>
  </property>
  <property fmtid="{D5CDD505-2E9C-101B-9397-08002B2CF9AE}" pid="9" name="MSIP_Label_c96ed6d7-747c-41fd-b042-ff14484edc24_Tag">
    <vt:lpwstr>10, 3, 0, 1</vt:lpwstr>
  </property>
</Properties>
</file>